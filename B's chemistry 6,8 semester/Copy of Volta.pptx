
<file path=[Content_Types].xml><?xml version="1.0" encoding="utf-8"?>
<Types xmlns="http://schemas.openxmlformats.org/package/2006/content-types">
  <Default Extension="web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C04E-8B1F-4F44-91FC-C9B02EECDA52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78F7-DC77-4365-BB1C-7A78C9E5A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28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C04E-8B1F-4F44-91FC-C9B02EECDA52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78F7-DC77-4365-BB1C-7A78C9E5A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84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C04E-8B1F-4F44-91FC-C9B02EECDA52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78F7-DC77-4365-BB1C-7A78C9E5A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28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C04E-8B1F-4F44-91FC-C9B02EECDA52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78F7-DC77-4365-BB1C-7A78C9E5A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3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C04E-8B1F-4F44-91FC-C9B02EECDA52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78F7-DC77-4365-BB1C-7A78C9E5A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9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C04E-8B1F-4F44-91FC-C9B02EECDA52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78F7-DC77-4365-BB1C-7A78C9E5A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989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C04E-8B1F-4F44-91FC-C9B02EECDA52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78F7-DC77-4365-BB1C-7A78C9E5A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66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C04E-8B1F-4F44-91FC-C9B02EECDA52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78F7-DC77-4365-BB1C-7A78C9E5A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36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C04E-8B1F-4F44-91FC-C9B02EECDA52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78F7-DC77-4365-BB1C-7A78C9E5A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86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C04E-8B1F-4F44-91FC-C9B02EECDA52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78F7-DC77-4365-BB1C-7A78C9E5A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95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DC04E-8B1F-4F44-91FC-C9B02EECDA52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78F7-DC77-4365-BB1C-7A78C9E5A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83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DC04E-8B1F-4F44-91FC-C9B02EECDA52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078F7-DC77-4365-BB1C-7A78C9E5A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36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eb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eb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ebp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eb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ebp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eb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915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75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721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77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17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484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772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015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132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433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81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277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Khalid Mehmood</dc:creator>
  <cp:lastModifiedBy>Khalid Mehmood</cp:lastModifiedBy>
  <cp:revision>1</cp:revision>
  <dcterms:created xsi:type="dcterms:W3CDTF">2024-06-01T13:33:42Z</dcterms:created>
  <dcterms:modified xsi:type="dcterms:W3CDTF">2024-06-01T13:34:47Z</dcterms:modified>
</cp:coreProperties>
</file>