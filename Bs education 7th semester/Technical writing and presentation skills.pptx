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9" r:id="rId8"/>
    <p:sldId id="264" r:id="rId9"/>
    <p:sldId id="270" r:id="rId10"/>
    <p:sldId id="265" r:id="rId11"/>
    <p:sldId id="271" r:id="rId12"/>
    <p:sldId id="266" r:id="rId13"/>
    <p:sldId id="272" r:id="rId14"/>
    <p:sldId id="267" r:id="rId15"/>
    <p:sldId id="273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1" autoAdjust="0"/>
    <p:restoredTop sz="94622" autoAdjust="0"/>
  </p:normalViewPr>
  <p:slideViewPr>
    <p:cSldViewPr>
      <p:cViewPr varScale="1">
        <p:scale>
          <a:sx n="98" d="100"/>
          <a:sy n="98" d="100"/>
        </p:scale>
        <p:origin x="-116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58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4538A98-95F6-4462-85B8-9A7AF61F90DD}" type="datetimeFigureOut">
              <a:rPr lang="en-US" smtClean="0"/>
              <a:pPr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2C94C18A-90A7-42DD-AB79-AACADA92C7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581400"/>
            <a:ext cx="6400800" cy="1600200"/>
          </a:xfrm>
          <a:solidFill>
            <a:srgbClr val="FFC000"/>
          </a:solidFill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sz="4400" b="1" dirty="0" smtClean="0"/>
              <a:t>Gender violence</a:t>
            </a:r>
          </a:p>
          <a:p>
            <a:r>
              <a:rPr lang="en-US" sz="3200" b="1" dirty="0" smtClean="0"/>
              <a:t>Submitted To</a:t>
            </a:r>
          </a:p>
          <a:p>
            <a:r>
              <a:rPr lang="en-US" sz="3500" b="1" dirty="0" smtClean="0"/>
              <a:t>Mam Hina</a:t>
            </a:r>
          </a:p>
          <a:p>
            <a:endParaRPr lang="en-US" sz="3200" b="1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Tech</a:t>
            </a:r>
            <a:r>
              <a:rPr smtClean="0"/>
              <a:t>nical writing and presentation skills</a:t>
            </a:r>
            <a:br>
              <a:rPr smtClean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 smtClean="0"/>
              <a:t>7 STARS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solidFill>
            <a:schemeClr val="accent3"/>
          </a:solidFill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3600" b="1" dirty="0" smtClean="0"/>
          </a:p>
          <a:p>
            <a:r>
              <a:rPr lang="en-US" sz="3600" b="1" dirty="0" smtClean="0"/>
              <a:t>Roll no 136</a:t>
            </a:r>
          </a:p>
          <a:p>
            <a:r>
              <a:rPr lang="en-US" sz="3600" b="1" dirty="0" smtClean="0"/>
              <a:t>134</a:t>
            </a:r>
          </a:p>
          <a:p>
            <a:r>
              <a:rPr lang="en-US" sz="3600" b="1" dirty="0" smtClean="0"/>
              <a:t>116</a:t>
            </a:r>
          </a:p>
          <a:p>
            <a:r>
              <a:rPr lang="en-US" sz="3600" b="1" dirty="0" smtClean="0"/>
              <a:t>101</a:t>
            </a:r>
          </a:p>
          <a:p>
            <a:r>
              <a:rPr lang="en-US" sz="3600" b="1" dirty="0" smtClean="0"/>
              <a:t>102</a:t>
            </a:r>
          </a:p>
          <a:p>
            <a:r>
              <a:rPr lang="en-US" sz="3600" b="1" dirty="0" smtClean="0"/>
              <a:t>146</a:t>
            </a:r>
          </a:p>
          <a:p>
            <a:r>
              <a:rPr lang="en-US" sz="3600" b="1" dirty="0" smtClean="0"/>
              <a:t>130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0"/>
            <a:ext cx="6019800" cy="1905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4400" b="1" dirty="0" smtClean="0"/>
              <a:t>Violence 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2057400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sz="2400" b="1" dirty="0" smtClean="0"/>
              <a:t>Violence is any action, inaction, or structural arrangement that results in physical, psychological, and social harm to one or more person. </a:t>
            </a:r>
            <a:endParaRPr lang="en-US" sz="4300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: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buFont typeface="Wingdings" pitchFamily="2" charset="2"/>
              <a:buChar char="v"/>
            </a:pPr>
            <a:r>
              <a:rPr lang="en-US" b="1" dirty="0" smtClean="0"/>
              <a:t>Gender violence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sz="2400" b="1" dirty="0" smtClean="0"/>
              <a:t>Gender based violence is a violation of human rights and a form of discrimination, that is directed against a person on the bases of gender.</a:t>
            </a:r>
          </a:p>
          <a:p>
            <a:r>
              <a:rPr lang="en-US" sz="2400" b="1" dirty="0" smtClean="0"/>
              <a:t>Gender based violence both reflects and reinforce between men and between and comprises the health, dignity, security, and autonomy of its victims </a:t>
            </a:r>
            <a:endParaRPr lang="en-US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/>
              <a:t>Types of gender violence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295400"/>
            <a:ext cx="7772400" cy="4572000"/>
          </a:xfrm>
        </p:spPr>
        <p:txBody>
          <a:bodyPr/>
          <a:lstStyle/>
          <a:p>
            <a:pPr lvl="8">
              <a:buNone/>
            </a:pPr>
            <a:r>
              <a:rPr lang="en-US" sz="2000" b="1" dirty="0" smtClean="0"/>
              <a:t>There are  six types of violence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Physical violence 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Emotional or psychological violence 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Financial violence 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Sexual violence 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Social or economic violence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Harmful traditional practice</a:t>
            </a:r>
            <a:r>
              <a:rPr lang="en-US" dirty="0" smtClean="0"/>
              <a:t>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772400" cy="11430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Physical violence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Physical violence include hurting, or trying to hurting a partner by hitting, kicking, burning, grabbing, hair pulling, forcing alcohol or drug use. It also include property damage.</a:t>
            </a:r>
          </a:p>
          <a:p>
            <a:r>
              <a:rPr lang="en-US" dirty="0" smtClean="0"/>
              <a:t>Example</a:t>
            </a:r>
            <a:r>
              <a:rPr lang="en-US" b="1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Slapping, punching,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Strangulation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Damaging personal property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Use of weapons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violence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703886" y="1447800"/>
            <a:ext cx="4193427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Emotional or psychological violence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Emotional abuse is when your partner tries to frighten control, or isolate you. It is not physical violence but it might involve threats of violence. It is characterized by a persons words, actions, consistency of negative behavior.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It usually starts gradually then happen aver and over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Emotional behavior can have long lasting effects on your confidence, self esteem it can cause you to develop anxiety, depression, </a:t>
            </a:r>
            <a:r>
              <a:rPr lang="en-US" smtClean="0"/>
              <a:t>suicidal thoughts. 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Emotional or psychological violence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371600"/>
            <a:ext cx="6858000" cy="503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Economic violence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Economic violence includes making a person financially dependent by maintaining control over financial resources or forbidding  attendance at school or employment</a:t>
            </a:r>
          </a:p>
          <a:p>
            <a:r>
              <a:rPr lang="en-US" dirty="0" smtClean="0"/>
              <a:t>Example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Inflicting physical harm or injury that would prevent the person from attending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Harassing partner at their work place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Damaging a partner credit score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Economic violence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38130" y="1447800"/>
            <a:ext cx="5724939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Sexual violence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Sexual violence means that some one forces or manipulates some one else into unwanted sexual activity without their consent</a:t>
            </a:r>
          </a:p>
          <a:p>
            <a:pPr>
              <a:buNone/>
            </a:pPr>
            <a:r>
              <a:rPr lang="en-US" dirty="0" smtClean="0"/>
              <a:t>Forms of sexual violence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dirty="0" smtClean="0"/>
              <a:t>Touching the child private part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dirty="0" smtClean="0"/>
              <a:t>Exposing an adult private parts to the child</a:t>
            </a:r>
          </a:p>
          <a:p>
            <a:pPr marL="514350" indent="-514350">
              <a:buNone/>
            </a:pPr>
            <a:r>
              <a:rPr lang="en-US" dirty="0" smtClean="0"/>
              <a:t>Who are abusers?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dirty="0" smtClean="0"/>
              <a:t>Stepparents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dirty="0" smtClean="0"/>
              <a:t>Strangers</a:t>
            </a:r>
          </a:p>
          <a:p>
            <a:pPr marL="514350" indent="-514350">
              <a:buNone/>
            </a:pPr>
            <a:r>
              <a:rPr lang="en-US" dirty="0" smtClean="0"/>
              <a:t>Consequence of sexual abuse</a:t>
            </a:r>
          </a:p>
          <a:p>
            <a:pPr marL="514350" indent="-514350">
              <a:buNone/>
            </a:pPr>
            <a:r>
              <a:rPr lang="en-US" dirty="0" smtClean="0"/>
              <a:t>Anxiety</a:t>
            </a:r>
          </a:p>
          <a:p>
            <a:pPr marL="514350" indent="-514350">
              <a:buNone/>
            </a:pPr>
            <a:r>
              <a:rPr lang="en-US" dirty="0" smtClean="0"/>
              <a:t>Depression</a:t>
            </a:r>
          </a:p>
          <a:p>
            <a:pPr marL="514350" indent="-514350">
              <a:buNone/>
            </a:pPr>
            <a:r>
              <a:rPr lang="en-US" dirty="0" smtClean="0"/>
              <a:t>Sleep disorder </a:t>
            </a:r>
          </a:p>
          <a:p>
            <a:pPr marL="514350" indent="-514350">
              <a:buNone/>
            </a:pPr>
            <a:r>
              <a:rPr lang="en-US" dirty="0" smtClean="0"/>
              <a:t>Gain and </a:t>
            </a:r>
            <a:r>
              <a:rPr lang="en-US" smtClean="0"/>
              <a:t>loss weight</a:t>
            </a:r>
          </a:p>
          <a:p>
            <a:pPr marL="514350" indent="-514350">
              <a:buNone/>
            </a:pPr>
            <a:endParaRPr lang="en-US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Sexual violence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83327" y="1447800"/>
            <a:ext cx="623454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Harmful traditional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Acts specific to culture in which girls and women are severely undervalued and considered second class citizens with fever right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These include honor killing, early marriages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/>
              <a:t>Example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Female genital cutting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Forced marriage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Early marriage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Denial of education  and economic opportunities for women's and girls 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Harmful traditional practices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35147" y="1447800"/>
            <a:ext cx="353090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violence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Maintaining  total control or financial resources, withholding access to money  and forbidding attendance at school or employment.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Usually done by an intimate partner, or by laws, and policies </a:t>
            </a:r>
            <a:r>
              <a:rPr lang="en-US" smtClean="0"/>
              <a:t>to opportunities.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169</TotalTime>
  <Words>467</Words>
  <Application>Microsoft Office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Equity</vt:lpstr>
      <vt:lpstr>Technical writing and presentation skills </vt:lpstr>
      <vt:lpstr>7 STARS</vt:lpstr>
      <vt:lpstr>Violence </vt:lpstr>
      <vt:lpstr>Gender violence</vt:lpstr>
      <vt:lpstr>Types of gender violence</vt:lpstr>
      <vt:lpstr>Physical violence</vt:lpstr>
      <vt:lpstr>Physical violence</vt:lpstr>
      <vt:lpstr>Emotional or psychological violence</vt:lpstr>
      <vt:lpstr>Emotional or psychological violence</vt:lpstr>
      <vt:lpstr>Economic violence</vt:lpstr>
      <vt:lpstr>Economic violence</vt:lpstr>
      <vt:lpstr>Sexual violence</vt:lpstr>
      <vt:lpstr>Sexual violence</vt:lpstr>
      <vt:lpstr>Harmful traditional practices</vt:lpstr>
      <vt:lpstr>Harmful traditional practices</vt:lpstr>
      <vt:lpstr>Social violence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writing and presentation skills</dc:title>
  <dc:creator>dell</dc:creator>
  <cp:lastModifiedBy>dell</cp:lastModifiedBy>
  <cp:revision>26</cp:revision>
  <dcterms:created xsi:type="dcterms:W3CDTF">2024-02-26T12:16:11Z</dcterms:created>
  <dcterms:modified xsi:type="dcterms:W3CDTF">2024-03-05T17:33:59Z</dcterms:modified>
</cp:coreProperties>
</file>