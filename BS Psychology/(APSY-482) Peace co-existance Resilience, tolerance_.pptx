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4" r:id="rId5"/>
    <p:sldId id="266" r:id="rId6"/>
    <p:sldId id="267" r:id="rId7"/>
    <p:sldId id="269" r:id="rId8"/>
    <p:sldId id="270" r:id="rId9"/>
    <p:sldId id="268" r:id="rId10"/>
    <p:sldId id="262" r:id="rId11"/>
    <p:sldId id="263" r:id="rId12"/>
    <p:sldId id="259" r:id="rId13"/>
    <p:sldId id="261" r:id="rId14"/>
    <p:sldId id="271"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165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79ECFAB-E108-4800-A457-FCE859208DC6}" type="datetimeFigureOut">
              <a:rPr lang="en-US" smtClean="0"/>
              <a:t>6/18/2023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6DFC4-B4B1-472A-B47B-248EB47B6587}" type="slidenum">
              <a:rPr lang="en-US" smtClean="0"/>
              <a:t>‹#›</a:t>
            </a:fld>
            <a:endParaRPr lang="en-US"/>
          </a:p>
        </p:txBody>
      </p:sp>
    </p:spTree>
    <p:extLst>
      <p:ext uri="{BB962C8B-B14F-4D97-AF65-F5344CB8AC3E}">
        <p14:creationId xmlns:p14="http://schemas.microsoft.com/office/powerpoint/2010/main" val="3606710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9ECFAB-E108-4800-A457-FCE859208DC6}" type="datetimeFigureOut">
              <a:rPr lang="en-US" smtClean="0"/>
              <a:t>6/18/2023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6DFC4-B4B1-472A-B47B-248EB47B6587}" type="slidenum">
              <a:rPr lang="en-US" smtClean="0"/>
              <a:t>‹#›</a:t>
            </a:fld>
            <a:endParaRPr lang="en-US"/>
          </a:p>
        </p:txBody>
      </p:sp>
    </p:spTree>
    <p:extLst>
      <p:ext uri="{BB962C8B-B14F-4D97-AF65-F5344CB8AC3E}">
        <p14:creationId xmlns:p14="http://schemas.microsoft.com/office/powerpoint/2010/main" val="3816820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ECFAB-E108-4800-A457-FCE859208DC6}" type="datetimeFigureOut">
              <a:rPr lang="en-US" smtClean="0"/>
              <a:t>6/18/2023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6DFC4-B4B1-472A-B47B-248EB47B6587}" type="slidenum">
              <a:rPr lang="en-US" smtClean="0"/>
              <a:t>‹#›</a:t>
            </a:fld>
            <a:endParaRPr lang="en-US"/>
          </a:p>
        </p:txBody>
      </p:sp>
    </p:spTree>
    <p:extLst>
      <p:ext uri="{BB962C8B-B14F-4D97-AF65-F5344CB8AC3E}">
        <p14:creationId xmlns:p14="http://schemas.microsoft.com/office/powerpoint/2010/main" val="670027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9ECFAB-E108-4800-A457-FCE859208DC6}" type="datetimeFigureOut">
              <a:rPr lang="en-US" smtClean="0"/>
              <a:t>6/18/2023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36DFC4-B4B1-472A-B47B-248EB47B6587}" type="slidenum">
              <a:rPr lang="en-US" smtClean="0"/>
              <a:t>‹#›</a:t>
            </a:fld>
            <a:endParaRPr lang="en-US"/>
          </a:p>
        </p:txBody>
      </p:sp>
    </p:spTree>
    <p:extLst>
      <p:ext uri="{BB962C8B-B14F-4D97-AF65-F5344CB8AC3E}">
        <p14:creationId xmlns:p14="http://schemas.microsoft.com/office/powerpoint/2010/main" val="2300402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9ECFAB-E108-4800-A457-FCE859208DC6}" type="datetimeFigureOut">
              <a:rPr lang="en-US" smtClean="0"/>
              <a:t>6/18/2023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36DFC4-B4B1-472A-B47B-248EB47B6587}" type="slidenum">
              <a:rPr lang="en-US" smtClean="0"/>
              <a:t>‹#›</a:t>
            </a:fld>
            <a:endParaRPr lang="en-US"/>
          </a:p>
        </p:txBody>
      </p:sp>
    </p:spTree>
    <p:extLst>
      <p:ext uri="{BB962C8B-B14F-4D97-AF65-F5344CB8AC3E}">
        <p14:creationId xmlns:p14="http://schemas.microsoft.com/office/powerpoint/2010/main" val="1121573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79ECFAB-E108-4800-A457-FCE859208DC6}" type="datetimeFigureOut">
              <a:rPr lang="en-US" smtClean="0"/>
              <a:t>6/18/2023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36DFC4-B4B1-472A-B47B-248EB47B6587}" type="slidenum">
              <a:rPr lang="en-US" smtClean="0"/>
              <a:t>‹#›</a:t>
            </a:fld>
            <a:endParaRPr lang="en-US"/>
          </a:p>
        </p:txBody>
      </p:sp>
    </p:spTree>
    <p:extLst>
      <p:ext uri="{BB962C8B-B14F-4D97-AF65-F5344CB8AC3E}">
        <p14:creationId xmlns:p14="http://schemas.microsoft.com/office/powerpoint/2010/main" val="3168196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9ECFAB-E108-4800-A457-FCE859208DC6}" type="datetimeFigureOut">
              <a:rPr lang="en-US" smtClean="0"/>
              <a:t>6/18/2023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36DFC4-B4B1-472A-B47B-248EB47B6587}" type="slidenum">
              <a:rPr lang="en-US" smtClean="0"/>
              <a:t>‹#›</a:t>
            </a:fld>
            <a:endParaRPr lang="en-US"/>
          </a:p>
        </p:txBody>
      </p:sp>
    </p:spTree>
    <p:extLst>
      <p:ext uri="{BB962C8B-B14F-4D97-AF65-F5344CB8AC3E}">
        <p14:creationId xmlns:p14="http://schemas.microsoft.com/office/powerpoint/2010/main" val="3439124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9ECFAB-E108-4800-A457-FCE859208DC6}" type="datetimeFigureOut">
              <a:rPr lang="en-US" smtClean="0"/>
              <a:t>6/18/2023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36DFC4-B4B1-472A-B47B-248EB47B6587}" type="slidenum">
              <a:rPr lang="en-US" smtClean="0"/>
              <a:t>‹#›</a:t>
            </a:fld>
            <a:endParaRPr lang="en-US"/>
          </a:p>
        </p:txBody>
      </p:sp>
    </p:spTree>
    <p:extLst>
      <p:ext uri="{BB962C8B-B14F-4D97-AF65-F5344CB8AC3E}">
        <p14:creationId xmlns:p14="http://schemas.microsoft.com/office/powerpoint/2010/main" val="1077761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9ECFAB-E108-4800-A457-FCE859208DC6}" type="datetimeFigureOut">
              <a:rPr lang="en-US" smtClean="0"/>
              <a:t>6/18/2023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36DFC4-B4B1-472A-B47B-248EB47B6587}" type="slidenum">
              <a:rPr lang="en-US" smtClean="0"/>
              <a:t>‹#›</a:t>
            </a:fld>
            <a:endParaRPr lang="en-US"/>
          </a:p>
        </p:txBody>
      </p:sp>
    </p:spTree>
    <p:extLst>
      <p:ext uri="{BB962C8B-B14F-4D97-AF65-F5344CB8AC3E}">
        <p14:creationId xmlns:p14="http://schemas.microsoft.com/office/powerpoint/2010/main" val="31114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9ECFAB-E108-4800-A457-FCE859208DC6}" type="datetimeFigureOut">
              <a:rPr lang="en-US" smtClean="0"/>
              <a:t>6/18/2023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6DFC4-B4B1-472A-B47B-248EB47B6587}" type="slidenum">
              <a:rPr lang="en-US" smtClean="0"/>
              <a:t>‹#›</a:t>
            </a:fld>
            <a:endParaRPr lang="en-US"/>
          </a:p>
        </p:txBody>
      </p:sp>
    </p:spTree>
    <p:extLst>
      <p:ext uri="{BB962C8B-B14F-4D97-AF65-F5344CB8AC3E}">
        <p14:creationId xmlns:p14="http://schemas.microsoft.com/office/powerpoint/2010/main" val="156668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9ECFAB-E108-4800-A457-FCE859208DC6}" type="datetimeFigureOut">
              <a:rPr lang="en-US" smtClean="0"/>
              <a:t>6/18/2023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6DFC4-B4B1-472A-B47B-248EB47B6587}" type="slidenum">
              <a:rPr lang="en-US" smtClean="0"/>
              <a:t>‹#›</a:t>
            </a:fld>
            <a:endParaRPr lang="en-US"/>
          </a:p>
        </p:txBody>
      </p:sp>
    </p:spTree>
    <p:extLst>
      <p:ext uri="{BB962C8B-B14F-4D97-AF65-F5344CB8AC3E}">
        <p14:creationId xmlns:p14="http://schemas.microsoft.com/office/powerpoint/2010/main" val="1513342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9ECFAB-E108-4800-A457-FCE859208DC6}" type="datetimeFigureOut">
              <a:rPr lang="en-US" smtClean="0"/>
              <a:t>6/18/2023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36DFC4-B4B1-472A-B47B-248EB47B6587}" type="slidenum">
              <a:rPr lang="en-US" smtClean="0"/>
              <a:t>‹#›</a:t>
            </a:fld>
            <a:endParaRPr lang="en-US"/>
          </a:p>
        </p:txBody>
      </p:sp>
    </p:spTree>
    <p:extLst>
      <p:ext uri="{BB962C8B-B14F-4D97-AF65-F5344CB8AC3E}">
        <p14:creationId xmlns:p14="http://schemas.microsoft.com/office/powerpoint/2010/main" val="1475269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Peace Coexistence</a:t>
            </a:r>
            <a:r>
              <a:rPr lang="en-US"/>
              <a:t>, Resilience </a:t>
            </a:r>
            <a:r>
              <a:rPr lang="en-US" dirty="0"/>
              <a:t>&amp; Tolerance</a:t>
            </a:r>
          </a:p>
        </p:txBody>
      </p:sp>
      <p:sp>
        <p:nvSpPr>
          <p:cNvPr id="3" name="Subtitle 2"/>
          <p:cNvSpPr>
            <a:spLocks noGrp="1"/>
          </p:cNvSpPr>
          <p:nvPr>
            <p:ph type="subTitle" idx="1"/>
          </p:nvPr>
        </p:nvSpPr>
        <p:spPr/>
        <p:txBody>
          <a:bodyPr/>
          <a:lstStyle/>
          <a:p>
            <a:r>
              <a:rPr lang="en-US" dirty="0"/>
              <a:t>By</a:t>
            </a:r>
          </a:p>
          <a:p>
            <a:r>
              <a:rPr lang="en-US" dirty="0" err="1"/>
              <a:t>Dr.Usman</a:t>
            </a:r>
            <a:r>
              <a:rPr lang="en-US" dirty="0"/>
              <a:t> </a:t>
            </a:r>
            <a:r>
              <a:rPr lang="en-US" dirty="0" err="1"/>
              <a:t>Rasheed</a:t>
            </a:r>
            <a:r>
              <a:rPr lang="en-US" dirty="0"/>
              <a:t> </a:t>
            </a:r>
            <a:r>
              <a:rPr lang="en-US" dirty="0" err="1"/>
              <a:t>Chaudhry</a:t>
            </a:r>
            <a:r>
              <a:rPr lang="en-US" dirty="0"/>
              <a:t> </a:t>
            </a:r>
          </a:p>
          <a:p>
            <a:r>
              <a:rPr lang="en-US" dirty="0"/>
              <a:t>Wellbeing Consultant</a:t>
            </a:r>
          </a:p>
        </p:txBody>
      </p:sp>
    </p:spTree>
    <p:extLst>
      <p:ext uri="{BB962C8B-B14F-4D97-AF65-F5344CB8AC3E}">
        <p14:creationId xmlns:p14="http://schemas.microsoft.com/office/powerpoint/2010/main" val="145777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DEFINITIONS</a:t>
            </a:r>
          </a:p>
        </p:txBody>
      </p:sp>
      <p:sp>
        <p:nvSpPr>
          <p:cNvPr id="3" name="Content Placeholder 2"/>
          <p:cNvSpPr>
            <a:spLocks noGrp="1"/>
          </p:cNvSpPr>
          <p:nvPr>
            <p:ph idx="1"/>
          </p:nvPr>
        </p:nvSpPr>
        <p:spPr/>
        <p:txBody>
          <a:bodyPr>
            <a:normAutofit fontScale="77500" lnSpcReduction="20000"/>
          </a:bodyPr>
          <a:lstStyle/>
          <a:p>
            <a:r>
              <a:rPr lang="en-US" b="1" dirty="0"/>
              <a:t>Peace</a:t>
            </a:r>
            <a:r>
              <a:rPr lang="en-US" dirty="0"/>
              <a:t> is a concept of friendship and harmony in the absence of hostility and violence between individuals, groups and nations</a:t>
            </a:r>
          </a:p>
          <a:p>
            <a:r>
              <a:rPr lang="en-US" b="1" dirty="0"/>
              <a:t>Peace</a:t>
            </a:r>
            <a:r>
              <a:rPr lang="en-US" dirty="0"/>
              <a:t> can mean either 'harmony', 'order', 'justice' or 'conflict management'.</a:t>
            </a:r>
          </a:p>
          <a:p>
            <a:r>
              <a:rPr lang="en-US" b="1" dirty="0"/>
              <a:t>Resilience</a:t>
            </a:r>
            <a:r>
              <a:rPr lang="en-US" dirty="0"/>
              <a:t> is the psychological quality that allows some people to be knocked down by the adversities of life and come back at least as strong as before. </a:t>
            </a:r>
          </a:p>
          <a:p>
            <a:r>
              <a:rPr lang="en-US" dirty="0"/>
              <a:t>It is  capacity of a group, community, or society at large to cope with stresses and disturbances as a result of social, political, and environmental change and to adjust while still retaining  essentially the same functions by the people</a:t>
            </a:r>
          </a:p>
        </p:txBody>
      </p:sp>
    </p:spTree>
    <p:extLst>
      <p:ext uri="{BB962C8B-B14F-4D97-AF65-F5344CB8AC3E}">
        <p14:creationId xmlns:p14="http://schemas.microsoft.com/office/powerpoint/2010/main" val="2040910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Definitions</a:t>
            </a:r>
          </a:p>
        </p:txBody>
      </p:sp>
      <p:sp>
        <p:nvSpPr>
          <p:cNvPr id="3" name="Content Placeholder 2"/>
          <p:cNvSpPr>
            <a:spLocks noGrp="1"/>
          </p:cNvSpPr>
          <p:nvPr>
            <p:ph idx="1"/>
          </p:nvPr>
        </p:nvSpPr>
        <p:spPr/>
        <p:txBody>
          <a:bodyPr/>
          <a:lstStyle/>
          <a:p>
            <a:r>
              <a:rPr lang="en-US" b="1" dirty="0"/>
              <a:t>Tolerance </a:t>
            </a:r>
            <a:r>
              <a:rPr lang="en-US" dirty="0"/>
              <a:t>is a powerful word. It represents a set of values that we as a society hope to follow, conveying inclusion, openness and respect, and encouraging acceptance of others. It is a virtue that many aspire to as it creates a world where discrimination is obsolete.</a:t>
            </a:r>
          </a:p>
        </p:txBody>
      </p:sp>
    </p:spTree>
    <p:extLst>
      <p:ext uri="{BB962C8B-B14F-4D97-AF65-F5344CB8AC3E}">
        <p14:creationId xmlns:p14="http://schemas.microsoft.com/office/powerpoint/2010/main" val="113676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Johan </a:t>
            </a:r>
            <a:r>
              <a:rPr lang="en-US" dirty="0" err="1"/>
              <a:t>Galtung</a:t>
            </a:r>
            <a:r>
              <a:rPr lang="en-US" dirty="0"/>
              <a:t> Father of Peace Studies</a:t>
            </a:r>
          </a:p>
        </p:txBody>
      </p:sp>
      <p:sp>
        <p:nvSpPr>
          <p:cNvPr id="3" name="Content Placeholder 2"/>
          <p:cNvSpPr>
            <a:spLocks noGrp="1"/>
          </p:cNvSpPr>
          <p:nvPr>
            <p:ph idx="1"/>
          </p:nvPr>
        </p:nvSpPr>
        <p:spPr/>
        <p:txBody>
          <a:bodyPr>
            <a:normAutofit fontScale="92500"/>
          </a:bodyPr>
          <a:lstStyle/>
          <a:p>
            <a:pPr marL="0" indent="0">
              <a:buNone/>
            </a:pPr>
            <a:endParaRPr lang="en-US" dirty="0"/>
          </a:p>
          <a:p>
            <a:r>
              <a:rPr lang="en-US" dirty="0"/>
              <a:t> According  to Johan  </a:t>
            </a:r>
            <a:r>
              <a:rPr lang="en-US" dirty="0" err="1"/>
              <a:t>Galtung</a:t>
            </a:r>
            <a:r>
              <a:rPr lang="en-US" dirty="0"/>
              <a:t>  peace is the absence of fear, hatred, and oppression. It is a state of being in which people can live their lives with dignity, respect, and equality. Peace is not simply the absence of conflict, but the presence of justice, democracy, and human rights.</a:t>
            </a:r>
          </a:p>
          <a:p>
            <a:r>
              <a:rPr lang="en-US" dirty="0"/>
              <a:t>Johan mentioned two types of peace Negative and Positive peace.</a:t>
            </a:r>
          </a:p>
          <a:p>
            <a:endParaRPr lang="en-US" dirty="0"/>
          </a:p>
        </p:txBody>
      </p:sp>
    </p:spTree>
    <p:extLst>
      <p:ext uri="{BB962C8B-B14F-4D97-AF65-F5344CB8AC3E}">
        <p14:creationId xmlns:p14="http://schemas.microsoft.com/office/powerpoint/2010/main" val="1930295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Two types of Peace</a:t>
            </a:r>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17732" y="1600200"/>
            <a:ext cx="7308535"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8453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Negative &amp; Positive Peace</a:t>
            </a:r>
          </a:p>
        </p:txBody>
      </p:sp>
      <p:sp>
        <p:nvSpPr>
          <p:cNvPr id="3" name="Content Placeholder 2"/>
          <p:cNvSpPr>
            <a:spLocks noGrp="1"/>
          </p:cNvSpPr>
          <p:nvPr>
            <p:ph idx="1"/>
          </p:nvPr>
        </p:nvSpPr>
        <p:spPr/>
        <p:txBody>
          <a:bodyPr/>
          <a:lstStyle/>
          <a:p>
            <a:r>
              <a:rPr lang="en-US" b="1" dirty="0"/>
              <a:t>Negative peace:</a:t>
            </a:r>
            <a:r>
              <a:rPr lang="en-US" dirty="0"/>
              <a:t> Absence of violence, </a:t>
            </a:r>
            <a:r>
              <a:rPr lang="en-US" dirty="0" err="1"/>
              <a:t>pessimistic,curative,peace</a:t>
            </a:r>
            <a:r>
              <a:rPr lang="en-US" dirty="0"/>
              <a:t> not always by peaceful means</a:t>
            </a:r>
          </a:p>
          <a:p>
            <a:r>
              <a:rPr lang="en-US" b="1" dirty="0"/>
              <a:t>Positive peace: </a:t>
            </a:r>
            <a:r>
              <a:rPr lang="en-US" dirty="0"/>
              <a:t>Structural integration, </a:t>
            </a:r>
            <a:r>
              <a:rPr lang="en-US" dirty="0" err="1"/>
              <a:t>optimistic,preventive,peace</a:t>
            </a:r>
            <a:r>
              <a:rPr lang="en-US" dirty="0"/>
              <a:t> by peaceful means.</a:t>
            </a:r>
            <a:endParaRPr lang="en-US" b="1" dirty="0"/>
          </a:p>
          <a:p>
            <a:endParaRPr lang="en-US" dirty="0"/>
          </a:p>
        </p:txBody>
      </p:sp>
    </p:spTree>
    <p:extLst>
      <p:ext uri="{BB962C8B-B14F-4D97-AF65-F5344CB8AC3E}">
        <p14:creationId xmlns:p14="http://schemas.microsoft.com/office/powerpoint/2010/main" val="1265388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Importance of Violence in peace coexistence</a:t>
            </a:r>
          </a:p>
        </p:txBody>
      </p:sp>
      <p:sp>
        <p:nvSpPr>
          <p:cNvPr id="3" name="Content Placeholder 2"/>
          <p:cNvSpPr>
            <a:spLocks noGrp="1"/>
          </p:cNvSpPr>
          <p:nvPr>
            <p:ph idx="1"/>
          </p:nvPr>
        </p:nvSpPr>
        <p:spPr/>
        <p:txBody>
          <a:bodyPr>
            <a:normAutofit/>
          </a:bodyPr>
          <a:lstStyle/>
          <a:p>
            <a:r>
              <a:rPr lang="en-US" dirty="0"/>
              <a:t>Violence of every kind is the greatest challenge to peace. . Violence can be of different forms, intensity and extension. </a:t>
            </a:r>
          </a:p>
          <a:p>
            <a:r>
              <a:rPr lang="en-US" dirty="0"/>
              <a:t>Violence is defined as avoidable insults to basic human needs and more generally to life.</a:t>
            </a:r>
          </a:p>
          <a:p>
            <a:endParaRPr lang="en-US" dirty="0"/>
          </a:p>
        </p:txBody>
      </p:sp>
    </p:spTree>
    <p:extLst>
      <p:ext uri="{BB962C8B-B14F-4D97-AF65-F5344CB8AC3E}">
        <p14:creationId xmlns:p14="http://schemas.microsoft.com/office/powerpoint/2010/main" val="877010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Flow of Violence</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5576" y="1484784"/>
            <a:ext cx="7200800" cy="511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8100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Violence ,Negative and Positive   Peace</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3608" y="1844824"/>
            <a:ext cx="7200800" cy="4896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3729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Peace coexistence status  in Pakistan </a:t>
            </a:r>
          </a:p>
        </p:txBody>
      </p:sp>
      <p:sp>
        <p:nvSpPr>
          <p:cNvPr id="3" name="Content Placeholder 2"/>
          <p:cNvSpPr>
            <a:spLocks noGrp="1"/>
          </p:cNvSpPr>
          <p:nvPr>
            <p:ph idx="1"/>
          </p:nvPr>
        </p:nvSpPr>
        <p:spPr/>
        <p:txBody>
          <a:bodyPr/>
          <a:lstStyle/>
          <a:p>
            <a:endParaRPr lang="en-US" dirty="0"/>
          </a:p>
          <a:p>
            <a:endParaRPr lang="en-US" dirty="0"/>
          </a:p>
          <a:p>
            <a:r>
              <a:rPr lang="en-US" dirty="0"/>
              <a:t> Pakistan is South Asian country suffered from series of conflict in recent years ,linked to instability in Afghanistan, the global war on terror ,regional tension  and violent internal political unrest.</a:t>
            </a:r>
          </a:p>
        </p:txBody>
      </p:sp>
    </p:spTree>
    <p:extLst>
      <p:ext uri="{BB962C8B-B14F-4D97-AF65-F5344CB8AC3E}">
        <p14:creationId xmlns:p14="http://schemas.microsoft.com/office/powerpoint/2010/main" val="3485734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important for  peace coexistence in Pakistan</a:t>
            </a:r>
          </a:p>
        </p:txBody>
      </p:sp>
      <p:sp>
        <p:nvSpPr>
          <p:cNvPr id="3" name="Content Placeholder 2"/>
          <p:cNvSpPr>
            <a:spLocks noGrp="1"/>
          </p:cNvSpPr>
          <p:nvPr>
            <p:ph idx="1"/>
          </p:nvPr>
        </p:nvSpPr>
        <p:spPr/>
        <p:txBody>
          <a:bodyPr/>
          <a:lstStyle/>
          <a:p>
            <a:r>
              <a:rPr lang="en-US" dirty="0"/>
              <a:t> political will</a:t>
            </a:r>
          </a:p>
          <a:p>
            <a:r>
              <a:rPr lang="en-US" dirty="0"/>
              <a:t> National peace building Plan</a:t>
            </a:r>
          </a:p>
          <a:p>
            <a:r>
              <a:rPr lang="en-US" dirty="0"/>
              <a:t>Involvement of all stake holders in social cohesion and peace building</a:t>
            </a:r>
          </a:p>
          <a:p>
            <a:r>
              <a:rPr lang="en-US" dirty="0"/>
              <a:t>Respect  for all religions and ethnic groups </a:t>
            </a:r>
          </a:p>
          <a:p>
            <a:r>
              <a:rPr lang="en-US" dirty="0"/>
              <a:t> Same education plan for all(formative phase for personal development)</a:t>
            </a:r>
          </a:p>
          <a:p>
            <a:r>
              <a:rPr lang="en-US" dirty="0"/>
              <a:t>Positive role of Media in peace building</a:t>
            </a:r>
          </a:p>
          <a:p>
            <a:endParaRPr lang="en-US" dirty="0"/>
          </a:p>
          <a:p>
            <a:endParaRPr lang="en-US" dirty="0"/>
          </a:p>
        </p:txBody>
      </p:sp>
    </p:spTree>
    <p:extLst>
      <p:ext uri="{BB962C8B-B14F-4D97-AF65-F5344CB8AC3E}">
        <p14:creationId xmlns:p14="http://schemas.microsoft.com/office/powerpoint/2010/main" val="3253726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As a Teacher How to promote peace coexistence , resilience and tolerance</a:t>
            </a:r>
          </a:p>
        </p:txBody>
      </p:sp>
      <p:sp>
        <p:nvSpPr>
          <p:cNvPr id="3" name="Content Placeholder 2"/>
          <p:cNvSpPr>
            <a:spLocks noGrp="1"/>
          </p:cNvSpPr>
          <p:nvPr>
            <p:ph idx="1"/>
          </p:nvPr>
        </p:nvSpPr>
        <p:spPr/>
        <p:txBody>
          <a:bodyPr>
            <a:normAutofit fontScale="92500" lnSpcReduction="20000"/>
          </a:bodyPr>
          <a:lstStyle/>
          <a:p>
            <a:r>
              <a:rPr lang="en-US" dirty="0"/>
              <a:t>Personal Development</a:t>
            </a:r>
          </a:p>
          <a:p>
            <a:r>
              <a:rPr lang="en-US" dirty="0"/>
              <a:t>Mental Toughness 4 C’s </a:t>
            </a:r>
          </a:p>
          <a:p>
            <a:r>
              <a:rPr lang="en-US" dirty="0"/>
              <a:t>Positive Communication styles</a:t>
            </a:r>
          </a:p>
          <a:p>
            <a:r>
              <a:rPr lang="en-US" dirty="0"/>
              <a:t>Sense of Ownership</a:t>
            </a:r>
          </a:p>
          <a:p>
            <a:r>
              <a:rPr lang="en-US" dirty="0"/>
              <a:t>Participatory role in peace building </a:t>
            </a:r>
          </a:p>
          <a:p>
            <a:r>
              <a:rPr lang="en-US" dirty="0"/>
              <a:t>Maximum utilization from available resources</a:t>
            </a:r>
          </a:p>
          <a:p>
            <a:r>
              <a:rPr lang="en-US" dirty="0"/>
              <a:t>Problem solver instead of problem teller.</a:t>
            </a:r>
          </a:p>
          <a:p>
            <a:r>
              <a:rPr lang="en-US" dirty="0"/>
              <a:t>The Golden Rule  "treat others the way you want to be treated." This concept  needs to be propagated.</a:t>
            </a:r>
          </a:p>
        </p:txBody>
      </p:sp>
    </p:spTree>
    <p:extLst>
      <p:ext uri="{BB962C8B-B14F-4D97-AF65-F5344CB8AC3E}">
        <p14:creationId xmlns:p14="http://schemas.microsoft.com/office/powerpoint/2010/main" val="3651507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Main pillars of Peace coexistence ,resilience and tolerance</a:t>
            </a:r>
          </a:p>
        </p:txBody>
      </p:sp>
      <p:sp>
        <p:nvSpPr>
          <p:cNvPr id="3" name="Content Placeholder 2"/>
          <p:cNvSpPr>
            <a:spLocks noGrp="1"/>
          </p:cNvSpPr>
          <p:nvPr>
            <p:ph idx="1"/>
          </p:nvPr>
        </p:nvSpPr>
        <p:spPr/>
        <p:txBody>
          <a:bodyPr>
            <a:normAutofit fontScale="70000" lnSpcReduction="20000"/>
          </a:bodyPr>
          <a:lstStyle/>
          <a:p>
            <a:r>
              <a:rPr lang="en-US" dirty="0"/>
              <a:t>Better Quality of life  </a:t>
            </a:r>
          </a:p>
          <a:p>
            <a:r>
              <a:rPr lang="en-US" dirty="0"/>
              <a:t>Peace building Awareness &amp; peace education programs</a:t>
            </a:r>
          </a:p>
          <a:p>
            <a:r>
              <a:rPr lang="en-US" dirty="0"/>
              <a:t>Involvement of local Intelligentsia</a:t>
            </a:r>
          </a:p>
          <a:p>
            <a:r>
              <a:rPr lang="en-US" dirty="0"/>
              <a:t>Equality for all</a:t>
            </a:r>
          </a:p>
          <a:p>
            <a:r>
              <a:rPr lang="en-US" dirty="0"/>
              <a:t>Approachable governance</a:t>
            </a:r>
          </a:p>
          <a:p>
            <a:r>
              <a:rPr lang="en-US" dirty="0"/>
              <a:t>Personal development(conflict management , anger management ,) </a:t>
            </a:r>
          </a:p>
          <a:p>
            <a:r>
              <a:rPr lang="en-US" dirty="0"/>
              <a:t>Media program on social cohesion and peace building. </a:t>
            </a:r>
          </a:p>
          <a:p>
            <a:r>
              <a:rPr lang="en-US" dirty="0"/>
              <a:t>Well-functioning government..</a:t>
            </a:r>
          </a:p>
          <a:p>
            <a:r>
              <a:rPr lang="en-US" dirty="0"/>
              <a:t>Free flow of information.</a:t>
            </a:r>
          </a:p>
          <a:p>
            <a:r>
              <a:rPr lang="en-US" dirty="0"/>
              <a:t>Good relations with neighbors.</a:t>
            </a:r>
          </a:p>
          <a:p>
            <a:r>
              <a:rPr lang="en-US" dirty="0"/>
              <a:t>High levels human capital which increases life expectancy and increases literacy.</a:t>
            </a:r>
          </a:p>
          <a:p>
            <a:r>
              <a:rPr lang="en-US" dirty="0"/>
              <a:t>Acceptance of the rights of others.</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651610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Words to Ponder</a:t>
            </a:r>
          </a:p>
        </p:txBody>
      </p:sp>
      <p:sp>
        <p:nvSpPr>
          <p:cNvPr id="3" name="Content Placeholder 2"/>
          <p:cNvSpPr>
            <a:spLocks noGrp="1"/>
          </p:cNvSpPr>
          <p:nvPr>
            <p:ph idx="1"/>
          </p:nvPr>
        </p:nvSpPr>
        <p:spPr/>
        <p:txBody>
          <a:bodyPr/>
          <a:lstStyle/>
          <a:p>
            <a:endParaRPr lang="en-US" dirty="0"/>
          </a:p>
          <a:p>
            <a:endParaRPr lang="en-US" dirty="0"/>
          </a:p>
          <a:p>
            <a:pPr marL="0" indent="0">
              <a:buNone/>
            </a:pPr>
            <a:r>
              <a:rPr lang="en-US" dirty="0"/>
              <a:t>                Never fear to communicate </a:t>
            </a:r>
          </a:p>
          <a:p>
            <a:pPr marL="0" indent="0">
              <a:buNone/>
            </a:pPr>
            <a:r>
              <a:rPr lang="en-US" dirty="0"/>
              <a:t>                                           &amp; </a:t>
            </a:r>
          </a:p>
          <a:p>
            <a:pPr marL="0" indent="0">
              <a:buNone/>
            </a:pPr>
            <a:r>
              <a:rPr lang="en-US" dirty="0"/>
              <a:t>                Never communicate out of fear</a:t>
            </a:r>
          </a:p>
        </p:txBody>
      </p:sp>
    </p:spTree>
    <p:extLst>
      <p:ext uri="{BB962C8B-B14F-4D97-AF65-F5344CB8AC3E}">
        <p14:creationId xmlns:p14="http://schemas.microsoft.com/office/powerpoint/2010/main" val="23542097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TotalTime>
  <Words>596</Words>
  <Application>Microsoft Office PowerPoint</Application>
  <PresentationFormat>On-screen Show (4:3)</PresentationFormat>
  <Paragraphs>67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Peace Coexistence, Resilience &amp; Tolerance</vt:lpstr>
      <vt:lpstr>DEFINITIONS</vt:lpstr>
      <vt:lpstr>Definitions</vt:lpstr>
      <vt:lpstr>Johan Galtung Father of Peace Studies</vt:lpstr>
      <vt:lpstr>  Two types of Peace</vt:lpstr>
      <vt:lpstr>Negative &amp; Positive Peace</vt:lpstr>
      <vt:lpstr>Importance of Violence in peace coexistence</vt:lpstr>
      <vt:lpstr>Flow of Violence</vt:lpstr>
      <vt:lpstr>  Violence ,Negative and Positive   Peace</vt:lpstr>
      <vt:lpstr>Peace coexistence status  in Pakistan </vt:lpstr>
      <vt:lpstr>Factors  important for  peace coexistence in Pakistan</vt:lpstr>
      <vt:lpstr>As a Teacher How to promote peace coexistence , resilience and tolerance</vt:lpstr>
      <vt:lpstr>Main pillars of Peace coexistence ,resilience and tolerance</vt:lpstr>
      <vt:lpstr>Words to Ponder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PEACE COEXISTENC,RESILIENCE AND TOLERANCE</dc:title>
  <dc:creator>Admin</dc:creator>
  <cp:lastModifiedBy>usman</cp:lastModifiedBy>
  <cp:revision>31</cp:revision>
  <dcterms:created xsi:type="dcterms:W3CDTF">2022-11-15T10:42:52Z</dcterms:created>
  <dcterms:modified xsi:type="dcterms:W3CDTF">2023-06-18T11:05:10Z</dcterms:modified>
</cp:coreProperties>
</file>