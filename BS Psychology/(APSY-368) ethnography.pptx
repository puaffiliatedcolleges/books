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73" r:id="rId7"/>
    <p:sldId id="382" r:id="rId8"/>
    <p:sldId id="383" r:id="rId9"/>
    <p:sldId id="384" r:id="rId10"/>
    <p:sldId id="385" r:id="rId11"/>
    <p:sldId id="375" r:id="rId12"/>
    <p:sldId id="378" r:id="rId13"/>
    <p:sldId id="3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>
        <p:scale>
          <a:sx n="55" d="100"/>
          <a:sy n="55" d="100"/>
        </p:scale>
        <p:origin x="1096" y="1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8/19/2024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25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" name="breeze.wav"/>
          </p:stSnd>
        </p:sndAc>
      </p:transition>
    </mc:Choice>
    <mc:Fallback>
      <p:transition spd="med">
        <p:fade/>
        <p:sndAc>
          <p:stSnd>
            <p:snd r:embed="rId1" name="breeze.wav"/>
          </p:stSnd>
        </p:sndAc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16" name="breeze.wav"/>
          </p:stSnd>
        </p:sndAc>
      </p:transition>
    </mc:Choice>
    <mc:Fallback>
      <p:transition spd="med">
        <p:fade/>
        <p:sndAc>
          <p:stSnd>
            <p:snd r:embed="rId16" name="breeze.wav"/>
          </p:stSnd>
        </p:sndAc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ethnographic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fade/>
        <p:sndAc>
          <p:stSnd>
            <p:snd r:embed="rId3" name="breeze.wav"/>
          </p:stSnd>
        </p:sndAc>
      </p:transition>
    </mc:Choice>
    <mc:Fallback>
      <p:transition>
        <p:fade/>
        <p:sndAc>
          <p:stSnd>
            <p:snd r:embed="rId3" name="breez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Introduction to ethnographic research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3452" y="3102015"/>
            <a:ext cx="6095999" cy="3521489"/>
          </a:xfrm>
        </p:spPr>
        <p:txBody>
          <a:bodyPr anchor="t"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aspects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Sitka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breeze.wav"/>
          </p:stSnd>
        </p:sndAc>
      </p:transition>
    </mc:Choice>
    <mc:Fallback>
      <p:transition spd="med">
        <p:fade/>
        <p:sndAc>
          <p:stSnd>
            <p:snd r:embed="rId3" name="breez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1562196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What is ethnography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384385"/>
            <a:ext cx="11562303" cy="3703899"/>
          </a:xfrm>
        </p:spPr>
        <p:txBody>
          <a:bodyPr/>
          <a:lstStyle/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 qualitative research method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Focuses on studying people, cultures, and social          practices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Involves detailed observation, participation, and interviews</a:t>
            </a:r>
          </a:p>
          <a:p>
            <a:pPr marL="285750" marR="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Aims to understand lived experiences and cultural meanings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breeze.wav"/>
          </p:stSnd>
        </p:sndAc>
      </p:transition>
    </mc:Choice>
    <mc:Fallback>
      <p:transition spd="med">
        <p:fade/>
        <p:sndAc>
          <p:stSnd>
            <p:snd r:embed="rId3" name="breez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D4E7E-866D-A0B9-7557-F079D8D2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965411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History of ethnography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31B47-7924-CC86-0F60-73ADE4FEF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1921396"/>
            <a:ext cx="11562303" cy="4357483"/>
          </a:xfrm>
        </p:spPr>
        <p:txBody>
          <a:bodyPr/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19th and Early 20th Century Origins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Emerged within anthropology and sociology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Focused on documenting non-Western societies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Key Figures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Bronislaw Malinowski   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Developed participant 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observation method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Emphasized immersive fieldwork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Franz Boas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Promoted cultural relativism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bg1"/>
                </a:solidFill>
                <a:effectLst/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Established foundational principles for modern ethnography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0625D-5ABE-E35B-07C2-2A4DCF5F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20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2" name="breeze.wav"/>
          </p:stSnd>
        </p:sndAc>
      </p:transition>
    </mc:Choice>
    <mc:Fallback>
      <p:transition spd="med">
        <p:fade/>
        <p:sndAc>
          <p:stSnd>
            <p:snd r:embed="rId2" name="breez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8FF41-EF9D-096A-FBD7-90CB275F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937164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Key aspects of ethnography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6DA3C-9911-9530-DDBB-2F678AAD1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1794076"/>
            <a:ext cx="11562303" cy="4432121"/>
          </a:xfrm>
        </p:spPr>
        <p:txBody>
          <a:bodyPr/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Participant Observation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Researcher immerses in the community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Engages in daily activities to gain insights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Fieldwork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Long-term engagement in the research site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Observing social dynamics over time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Interviews and Conversations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Both formal and informal to gather diverse perspectives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Capturing narratives and personal experiences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Cultural Interpretation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Understanding symbolic meanings and social norms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Interpreting the deeper context behind behaviors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DA90D-91E9-824A-89CC-6450AF47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494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2" name="breeze.wav"/>
          </p:stSnd>
        </p:sndAc>
      </p:transition>
    </mc:Choice>
    <mc:Fallback>
      <p:transition spd="med">
        <p:fade/>
        <p:sndAc>
          <p:stSnd>
            <p:snd r:embed="rId2" name="breez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31F7-3AF7-9CB1-1096-84D1AE1A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428263"/>
            <a:ext cx="11548261" cy="116904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Ethical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9D4E3-986A-2D0C-973F-279363510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823" y="2048720"/>
            <a:ext cx="11562303" cy="4177478"/>
          </a:xfrm>
        </p:spPr>
        <p:txBody>
          <a:bodyPr/>
          <a:lstStyle/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Informed Consent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Gaining permission from participants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Ensuring understanding of the research purpose</a:t>
            </a:r>
          </a:p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Anonymity and Confidentiality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Protecting participant identities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Safeguarding sensitive information</a:t>
            </a:r>
          </a:p>
          <a:p>
            <a:pPr marL="285750" marR="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Researcher Reflexivity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Acknowledging the influence of the researcher’s presence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Maintaining ethical standards in representation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381F0-8B25-32BD-89A5-E47285E7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552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2" name="breeze.wav"/>
          </p:stSnd>
        </p:sndAc>
      </p:transition>
    </mc:Choice>
    <mc:Fallback>
      <p:transition spd="med">
        <p:fade/>
        <p:sndAc>
          <p:stSnd>
            <p:snd r:embed="rId2" name="breez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FA0E-9CB7-F452-7BC5-BBF8E436B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370390"/>
            <a:ext cx="11548261" cy="99542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Applications of ethnography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31DB5-D0FA-82C2-95A8-50EEA5208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1678329"/>
            <a:ext cx="11562303" cy="4547869"/>
          </a:xfrm>
        </p:spPr>
        <p:txBody>
          <a:bodyPr/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Anthropology and Sociology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Studying cultural practices and social structures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Education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Understanding classroom dynamics and educational systems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Healthcare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Exploring patient experiences and healthcare delivery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Business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Analyzing consumer behavior and organizational culture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Technology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Studying online communities and digital interactions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2BE6-36A7-394B-CDBB-DC85B747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69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2" name="breeze.wav"/>
          </p:stSnd>
        </p:sndAc>
      </p:transition>
    </mc:Choice>
    <mc:Fallback>
      <p:transition spd="med">
        <p:fade/>
        <p:sndAc>
          <p:stSnd>
            <p:snd r:embed="rId2" name="breez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6"/>
            <a:ext cx="7420819" cy="1843025"/>
          </a:xfrm>
        </p:spPr>
        <p:txBody>
          <a:bodyPr/>
          <a:lstStyle/>
          <a:p>
            <a:r>
              <a:rPr lang="en-US" dirty="0"/>
              <a:t>Data analysis in ethnography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60DFF-2E7E-7A22-819A-C011020DFF0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465408" y="2534855"/>
            <a:ext cx="9502815" cy="4056467"/>
          </a:xfrm>
        </p:spPr>
        <p:txBody>
          <a:bodyPr/>
          <a:lstStyle/>
          <a:p>
            <a:pPr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Thematic Coding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Identifying patterns and themes in collected data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Organizing data into categories based on key themes</a:t>
            </a:r>
          </a:p>
          <a:p>
            <a:pPr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Narrative Analysis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Analyzing stories and personal accounts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Understanding the meaning behind participant narratives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Iterative Process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Ongoing analysis throughout the research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Refining understanding as new data emerges</a:t>
            </a:r>
          </a:p>
          <a:p>
            <a:pPr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Reflexivity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Constant self-reflection on the research process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   Ensuring an unbiased interpretation of findings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breeze.wav"/>
          </p:stSnd>
        </p:sndAc>
      </p:transition>
    </mc:Choice>
    <mc:Fallback>
      <p:transition spd="med">
        <p:fade/>
        <p:sndAc>
          <p:stSnd>
            <p:snd r:embed="rId3" name="breez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blue and purple spiral">
            <a:extLst>
              <a:ext uri="{FF2B5EF4-FFF2-40B4-BE49-F238E27FC236}">
                <a16:creationId xmlns:a16="http://schemas.microsoft.com/office/drawing/2014/main" id="{05B64636-376E-96D4-B550-D764B2C6A6A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2" b="202"/>
          <a:stretch/>
        </p:blipFill>
        <p:spPr>
          <a:xfrm>
            <a:off x="336550" y="336550"/>
            <a:ext cx="5303640" cy="61849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5F9A-B16D-CA49-7F40-A0142E41DC5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6889627" y="3104277"/>
            <a:ext cx="4371560" cy="3022201"/>
          </a:xfrm>
        </p:spPr>
        <p:txBody>
          <a:bodyPr/>
          <a:lstStyle/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Ethnography as a powerful tool for understanding cultures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Combines deep engagement with cultural analysis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Applicable across various disciplines and settings</a:t>
            </a:r>
          </a:p>
          <a:p>
            <a:pPr marL="285750" marR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Offers rich insights into human behaviors and social practices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DB868-BEE2-49F7-9AC5-A3B14388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35073F6-915B-31BF-C6CB-CB26A2244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910315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breeze.wav"/>
          </p:stSnd>
        </p:sndAc>
      </p:transition>
    </mc:Choice>
    <mc:Fallback>
      <p:transition spd="med">
        <p:fade/>
        <p:sndAc>
          <p:stSnd>
            <p:snd r:embed="rId3" name="breez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Prepared by: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058" y="3079119"/>
            <a:ext cx="4413250" cy="2752725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Zarnab  Sajjad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Natasha Bibi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Algerian" panose="04020705040A02060702" pitchFamily="82" charset="0"/>
              </a:rPr>
              <a:t>Malika Noor 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  <p:sndAc>
          <p:stSnd>
            <p:snd r:embed="rId3" name="breeze.wav"/>
          </p:stSnd>
        </p:sndAc>
      </p:transition>
    </mc:Choice>
    <mc:Fallback>
      <p:transition spd="med">
        <p:fade/>
        <p:sndAc>
          <p:stSnd>
            <p:snd r:embed="rId3" name="breez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115</TotalTime>
  <Words>369</Words>
  <Application>Microsoft Office PowerPoint</Application>
  <PresentationFormat>Widescreen</PresentationFormat>
  <Paragraphs>94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Arial Nova</vt:lpstr>
      <vt:lpstr>Biome</vt:lpstr>
      <vt:lpstr>Calibri</vt:lpstr>
      <vt:lpstr>Sitka Text</vt:lpstr>
      <vt:lpstr>Times New Roman</vt:lpstr>
      <vt:lpstr>Wingdings</vt:lpstr>
      <vt:lpstr>Custom</vt:lpstr>
      <vt:lpstr>ethnographic</vt:lpstr>
      <vt:lpstr>Introduction to ethnographic research</vt:lpstr>
      <vt:lpstr>What is ethnography </vt:lpstr>
      <vt:lpstr>History of ethnography</vt:lpstr>
      <vt:lpstr>Key aspects of ethnography research</vt:lpstr>
      <vt:lpstr>Ethical considerations</vt:lpstr>
      <vt:lpstr>Applications of ethnography</vt:lpstr>
      <vt:lpstr>Data analysis in ethnography</vt:lpstr>
      <vt:lpstr>Conclusion </vt:lpstr>
      <vt:lpstr>Prepared by: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2024-08-19T16:52:33Z</dcterms:created>
  <dcterms:modified xsi:type="dcterms:W3CDTF">2024-08-19T18:51:22Z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