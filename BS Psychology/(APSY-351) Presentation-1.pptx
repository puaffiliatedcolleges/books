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4/21/2024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AB8A4-6A3B-D2C7-550F-5BF9A2B33E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9673" y="56016"/>
            <a:ext cx="8423044" cy="3372983"/>
          </a:xfrm>
        </p:spPr>
        <p:txBody>
          <a:bodyPr/>
          <a:lstStyle/>
          <a:p>
            <a:r>
              <a:rPr lang="en-US" dirty="0"/>
              <a:t>Opioid </a:t>
            </a:r>
            <a:r>
              <a:rPr lang="en-US" dirty="0" err="1"/>
              <a:t>releated</a:t>
            </a:r>
            <a:r>
              <a:rPr lang="en-US" dirty="0"/>
              <a:t> disorder 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ABC7D1-B336-90D1-E231-D665723858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21856" y="337040"/>
            <a:ext cx="2304143" cy="1422817"/>
          </a:xfrm>
        </p:spPr>
        <p:txBody>
          <a:bodyPr>
            <a:normAutofit/>
          </a:bodyPr>
          <a:lstStyle/>
          <a:p>
            <a:r>
              <a:rPr lang="en-US" dirty="0"/>
              <a:t>Maryam </a:t>
            </a:r>
            <a:r>
              <a:rPr lang="en-US" dirty="0" err="1"/>
              <a:t>shakeel</a:t>
            </a:r>
            <a:r>
              <a:rPr lang="en-US" dirty="0"/>
              <a:t>.</a:t>
            </a:r>
          </a:p>
          <a:p>
            <a:r>
              <a:rPr lang="en-US" dirty="0"/>
              <a:t>Roll No 2167 </a:t>
            </a:r>
          </a:p>
          <a:p>
            <a:r>
              <a:rPr lang="en-US" dirty="0"/>
              <a:t>Psychopathology 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829E3F-C4DC-EC61-B50C-18386ACD6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941" y="3379435"/>
            <a:ext cx="5063847" cy="275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538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5A515-9CD4-15A5-8705-51E4CB035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142067"/>
            <a:ext cx="10131425" cy="3649133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OPIOID </a:t>
            </a:r>
            <a:r>
              <a:rPr lang="en-US" dirty="0" err="1"/>
              <a:t>releated</a:t>
            </a:r>
            <a:r>
              <a:rPr lang="en-US" dirty="0"/>
              <a:t> disorder </a:t>
            </a:r>
            <a:br>
              <a:rPr lang="en-US" dirty="0"/>
            </a:br>
            <a:r>
              <a:rPr lang="en-US" dirty="0"/>
              <a:t>OPIOID use disorder </a:t>
            </a:r>
            <a:br>
              <a:rPr lang="en-US" dirty="0"/>
            </a:br>
            <a:r>
              <a:rPr lang="en-US" dirty="0"/>
              <a:t>OPIOID </a:t>
            </a:r>
            <a:r>
              <a:rPr lang="en-US" dirty="0" err="1"/>
              <a:t>intoxIation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OPIOID withdrawal 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31D13C-BD51-51F4-F84B-E9C55135F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398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BF8F6-14CA-D7BC-A9D0-3F24A132C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Opioid use disorder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09284-F17B-5161-01DB-36AAC9ACB6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944" y="1604433"/>
            <a:ext cx="11056255" cy="5253567"/>
          </a:xfrm>
        </p:spPr>
        <p:txBody>
          <a:bodyPr/>
          <a:lstStyle/>
          <a:p>
            <a:r>
              <a:rPr lang="en-US" dirty="0"/>
              <a:t>A problematic pattern of opioid use leading </a:t>
            </a:r>
            <a:r>
              <a:rPr lang="en-US" dirty="0" err="1"/>
              <a:t>clinal</a:t>
            </a:r>
            <a:r>
              <a:rPr lang="en-US" dirty="0"/>
              <a:t> significance important or distress as manifested by at least two following, 12 month period .</a:t>
            </a:r>
          </a:p>
          <a:p>
            <a:r>
              <a:rPr lang="en-US" dirty="0"/>
              <a:t>11 to 12 symptoms in total  highlight someone .</a:t>
            </a:r>
          </a:p>
          <a:p>
            <a:r>
              <a:rPr lang="en-US" dirty="0"/>
              <a:t>Opioid are often taken in large amounts over a longer period than was intended. </a:t>
            </a:r>
          </a:p>
          <a:p>
            <a:r>
              <a:rPr lang="en-US" dirty="0"/>
              <a:t>Unsuccessful efforts to cut down or control opioid use </a:t>
            </a:r>
          </a:p>
          <a:p>
            <a:r>
              <a:rPr lang="en-US" dirty="0"/>
              <a:t>Craving </a:t>
            </a:r>
          </a:p>
          <a:p>
            <a:r>
              <a:rPr lang="en-US" dirty="0"/>
              <a:t>Tolerance </a:t>
            </a:r>
          </a:p>
          <a:p>
            <a:r>
              <a:rPr lang="en-US" dirty="0"/>
              <a:t>Withdrawal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234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2C676-8767-6F6B-6DAC-ECAA617A1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F46C8F8-6F14-277C-69F6-740B5CA48D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3853" y="429209"/>
            <a:ext cx="10737461" cy="6027576"/>
          </a:xfrm>
        </p:spPr>
      </p:pic>
    </p:spTree>
    <p:extLst>
      <p:ext uri="{BB962C8B-B14F-4D97-AF65-F5344CB8AC3E}">
        <p14:creationId xmlns:p14="http://schemas.microsoft.com/office/powerpoint/2010/main" val="3883406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E602B-EB46-2E50-81C0-AD56EB356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Opioid intoxication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45DA6-7C51-1D67-19B6-E702178CB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Recent use of an opioid .</a:t>
            </a:r>
          </a:p>
          <a:p>
            <a:r>
              <a:rPr lang="en-US" dirty="0"/>
              <a:t>Clinically significant problematic behavioral and psychological changes that develop occurs or shortly after opioid use .</a:t>
            </a:r>
          </a:p>
          <a:p>
            <a:r>
              <a:rPr lang="en-US" dirty="0"/>
              <a:t>Drowsiness or coma.</a:t>
            </a:r>
          </a:p>
          <a:p>
            <a:r>
              <a:rPr lang="en-US" dirty="0"/>
              <a:t>Slurred speech .</a:t>
            </a:r>
          </a:p>
          <a:p>
            <a:r>
              <a:rPr lang="en-US" dirty="0"/>
              <a:t>Impairment in attention or memory .</a:t>
            </a:r>
          </a:p>
          <a:p>
            <a:r>
              <a:rPr lang="en-US" dirty="0"/>
              <a:t>The sign and symptoms are not attributable to another condition or intonation with another substance.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686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01DDD-AA13-AC65-6B6D-3B367934A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2A496FA-4BD3-9263-6394-D85710A107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4978" y="609600"/>
            <a:ext cx="10131425" cy="5905417"/>
          </a:xfrm>
        </p:spPr>
      </p:pic>
    </p:spTree>
    <p:extLst>
      <p:ext uri="{BB962C8B-B14F-4D97-AF65-F5344CB8AC3E}">
        <p14:creationId xmlns:p14="http://schemas.microsoft.com/office/powerpoint/2010/main" val="1352906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A2641-D18B-5CDC-DA56-53F42484E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OPIOID WITHDRAWAL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3F0B4-9262-704E-F492-BF330035C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9310913" cy="3649133"/>
          </a:xfrm>
        </p:spPr>
        <p:txBody>
          <a:bodyPr/>
          <a:lstStyle/>
          <a:p>
            <a:r>
              <a:rPr lang="en-US" dirty="0"/>
              <a:t>Presence of either of the following. </a:t>
            </a:r>
          </a:p>
          <a:p>
            <a:r>
              <a:rPr lang="en-US" dirty="0"/>
              <a:t>Cessation  of an opioid  use that has been heavy and prolonged .</a:t>
            </a:r>
          </a:p>
          <a:p>
            <a:r>
              <a:rPr lang="en-US" dirty="0" err="1"/>
              <a:t>physicalogical</a:t>
            </a:r>
            <a:r>
              <a:rPr lang="en-US" dirty="0"/>
              <a:t>  am d psychological symptoms. </a:t>
            </a:r>
          </a:p>
          <a:p>
            <a:r>
              <a:rPr lang="en-US" dirty="0"/>
              <a:t>Administration of an opioid antagonist  after a period use .</a:t>
            </a:r>
          </a:p>
          <a:p>
            <a:r>
              <a:rPr lang="en-US" dirty="0" err="1"/>
              <a:t>Dsyphoric</a:t>
            </a:r>
            <a:r>
              <a:rPr lang="en-US" dirty="0"/>
              <a:t> mood </a:t>
            </a:r>
          </a:p>
          <a:p>
            <a:r>
              <a:rPr lang="en-US" dirty="0"/>
              <a:t>Muscle ache .</a:t>
            </a:r>
          </a:p>
          <a:p>
            <a:r>
              <a:rPr lang="en-US" dirty="0"/>
              <a:t>Vomiting </a:t>
            </a:r>
          </a:p>
          <a:p>
            <a:r>
              <a:rPr lang="en-US" dirty="0"/>
              <a:t>Fever ,sweating </a:t>
            </a:r>
            <a:r>
              <a:rPr lang="en-US" dirty="0" err="1"/>
              <a:t>etc</a:t>
            </a:r>
            <a:r>
              <a:rPr lang="en-US" dirty="0"/>
              <a:t> .</a:t>
            </a:r>
          </a:p>
        </p:txBody>
      </p:sp>
    </p:spTree>
    <p:extLst>
      <p:ext uri="{BB962C8B-B14F-4D97-AF65-F5344CB8AC3E}">
        <p14:creationId xmlns:p14="http://schemas.microsoft.com/office/powerpoint/2010/main" val="632323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02F3B-132B-C431-E33E-54CA5B81E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AD13E78-50C1-0BE4-3484-CC97EBB56B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2" y="609600"/>
            <a:ext cx="10308770" cy="5638801"/>
          </a:xfrm>
        </p:spPr>
      </p:pic>
    </p:spTree>
    <p:extLst>
      <p:ext uri="{BB962C8B-B14F-4D97-AF65-F5344CB8AC3E}">
        <p14:creationId xmlns:p14="http://schemas.microsoft.com/office/powerpoint/2010/main" val="2899845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7CF13-FC72-8FAA-CACD-16AAD07B9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Duration. And symptoms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BDDB2C3-4EE5-7099-8E09-9F007420CF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8000" y="2065868"/>
            <a:ext cx="10704286" cy="4411132"/>
          </a:xfrm>
        </p:spPr>
      </p:pic>
    </p:spTree>
    <p:extLst>
      <p:ext uri="{BB962C8B-B14F-4D97-AF65-F5344CB8AC3E}">
        <p14:creationId xmlns:p14="http://schemas.microsoft.com/office/powerpoint/2010/main" val="2158608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Celestial</vt:lpstr>
      <vt:lpstr>Opioid releated disorder  </vt:lpstr>
      <vt:lpstr>OPIOID releated disorder  OPIOID use disorder  OPIOID intoxIation  OPIOID withdrawal  </vt:lpstr>
      <vt:lpstr>Opioid use disorder </vt:lpstr>
      <vt:lpstr>PowerPoint Presentation</vt:lpstr>
      <vt:lpstr>Opioid intoxication</vt:lpstr>
      <vt:lpstr>PowerPoint Presentation</vt:lpstr>
      <vt:lpstr>OPIOID WITHDRAWAL </vt:lpstr>
      <vt:lpstr>PowerPoint Presentation</vt:lpstr>
      <vt:lpstr>Duration. And symptoms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Opioid releated disorder  </dc:title>
  <dc:creator>akhauzi@gmail.com</dc:creator>
  <cp:lastModifiedBy>akhauzi@gmail.com</cp:lastModifiedBy>
  <cp:revision>5</cp:revision>
  <dcterms:created xsi:type="dcterms:W3CDTF">2024-04-21T13:19:30Z</dcterms:created>
  <dcterms:modified xsi:type="dcterms:W3CDTF">2024-04-21T15:55:29Z</dcterms:modified>
</cp:coreProperties>
</file>