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2"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9" autoAdjust="0"/>
    <p:restoredTop sz="94660"/>
  </p:normalViewPr>
  <p:slideViewPr>
    <p:cSldViewPr snapToGrid="0">
      <p:cViewPr varScale="1">
        <p:scale>
          <a:sx n="76" d="100"/>
          <a:sy n="76" d="100"/>
        </p:scale>
        <p:origin x="126" y="7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70181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06789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97426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96705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34430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4/17/2024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26693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4/17/2024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71121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27491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17719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26200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468091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929269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3426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256192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549174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5217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4/17/2024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07216877"/>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t>DI-322 Web Technologies</a:t>
            </a:r>
            <a:br>
              <a:rPr lang="en-US" dirty="0"/>
            </a:br>
            <a:br>
              <a:rPr lang="en-US" dirty="0"/>
            </a:br>
            <a:endParaRPr lang="en-US" dirty="0"/>
          </a:p>
        </p:txBody>
      </p:sp>
      <p:sp>
        <p:nvSpPr>
          <p:cNvPr id="3" name="Subtitle 2"/>
          <p:cNvSpPr>
            <a:spLocks noGrp="1"/>
          </p:cNvSpPr>
          <p:nvPr>
            <p:ph type="subTitle" idx="1"/>
          </p:nvPr>
        </p:nvSpPr>
        <p:spPr>
          <a:xfrm>
            <a:off x="2589214" y="4440240"/>
            <a:ext cx="8915399" cy="1126283"/>
          </a:xfrm>
        </p:spPr>
        <p:txBody>
          <a:bodyPr/>
          <a:lstStyle/>
          <a:p>
            <a:pPr fontAlgn="base"/>
            <a:r>
              <a:rPr lang="en-US" b="1" dirty="0"/>
              <a:t>Approaches to Web Application Development:</a:t>
            </a:r>
            <a:endParaRPr lang="en-US" dirty="0"/>
          </a:p>
        </p:txBody>
      </p:sp>
    </p:spTree>
    <p:extLst>
      <p:ext uri="{BB962C8B-B14F-4D97-AF65-F5344CB8AC3E}">
        <p14:creationId xmlns:p14="http://schemas.microsoft.com/office/powerpoint/2010/main" val="2977619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31" y="0"/>
            <a:ext cx="10560771" cy="1280890"/>
          </a:xfrm>
        </p:spPr>
        <p:txBody>
          <a:bodyPr>
            <a:normAutofit fontScale="90000"/>
          </a:bodyPr>
          <a:lstStyle/>
          <a:p>
            <a:r>
              <a:rPr lang="en-US" b="1" dirty="0"/>
              <a:t>Approaches to Web Application Development:</a:t>
            </a:r>
            <a:br>
              <a:rPr lang="en-US" dirty="0"/>
            </a:br>
            <a:endParaRPr lang="en-US" dirty="0"/>
          </a:p>
        </p:txBody>
      </p:sp>
      <p:sp>
        <p:nvSpPr>
          <p:cNvPr id="3" name="Content Placeholder 2"/>
          <p:cNvSpPr>
            <a:spLocks noGrp="1"/>
          </p:cNvSpPr>
          <p:nvPr>
            <p:ph idx="1"/>
          </p:nvPr>
        </p:nvSpPr>
        <p:spPr>
          <a:xfrm>
            <a:off x="739037" y="640445"/>
            <a:ext cx="11573833" cy="6035928"/>
          </a:xfrm>
        </p:spPr>
        <p:txBody>
          <a:bodyPr>
            <a:normAutofit/>
          </a:bodyPr>
          <a:lstStyle/>
          <a:p>
            <a:pPr marL="0" indent="0">
              <a:buNone/>
            </a:pPr>
            <a:r>
              <a:rPr lang="en-US" b="1" dirty="0"/>
              <a:t>		Programing in any Scripting language:</a:t>
            </a:r>
          </a:p>
          <a:p>
            <a:pPr marL="0" indent="0">
              <a:buNone/>
            </a:pPr>
            <a:endParaRPr lang="en-US" b="1" dirty="0"/>
          </a:p>
          <a:p>
            <a:r>
              <a:rPr lang="en-US" b="1" dirty="0"/>
              <a:t>Traditional Server-Side Scripting:</a:t>
            </a:r>
            <a:r>
              <a:rPr lang="en-US" dirty="0"/>
              <a:t> Utilizes languages like PHP, Python (with frameworks like Django or Flask), Ruby (with Ruby on Rails), etc., to generate dynamic content on the server before sending it to the client's browser.</a:t>
            </a:r>
          </a:p>
          <a:p>
            <a:endParaRPr lang="en-US" dirty="0"/>
          </a:p>
          <a:p>
            <a:r>
              <a:rPr lang="en-US" b="1" dirty="0"/>
              <a:t>Client-Side Scripting:</a:t>
            </a:r>
            <a:r>
              <a:rPr lang="en-US" dirty="0"/>
              <a:t> Employs languages such as JavaScript to execute code directly within the browser, enhancing user interactivity and responsiveness.</a:t>
            </a:r>
          </a:p>
          <a:p>
            <a:endParaRPr lang="en-US" dirty="0"/>
          </a:p>
          <a:p>
            <a:r>
              <a:rPr lang="en-US" b="1" dirty="0"/>
              <a:t>Single Page Applications (SPAs):</a:t>
            </a:r>
            <a:r>
              <a:rPr lang="en-US" dirty="0"/>
              <a:t> Utilizes JavaScript frameworks like React, Angular, or Vue.js to build highly interactive applications that render dynamically within a single web page, reducing server load and improving user experience.</a:t>
            </a:r>
          </a:p>
          <a:p>
            <a:endParaRPr lang="en-US" dirty="0"/>
          </a:p>
          <a:p>
            <a:r>
              <a:rPr lang="en-US" b="1" dirty="0" err="1"/>
              <a:t>Microservices</a:t>
            </a:r>
            <a:r>
              <a:rPr lang="en-US" b="1" dirty="0"/>
              <a:t> Architecture:</a:t>
            </a:r>
            <a:r>
              <a:rPr lang="en-US" dirty="0"/>
              <a:t> Decomposes applications into smaller, independent deployable services, each responsible for specific functions, offering scalability and flexibility.</a:t>
            </a:r>
          </a:p>
          <a:p>
            <a:pPr marL="457200" lvl="1" indent="0">
              <a:buNone/>
            </a:pPr>
            <a:endParaRPr lang="en-US" dirty="0"/>
          </a:p>
        </p:txBody>
      </p:sp>
    </p:spTree>
    <p:extLst>
      <p:ext uri="{BB962C8B-B14F-4D97-AF65-F5344CB8AC3E}">
        <p14:creationId xmlns:p14="http://schemas.microsoft.com/office/powerpoint/2010/main" val="2453084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31" y="0"/>
            <a:ext cx="10560771" cy="1280890"/>
          </a:xfrm>
        </p:spPr>
        <p:txBody>
          <a:bodyPr>
            <a:normAutofit fontScale="90000"/>
          </a:bodyPr>
          <a:lstStyle/>
          <a:p>
            <a:r>
              <a:rPr lang="en-US" b="1" dirty="0"/>
              <a:t>Approaches to Web Application Development:</a:t>
            </a:r>
            <a:br>
              <a:rPr lang="en-US" dirty="0"/>
            </a:br>
            <a:endParaRPr lang="en-US" dirty="0"/>
          </a:p>
        </p:txBody>
      </p:sp>
      <p:sp>
        <p:nvSpPr>
          <p:cNvPr id="3" name="Content Placeholder 2"/>
          <p:cNvSpPr>
            <a:spLocks noGrp="1"/>
          </p:cNvSpPr>
          <p:nvPr>
            <p:ph idx="1"/>
          </p:nvPr>
        </p:nvSpPr>
        <p:spPr>
          <a:xfrm>
            <a:off x="1510360" y="640445"/>
            <a:ext cx="10681640" cy="6035928"/>
          </a:xfrm>
        </p:spPr>
        <p:txBody>
          <a:bodyPr>
            <a:normAutofit/>
          </a:bodyPr>
          <a:lstStyle/>
          <a:p>
            <a:pPr marL="0" indent="0">
              <a:buNone/>
            </a:pPr>
            <a:r>
              <a:rPr lang="en-US" b="1" dirty="0"/>
              <a:t>Search Technologies and Search Engine Optimization (SEO):</a:t>
            </a:r>
          </a:p>
          <a:p>
            <a:r>
              <a:rPr lang="en-US" b="1" dirty="0"/>
              <a:t>Search Technologies:</a:t>
            </a:r>
            <a:r>
              <a:rPr lang="en-US" dirty="0"/>
              <a:t> Include algorithms and tools used to index and retrieve information from the web. Major components include web crawlers, indexing algorithms, and search query processing.</a:t>
            </a:r>
          </a:p>
          <a:p>
            <a:r>
              <a:rPr lang="en-US" b="1" dirty="0"/>
              <a:t>Search Engine Optimization (SEO):</a:t>
            </a:r>
            <a:r>
              <a:rPr lang="en-US" dirty="0"/>
              <a:t> Refers to techniques used to optimize web content to improve its visibility and ranking in search engine results. Key strategies include keyword research, on-page optimization (meta tags, content optimization), off-page optimization (link building), and technical SEO (site speed, mobile-friendliness).</a:t>
            </a:r>
          </a:p>
          <a:p>
            <a:pPr marL="457200" lvl="1" indent="0">
              <a:buNone/>
            </a:pPr>
            <a:endParaRPr lang="en-US" dirty="0"/>
          </a:p>
        </p:txBody>
      </p:sp>
    </p:spTree>
    <p:extLst>
      <p:ext uri="{BB962C8B-B14F-4D97-AF65-F5344CB8AC3E}">
        <p14:creationId xmlns:p14="http://schemas.microsoft.com/office/powerpoint/2010/main" val="266250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31" y="0"/>
            <a:ext cx="10560771" cy="1280890"/>
          </a:xfrm>
        </p:spPr>
        <p:txBody>
          <a:bodyPr>
            <a:normAutofit fontScale="90000"/>
          </a:bodyPr>
          <a:lstStyle/>
          <a:p>
            <a:r>
              <a:rPr lang="en-US" b="1" dirty="0"/>
              <a:t>Approaches to Web Application Development:</a:t>
            </a:r>
            <a:br>
              <a:rPr lang="en-US" dirty="0"/>
            </a:br>
            <a:endParaRPr lang="en-US" dirty="0"/>
          </a:p>
        </p:txBody>
      </p:sp>
      <p:sp>
        <p:nvSpPr>
          <p:cNvPr id="3" name="Content Placeholder 2"/>
          <p:cNvSpPr>
            <a:spLocks noGrp="1"/>
          </p:cNvSpPr>
          <p:nvPr>
            <p:ph idx="1"/>
          </p:nvPr>
        </p:nvSpPr>
        <p:spPr>
          <a:xfrm>
            <a:off x="1510360" y="640445"/>
            <a:ext cx="10681640" cy="6035928"/>
          </a:xfrm>
        </p:spPr>
        <p:txBody>
          <a:bodyPr>
            <a:normAutofit/>
          </a:bodyPr>
          <a:lstStyle/>
          <a:p>
            <a:pPr marL="0" indent="0">
              <a:buNone/>
            </a:pPr>
            <a:r>
              <a:rPr lang="en-US" b="1" dirty="0"/>
              <a:t>XML Query Language:</a:t>
            </a:r>
          </a:p>
          <a:p>
            <a:r>
              <a:rPr lang="en-US" dirty="0"/>
              <a:t>XML (Extensible Markup Language) provides a </a:t>
            </a:r>
            <a:r>
              <a:rPr lang="en-US" b="1" dirty="0"/>
              <a:t>structured</a:t>
            </a:r>
            <a:r>
              <a:rPr lang="en-US" dirty="0"/>
              <a:t> way to represent and store data.</a:t>
            </a:r>
          </a:p>
          <a:p>
            <a:r>
              <a:rPr lang="en-US" dirty="0"/>
              <a:t>XML Query Language, such as </a:t>
            </a:r>
            <a:r>
              <a:rPr lang="en-US" b="1" dirty="0"/>
              <a:t>XPath</a:t>
            </a:r>
            <a:r>
              <a:rPr lang="en-US" dirty="0"/>
              <a:t> and </a:t>
            </a:r>
            <a:r>
              <a:rPr lang="en-US" b="1" dirty="0"/>
              <a:t>XQuery</a:t>
            </a:r>
            <a:r>
              <a:rPr lang="en-US" dirty="0"/>
              <a:t>, enables querying and extracting specific data from </a:t>
            </a:r>
            <a:r>
              <a:rPr lang="en-US" b="1" dirty="0"/>
              <a:t>XML documents</a:t>
            </a:r>
            <a:r>
              <a:rPr lang="en-US" dirty="0"/>
              <a:t>.</a:t>
            </a:r>
          </a:p>
          <a:p>
            <a:r>
              <a:rPr lang="en-US" dirty="0"/>
              <a:t>XPath allows for navigation through elements and attributes in an XML document using path expressions.</a:t>
            </a:r>
          </a:p>
          <a:p>
            <a:r>
              <a:rPr lang="en-US" dirty="0"/>
              <a:t>XQuery is a powerful language for querying and transforming XML data, supporting complex operations like filtering, sorting, and joining.</a:t>
            </a:r>
          </a:p>
          <a:p>
            <a:pPr marL="457200" lvl="1" indent="0">
              <a:buNone/>
            </a:pPr>
            <a:endParaRPr lang="en-US" dirty="0"/>
          </a:p>
        </p:txBody>
      </p:sp>
    </p:spTree>
    <p:extLst>
      <p:ext uri="{BB962C8B-B14F-4D97-AF65-F5344CB8AC3E}">
        <p14:creationId xmlns:p14="http://schemas.microsoft.com/office/powerpoint/2010/main" val="4167787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31" y="0"/>
            <a:ext cx="10560771" cy="1280890"/>
          </a:xfrm>
        </p:spPr>
        <p:txBody>
          <a:bodyPr>
            <a:normAutofit fontScale="90000"/>
          </a:bodyPr>
          <a:lstStyle/>
          <a:p>
            <a:r>
              <a:rPr lang="en-US" b="1" dirty="0"/>
              <a:t>Approaches to Web Application Development:</a:t>
            </a:r>
            <a:br>
              <a:rPr lang="en-US" dirty="0"/>
            </a:br>
            <a:endParaRPr lang="en-US" dirty="0"/>
          </a:p>
        </p:txBody>
      </p:sp>
      <p:sp>
        <p:nvSpPr>
          <p:cNvPr id="3" name="Content Placeholder 2"/>
          <p:cNvSpPr>
            <a:spLocks noGrp="1"/>
          </p:cNvSpPr>
          <p:nvPr>
            <p:ph idx="1"/>
          </p:nvPr>
        </p:nvSpPr>
        <p:spPr>
          <a:xfrm>
            <a:off x="1510360" y="640445"/>
            <a:ext cx="10681640" cy="6035928"/>
          </a:xfrm>
        </p:spPr>
        <p:txBody>
          <a:bodyPr>
            <a:normAutofit/>
          </a:bodyPr>
          <a:lstStyle/>
          <a:p>
            <a:r>
              <a:rPr lang="en-US" b="1" dirty="0"/>
              <a:t>Semantic Web:</a:t>
            </a:r>
            <a:endParaRPr lang="en-US" dirty="0"/>
          </a:p>
          <a:p>
            <a:pPr lvl="1"/>
            <a:r>
              <a:rPr lang="en-US" dirty="0"/>
              <a:t>The Semantic Web is an extension of the World Wide Web that aims to make web content machine-readable and interpretable.</a:t>
            </a:r>
          </a:p>
          <a:p>
            <a:pPr lvl="1"/>
            <a:r>
              <a:rPr lang="en-US" dirty="0"/>
              <a:t>It involves adding metadata and semantic markup to web resources to facilitate better understanding by machines.</a:t>
            </a:r>
          </a:p>
          <a:p>
            <a:pPr lvl="1"/>
            <a:r>
              <a:rPr lang="en-US" dirty="0"/>
              <a:t>Technologies like RDF (Resource Description Framework), OWL (Web Ontology Language), and SPARQL (SPARQL Protocol and RDF Query Language) are used to represent, define, and query semantic data on the web.</a:t>
            </a:r>
          </a:p>
          <a:p>
            <a:pPr marL="457200" lvl="1" indent="0">
              <a:buNone/>
            </a:pPr>
            <a:endParaRPr lang="en-US" dirty="0"/>
          </a:p>
        </p:txBody>
      </p:sp>
    </p:spTree>
    <p:extLst>
      <p:ext uri="{BB962C8B-B14F-4D97-AF65-F5344CB8AC3E}">
        <p14:creationId xmlns:p14="http://schemas.microsoft.com/office/powerpoint/2010/main" val="1835875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231" y="0"/>
            <a:ext cx="10560771" cy="1280890"/>
          </a:xfrm>
        </p:spPr>
        <p:txBody>
          <a:bodyPr>
            <a:normAutofit fontScale="90000"/>
          </a:bodyPr>
          <a:lstStyle/>
          <a:p>
            <a:r>
              <a:rPr lang="en-US" b="1" dirty="0"/>
              <a:t>Approaches to Web Application Development:</a:t>
            </a:r>
            <a:br>
              <a:rPr lang="en-US" dirty="0"/>
            </a:br>
            <a:endParaRPr lang="en-US" dirty="0"/>
          </a:p>
        </p:txBody>
      </p:sp>
      <p:sp>
        <p:nvSpPr>
          <p:cNvPr id="3" name="Content Placeholder 2"/>
          <p:cNvSpPr>
            <a:spLocks noGrp="1"/>
          </p:cNvSpPr>
          <p:nvPr>
            <p:ph idx="1"/>
          </p:nvPr>
        </p:nvSpPr>
        <p:spPr>
          <a:xfrm>
            <a:off x="1510360" y="640445"/>
            <a:ext cx="10681640" cy="6035928"/>
          </a:xfrm>
        </p:spPr>
        <p:txBody>
          <a:bodyPr>
            <a:normAutofit/>
          </a:bodyPr>
          <a:lstStyle/>
          <a:p>
            <a:pPr marL="0" indent="0">
              <a:buNone/>
            </a:pPr>
            <a:r>
              <a:rPr lang="en-US" b="1" dirty="0"/>
              <a:t>Future Web Application Framework:</a:t>
            </a:r>
          </a:p>
          <a:p>
            <a:r>
              <a:rPr lang="en-US" b="1" dirty="0"/>
              <a:t>Progressive Web Apps (PWAs):</a:t>
            </a:r>
            <a:r>
              <a:rPr lang="en-US" dirty="0"/>
              <a:t> Web applications that leverage modern web capabilities to provide a native app-like experience across different devices and platforms.</a:t>
            </a:r>
          </a:p>
          <a:p>
            <a:r>
              <a:rPr lang="en-US" b="1" dirty="0" err="1"/>
              <a:t>Serverless</a:t>
            </a:r>
            <a:r>
              <a:rPr lang="en-US" b="1" dirty="0"/>
              <a:t> Architecture:</a:t>
            </a:r>
            <a:r>
              <a:rPr lang="en-US" dirty="0"/>
              <a:t> Where applications are built and deployed without the need to manage servers, offering scalability and cost-efficiency.</a:t>
            </a:r>
          </a:p>
          <a:p>
            <a:r>
              <a:rPr lang="en-US" b="1" dirty="0"/>
              <a:t>AI and Machine Learning Integration:</a:t>
            </a:r>
            <a:r>
              <a:rPr lang="en-US" dirty="0"/>
              <a:t> Integrating AI and ML technologies to enhance user experiences, personalize content, and automate tasks within web applications.</a:t>
            </a:r>
          </a:p>
          <a:p>
            <a:pPr marL="457200" lvl="1" indent="0">
              <a:buNone/>
            </a:pPr>
            <a:endParaRPr lang="en-US" dirty="0"/>
          </a:p>
        </p:txBody>
      </p:sp>
    </p:spTree>
    <p:extLst>
      <p:ext uri="{BB962C8B-B14F-4D97-AF65-F5344CB8AC3E}">
        <p14:creationId xmlns:p14="http://schemas.microsoft.com/office/powerpoint/2010/main" val="20389652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380</TotalTime>
  <Words>512</Words>
  <Application>Microsoft Office PowerPoint</Application>
  <PresentationFormat>Widescreen</PresentationFormat>
  <Paragraphs>32</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Century Gothic</vt:lpstr>
      <vt:lpstr>Wingdings 3</vt:lpstr>
      <vt:lpstr>Wisp</vt:lpstr>
      <vt:lpstr>DI-322 Web Technologies  </vt:lpstr>
      <vt:lpstr>Approaches to Web Application Development: </vt:lpstr>
      <vt:lpstr>Approaches to Web Application Development: </vt:lpstr>
      <vt:lpstr>Approaches to Web Application Development: </vt:lpstr>
      <vt:lpstr>Approaches to Web Application Development: </vt:lpstr>
      <vt:lpstr>Approaches to Web Application Development: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DI-322 Web Technologies</dc:title>
  <dc:creator>Kamran</dc:creator>
  <cp:lastModifiedBy>User</cp:lastModifiedBy>
  <cp:revision>26</cp:revision>
  <dcterms:created xsi:type="dcterms:W3CDTF">2024-03-18T23:56:23Z</dcterms:created>
  <dcterms:modified xsi:type="dcterms:W3CDTF">2024-04-17T07:08:28Z</dcterms:modified>
</cp:coreProperties>
</file>