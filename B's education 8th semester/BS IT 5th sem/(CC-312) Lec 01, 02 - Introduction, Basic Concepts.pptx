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 id="2147483672" r:id="rId6"/>
    <p:sldMasterId id="214748367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Lst>
  <p:sldSz cy="6858000" cx="9144000"/>
  <p:notesSz cx="6858000" cy="9144000"/>
  <p:embeddedFontLst>
    <p:embeddedFont>
      <p:font typeface="Tahoma"/>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2.xml"/><Relationship Id="rId41" Type="http://schemas.openxmlformats.org/officeDocument/2006/relationships/font" Target="fonts/Tahoma-bold.fntdata"/><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slide" Target="slides/slide31.xml"/><Relationship Id="rId16" Type="http://schemas.openxmlformats.org/officeDocument/2006/relationships/slide" Target="slides/slide8.xml"/><Relationship Id="rId38" Type="http://schemas.openxmlformats.org/officeDocument/2006/relationships/slide" Target="slides/slide30.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rgbClr val="000000"/>
                </a:solidFill>
                <a:latin typeface="Tahoma"/>
                <a:ea typeface="Tahoma"/>
                <a:cs typeface="Tahoma"/>
                <a:sym typeface="Tahoma"/>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7" name="Google Shape;19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ahoma"/>
              <a:buNone/>
            </a:pPr>
            <a:fld id="{00000000-1234-1234-1234-123412341234}" type="slidenum">
              <a:rPr b="0" i="0" lang="en-US" sz="2400" u="none">
                <a:solidFill>
                  <a:srgbClr val="000000"/>
                </a:solidFill>
                <a:latin typeface="Tahoma"/>
                <a:ea typeface="Tahoma"/>
                <a:cs typeface="Tahoma"/>
                <a:sym typeface="Tahoma"/>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Twenty-Five Hundred years ago, Sun Tzu wrote this classic book of military strategy based on Chinese warfare and military thought. Since that time, all levels of military have used the teaching on Sun Tzu to warfare and civilization have adapted these teachings for use in politics, business and everyday life. The Art of War is a book which should be used to gain advantage of opponents in the boardroom and battlefield alike.</a:t>
            </a:r>
            <a:endParaRPr/>
          </a:p>
        </p:txBody>
      </p:sp>
      <p:sp>
        <p:nvSpPr>
          <p:cNvPr id="212" name="Google Shape;212;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7" name="Google Shape;31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2"/>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25" name="Google Shape;25;p2"/>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algn="l">
              <a:lnSpc>
                <a:spcPct val="100000"/>
              </a:lnSpc>
              <a:spcBef>
                <a:spcPts val="0"/>
              </a:spcBef>
              <a:spcAft>
                <a:spcPts val="0"/>
              </a:spcAft>
              <a:buNone/>
              <a:defRPr b="0" i="0" sz="2400" u="none">
                <a:solidFill>
                  <a:schemeClr val="dk1"/>
                </a:solidFill>
                <a:latin typeface="Tahoma"/>
                <a:ea typeface="Tahoma"/>
                <a:cs typeface="Tahoma"/>
                <a:sym typeface="Tahoma"/>
              </a:defRPr>
            </a:lvl1pPr>
            <a:lvl2pPr indent="0" lvl="1" marL="0" algn="l">
              <a:lnSpc>
                <a:spcPct val="100000"/>
              </a:lnSpc>
              <a:spcBef>
                <a:spcPts val="0"/>
              </a:spcBef>
              <a:spcAft>
                <a:spcPts val="0"/>
              </a:spcAft>
              <a:buNone/>
              <a:defRPr b="0" i="0" sz="2400" u="none">
                <a:solidFill>
                  <a:schemeClr val="dk1"/>
                </a:solidFill>
                <a:latin typeface="Tahoma"/>
                <a:ea typeface="Tahoma"/>
                <a:cs typeface="Tahoma"/>
                <a:sym typeface="Tahoma"/>
              </a:defRPr>
            </a:lvl2pPr>
            <a:lvl3pPr indent="0" lvl="2" marL="0" algn="l">
              <a:lnSpc>
                <a:spcPct val="100000"/>
              </a:lnSpc>
              <a:spcBef>
                <a:spcPts val="0"/>
              </a:spcBef>
              <a:spcAft>
                <a:spcPts val="0"/>
              </a:spcAft>
              <a:buNone/>
              <a:defRPr b="0" i="0" sz="2400" u="none">
                <a:solidFill>
                  <a:schemeClr val="dk1"/>
                </a:solidFill>
                <a:latin typeface="Tahoma"/>
                <a:ea typeface="Tahoma"/>
                <a:cs typeface="Tahoma"/>
                <a:sym typeface="Tahoma"/>
              </a:defRPr>
            </a:lvl3pPr>
            <a:lvl4pPr indent="0" lvl="3" marL="0" algn="l">
              <a:lnSpc>
                <a:spcPct val="100000"/>
              </a:lnSpc>
              <a:spcBef>
                <a:spcPts val="0"/>
              </a:spcBef>
              <a:spcAft>
                <a:spcPts val="0"/>
              </a:spcAft>
              <a:buNone/>
              <a:defRPr b="0" i="0" sz="2400" u="none">
                <a:solidFill>
                  <a:schemeClr val="dk1"/>
                </a:solidFill>
                <a:latin typeface="Tahoma"/>
                <a:ea typeface="Tahoma"/>
                <a:cs typeface="Tahoma"/>
                <a:sym typeface="Tahoma"/>
              </a:defRPr>
            </a:lvl4pPr>
            <a:lvl5pPr indent="0" lvl="4" marL="0" algn="l">
              <a:lnSpc>
                <a:spcPct val="100000"/>
              </a:lnSpc>
              <a:spcBef>
                <a:spcPts val="0"/>
              </a:spcBef>
              <a:spcAft>
                <a:spcPts val="0"/>
              </a:spcAft>
              <a:buNone/>
              <a:defRPr b="0" i="0" sz="2400" u="none">
                <a:solidFill>
                  <a:schemeClr val="dk1"/>
                </a:solidFill>
                <a:latin typeface="Tahoma"/>
                <a:ea typeface="Tahoma"/>
                <a:cs typeface="Tahoma"/>
                <a:sym typeface="Tahoma"/>
              </a:defRPr>
            </a:lvl5pPr>
            <a:lvl6pPr indent="0" lvl="5" marL="0" algn="l">
              <a:lnSpc>
                <a:spcPct val="100000"/>
              </a:lnSpc>
              <a:spcBef>
                <a:spcPts val="0"/>
              </a:spcBef>
              <a:spcAft>
                <a:spcPts val="0"/>
              </a:spcAft>
              <a:buNone/>
              <a:defRPr b="0" i="0" sz="2400" u="none">
                <a:solidFill>
                  <a:schemeClr val="dk1"/>
                </a:solidFill>
                <a:latin typeface="Tahoma"/>
                <a:ea typeface="Tahoma"/>
                <a:cs typeface="Tahoma"/>
                <a:sym typeface="Tahoma"/>
              </a:defRPr>
            </a:lvl6pPr>
            <a:lvl7pPr indent="0" lvl="6" marL="0" algn="l">
              <a:lnSpc>
                <a:spcPct val="100000"/>
              </a:lnSpc>
              <a:spcBef>
                <a:spcPts val="0"/>
              </a:spcBef>
              <a:spcAft>
                <a:spcPts val="0"/>
              </a:spcAft>
              <a:buNone/>
              <a:defRPr b="0" i="0" sz="2400" u="none">
                <a:solidFill>
                  <a:schemeClr val="dk1"/>
                </a:solidFill>
                <a:latin typeface="Tahoma"/>
                <a:ea typeface="Tahoma"/>
                <a:cs typeface="Tahoma"/>
                <a:sym typeface="Tahoma"/>
              </a:defRPr>
            </a:lvl7pPr>
            <a:lvl8pPr indent="0" lvl="7" marL="0" algn="l">
              <a:lnSpc>
                <a:spcPct val="100000"/>
              </a:lnSpc>
              <a:spcBef>
                <a:spcPts val="0"/>
              </a:spcBef>
              <a:spcAft>
                <a:spcPts val="0"/>
              </a:spcAft>
              <a:buNone/>
              <a:defRPr b="0" i="0" sz="2400" u="none">
                <a:solidFill>
                  <a:schemeClr val="dk1"/>
                </a:solidFill>
                <a:latin typeface="Tahoma"/>
                <a:ea typeface="Tahoma"/>
                <a:cs typeface="Tahoma"/>
                <a:sym typeface="Tahoma"/>
              </a:defRPr>
            </a:lvl8pPr>
            <a:lvl9pPr indent="0" lvl="8" marL="0" algn="l">
              <a:lnSpc>
                <a:spcPct val="100000"/>
              </a:lnSpc>
              <a:spcBef>
                <a:spcPts val="0"/>
              </a:spcBef>
              <a:spcAft>
                <a:spcPts val="0"/>
              </a:spcAft>
              <a:buNone/>
              <a:defRPr b="0" i="0" sz="2400" u="none">
                <a:solidFill>
                  <a:schemeClr val="dk1"/>
                </a:solidFill>
                <a:latin typeface="Tahoma"/>
                <a:ea typeface="Tahoma"/>
                <a:cs typeface="Tahoma"/>
                <a:sym typeface="Tahoma"/>
              </a:defRPr>
            </a:lvl9p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1" name="Shape 41"/>
        <p:cNvGrpSpPr/>
        <p:nvPr/>
      </p:nvGrpSpPr>
      <p:grpSpPr>
        <a:xfrm>
          <a:off x="0" y="0"/>
          <a:ext cx="0" cy="0"/>
          <a:chOff x="0" y="0"/>
          <a:chExt cx="0" cy="0"/>
        </a:xfrm>
      </p:grpSpPr>
      <p:sp>
        <p:nvSpPr>
          <p:cNvPr id="42" name="Google Shape;42;p4"/>
          <p:cNvSpPr txBox="1"/>
          <p:nvPr>
            <p:ph type="title"/>
          </p:nvPr>
        </p:nvSpPr>
        <p:spPr>
          <a:xfrm rot="5400000">
            <a:off x="5222082" y="2399506"/>
            <a:ext cx="5514975" cy="19510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
          <p:cNvSpPr txBox="1"/>
          <p:nvPr>
            <p:ph idx="1" type="body"/>
          </p:nvPr>
        </p:nvSpPr>
        <p:spPr>
          <a:xfrm rot="5400000">
            <a:off x="1243807" y="524669"/>
            <a:ext cx="5514975" cy="5700712"/>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44" name="Google Shape;44;p4"/>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7" name="Shape 47"/>
        <p:cNvGrpSpPr/>
        <p:nvPr/>
      </p:nvGrpSpPr>
      <p:grpSpPr>
        <a:xfrm>
          <a:off x="0" y="0"/>
          <a:ext cx="0" cy="0"/>
          <a:chOff x="0" y="0"/>
          <a:chExt cx="0" cy="0"/>
        </a:xfrm>
      </p:grpSpPr>
      <p:sp>
        <p:nvSpPr>
          <p:cNvPr id="48" name="Google Shape;48;p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
          <p:cNvSpPr txBox="1"/>
          <p:nvPr>
            <p:ph idx="1" type="body"/>
          </p:nvPr>
        </p:nvSpPr>
        <p:spPr>
          <a:xfrm rot="5400000">
            <a:off x="3011487" y="188912"/>
            <a:ext cx="4114800" cy="7772400"/>
          </a:xfrm>
          <a:prstGeom prst="rect">
            <a:avLst/>
          </a:prstGeom>
          <a:noFill/>
          <a:ln>
            <a:noFill/>
          </a:ln>
        </p:spPr>
        <p:txBody>
          <a:bodyPr anchorCtr="0" anchor="t" bIns="45700" lIns="91425" spcFirstLastPara="1" rIns="91425" wrap="square" tIns="45700">
            <a:noAutofit/>
          </a:bodyPr>
          <a:lstStyle>
            <a:lvl1pPr indent="-297180" lvl="0" marL="457200" algn="l">
              <a:spcBef>
                <a:spcPts val="360"/>
              </a:spcBef>
              <a:spcAft>
                <a:spcPts val="0"/>
              </a:spcAft>
              <a:buSzPts val="1080"/>
              <a:buChar char="■"/>
              <a:defRPr/>
            </a:lvl1pPr>
            <a:lvl2pPr indent="-291465" lvl="1" marL="914400" algn="l">
              <a:spcBef>
                <a:spcPts val="360"/>
              </a:spcBef>
              <a:spcAft>
                <a:spcPts val="0"/>
              </a:spcAft>
              <a:buSzPts val="990"/>
              <a:buChar char="■"/>
              <a:defRPr/>
            </a:lvl2pPr>
            <a:lvl3pPr indent="-285750" lvl="2" marL="1371600" algn="l">
              <a:spcBef>
                <a:spcPts val="360"/>
              </a:spcBef>
              <a:spcAft>
                <a:spcPts val="0"/>
              </a:spcAft>
              <a:buSzPts val="900"/>
              <a:buChar char="■"/>
              <a:defRPr/>
            </a:lvl3pPr>
            <a:lvl4pPr indent="-291464" lvl="3" marL="1828800" algn="l">
              <a:spcBef>
                <a:spcPts val="360"/>
              </a:spcBef>
              <a:spcAft>
                <a:spcPts val="0"/>
              </a:spcAft>
              <a:buSzPts val="990"/>
              <a:buChar char="■"/>
              <a:defRPr/>
            </a:lvl4pPr>
            <a:lvl5pPr indent="-285750" lvl="4" marL="2286000" algn="l">
              <a:spcBef>
                <a:spcPts val="360"/>
              </a:spcBef>
              <a:spcAft>
                <a:spcPts val="0"/>
              </a:spcAft>
              <a:buSzPts val="900"/>
              <a:buChar char="■"/>
              <a:defRPr/>
            </a:lvl5pPr>
            <a:lvl6pPr indent="-285750" lvl="5" marL="2743200" algn="l">
              <a:spcBef>
                <a:spcPts val="360"/>
              </a:spcBef>
              <a:spcAft>
                <a:spcPts val="0"/>
              </a:spcAft>
              <a:buSzPts val="900"/>
              <a:buChar char="■"/>
              <a:defRPr/>
            </a:lvl6pPr>
            <a:lvl7pPr indent="-285750" lvl="6" marL="3200400" algn="l">
              <a:spcBef>
                <a:spcPts val="360"/>
              </a:spcBef>
              <a:spcAft>
                <a:spcPts val="0"/>
              </a:spcAft>
              <a:buSzPts val="900"/>
              <a:buChar char="■"/>
              <a:defRPr/>
            </a:lvl7pPr>
            <a:lvl8pPr indent="-285750" lvl="7" marL="3657600" algn="l">
              <a:spcBef>
                <a:spcPts val="360"/>
              </a:spcBef>
              <a:spcAft>
                <a:spcPts val="0"/>
              </a:spcAft>
              <a:buSzPts val="900"/>
              <a:buChar char="■"/>
              <a:defRPr/>
            </a:lvl8pPr>
            <a:lvl9pPr indent="-285750" lvl="8" marL="4114800" algn="l">
              <a:spcBef>
                <a:spcPts val="360"/>
              </a:spcBef>
              <a:spcAft>
                <a:spcPts val="0"/>
              </a:spcAft>
              <a:buSzPts val="900"/>
              <a:buChar char="■"/>
              <a:defRPr/>
            </a:lvl9pPr>
          </a:lstStyle>
          <a:p/>
        </p:txBody>
      </p:sp>
      <p:sp>
        <p:nvSpPr>
          <p:cNvPr id="50" name="Google Shape;50;p5"/>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3" name="Shape 53"/>
        <p:cNvGrpSpPr/>
        <p:nvPr/>
      </p:nvGrpSpPr>
      <p:grpSpPr>
        <a:xfrm>
          <a:off x="0" y="0"/>
          <a:ext cx="0" cy="0"/>
          <a:chOff x="0" y="0"/>
          <a:chExt cx="0" cy="0"/>
        </a:xfrm>
      </p:grpSpPr>
      <p:sp>
        <p:nvSpPr>
          <p:cNvPr id="54" name="Google Shape;54;p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p:nvPr>
            <p:ph idx="2" type="pic"/>
          </p:nvPr>
        </p:nvSpPr>
        <p:spPr>
          <a:xfrm>
            <a:off x="1792288" y="612775"/>
            <a:ext cx="5486400" cy="4114800"/>
          </a:xfrm>
          <a:prstGeom prst="rect">
            <a:avLst/>
          </a:prstGeom>
          <a:noFill/>
          <a:ln>
            <a:noFill/>
          </a:ln>
        </p:spPr>
      </p:sp>
      <p:sp>
        <p:nvSpPr>
          <p:cNvPr id="56" name="Google Shape;56;p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66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57" name="Google Shape;57;p6"/>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algn="l">
              <a:spcBef>
                <a:spcPts val="640"/>
              </a:spcBef>
              <a:spcAft>
                <a:spcPts val="0"/>
              </a:spcAft>
              <a:buSzPts val="1920"/>
              <a:buChar char="■"/>
              <a:defRPr sz="3200"/>
            </a:lvl1pPr>
            <a:lvl2pPr indent="-326390" lvl="1" marL="914400" algn="l">
              <a:spcBef>
                <a:spcPts val="560"/>
              </a:spcBef>
              <a:spcAft>
                <a:spcPts val="0"/>
              </a:spcAft>
              <a:buSzPts val="1540"/>
              <a:buChar char="■"/>
              <a:defRPr sz="2800"/>
            </a:lvl2pPr>
            <a:lvl3pPr indent="-304800" lvl="2" marL="1371600" algn="l">
              <a:spcBef>
                <a:spcPts val="480"/>
              </a:spcBef>
              <a:spcAft>
                <a:spcPts val="0"/>
              </a:spcAft>
              <a:buSzPts val="1200"/>
              <a:buChar char="■"/>
              <a:defRPr sz="2400"/>
            </a:lvl3pPr>
            <a:lvl4pPr indent="-298450" lvl="3" marL="1828800" algn="l">
              <a:spcBef>
                <a:spcPts val="400"/>
              </a:spcBef>
              <a:spcAft>
                <a:spcPts val="0"/>
              </a:spcAft>
              <a:buSzPts val="1100"/>
              <a:buChar char="■"/>
              <a:defRPr sz="2000"/>
            </a:lvl4pPr>
            <a:lvl5pPr indent="-292100" lvl="4" marL="2286000" algn="l">
              <a:spcBef>
                <a:spcPts val="400"/>
              </a:spcBef>
              <a:spcAft>
                <a:spcPts val="0"/>
              </a:spcAft>
              <a:buSzPts val="1000"/>
              <a:buChar char="■"/>
              <a:defRPr sz="2000"/>
            </a:lvl5pPr>
            <a:lvl6pPr indent="-292100" lvl="5" marL="2743200" algn="l">
              <a:spcBef>
                <a:spcPts val="400"/>
              </a:spcBef>
              <a:spcAft>
                <a:spcPts val="0"/>
              </a:spcAft>
              <a:buSzPts val="1000"/>
              <a:buChar char="■"/>
              <a:defRPr sz="2000"/>
            </a:lvl6pPr>
            <a:lvl7pPr indent="-292100" lvl="6" marL="3200400" algn="l">
              <a:spcBef>
                <a:spcPts val="400"/>
              </a:spcBef>
              <a:spcAft>
                <a:spcPts val="0"/>
              </a:spcAft>
              <a:buSzPts val="1000"/>
              <a:buChar char="■"/>
              <a:defRPr sz="2000"/>
            </a:lvl7pPr>
            <a:lvl8pPr indent="-292100" lvl="7" marL="3657600" algn="l">
              <a:spcBef>
                <a:spcPts val="400"/>
              </a:spcBef>
              <a:spcAft>
                <a:spcPts val="0"/>
              </a:spcAft>
              <a:buSzPts val="1000"/>
              <a:buChar char="■"/>
              <a:defRPr sz="2000"/>
            </a:lvl8pPr>
            <a:lvl9pPr indent="-292100" lvl="8" marL="4114800" algn="l">
              <a:spcBef>
                <a:spcPts val="400"/>
              </a:spcBef>
              <a:spcAft>
                <a:spcPts val="0"/>
              </a:spcAft>
              <a:buSzPts val="1000"/>
              <a:buChar char="■"/>
              <a:defRPr sz="2000"/>
            </a:lvl9pPr>
          </a:lstStyle>
          <a:p/>
        </p:txBody>
      </p:sp>
      <p:sp>
        <p:nvSpPr>
          <p:cNvPr id="63" name="Google Shape;63;p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840"/>
              <a:buNone/>
              <a:defRPr sz="1400"/>
            </a:lvl1pPr>
            <a:lvl2pPr indent="-228600" lvl="1" marL="914400" algn="l">
              <a:spcBef>
                <a:spcPts val="240"/>
              </a:spcBef>
              <a:spcAft>
                <a:spcPts val="0"/>
              </a:spcAft>
              <a:buSzPts val="660"/>
              <a:buNone/>
              <a:defRPr sz="1200"/>
            </a:lvl2pPr>
            <a:lvl3pPr indent="-228600" lvl="2" marL="1371600" algn="l">
              <a:spcBef>
                <a:spcPts val="200"/>
              </a:spcBef>
              <a:spcAft>
                <a:spcPts val="0"/>
              </a:spcAft>
              <a:buSzPts val="500"/>
              <a:buNone/>
              <a:defRPr sz="1000"/>
            </a:lvl3pPr>
            <a:lvl4pPr indent="-228600" lvl="3" marL="1828800" algn="l">
              <a:spcBef>
                <a:spcPts val="180"/>
              </a:spcBef>
              <a:spcAft>
                <a:spcPts val="0"/>
              </a:spcAft>
              <a:buSzPts val="495"/>
              <a:buNone/>
              <a:defRPr sz="900"/>
            </a:lvl4pPr>
            <a:lvl5pPr indent="-228600" lvl="4" marL="2286000" algn="l">
              <a:spcBef>
                <a:spcPts val="180"/>
              </a:spcBef>
              <a:spcAft>
                <a:spcPts val="0"/>
              </a:spcAft>
              <a:buSzPts val="450"/>
              <a:buNone/>
              <a:defRPr sz="900"/>
            </a:lvl5pPr>
            <a:lvl6pPr indent="-228600" lvl="5" marL="2743200" algn="l">
              <a:spcBef>
                <a:spcPts val="180"/>
              </a:spcBef>
              <a:spcAft>
                <a:spcPts val="0"/>
              </a:spcAft>
              <a:buSzPts val="450"/>
              <a:buNone/>
              <a:defRPr sz="900"/>
            </a:lvl6pPr>
            <a:lvl7pPr indent="-228600" lvl="6" marL="3200400" algn="l">
              <a:spcBef>
                <a:spcPts val="180"/>
              </a:spcBef>
              <a:spcAft>
                <a:spcPts val="0"/>
              </a:spcAft>
              <a:buSzPts val="450"/>
              <a:buNone/>
              <a:defRPr sz="900"/>
            </a:lvl7pPr>
            <a:lvl8pPr indent="-228600" lvl="7" marL="3657600" algn="l">
              <a:spcBef>
                <a:spcPts val="180"/>
              </a:spcBef>
              <a:spcAft>
                <a:spcPts val="0"/>
              </a:spcAft>
              <a:buSzPts val="450"/>
              <a:buNone/>
              <a:defRPr sz="900"/>
            </a:lvl8pPr>
            <a:lvl9pPr indent="-228600" lvl="8" marL="4114800" algn="l">
              <a:spcBef>
                <a:spcPts val="180"/>
              </a:spcBef>
              <a:spcAft>
                <a:spcPts val="0"/>
              </a:spcAft>
              <a:buSzPts val="450"/>
              <a:buNone/>
              <a:defRPr sz="900"/>
            </a:lvl9pPr>
          </a:lstStyle>
          <a:p/>
        </p:txBody>
      </p:sp>
      <p:sp>
        <p:nvSpPr>
          <p:cNvPr id="64" name="Google Shape;64;p7"/>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7"/>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
        <p:nvSpPr>
          <p:cNvPr id="68" name="Google Shape;68;p8"/>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8"/>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9"/>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6" name="Shape 76"/>
        <p:cNvGrpSpPr/>
        <p:nvPr/>
      </p:nvGrpSpPr>
      <p:grpSpPr>
        <a:xfrm>
          <a:off x="0" y="0"/>
          <a:ext cx="0" cy="0"/>
          <a:chOff x="0" y="0"/>
          <a:chExt cx="0" cy="0"/>
        </a:xfrm>
      </p:grpSpPr>
      <p:sp>
        <p:nvSpPr>
          <p:cNvPr id="77" name="Google Shape;77;p10"/>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79" name="Google Shape;79;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algn="l">
              <a:spcBef>
                <a:spcPts val="480"/>
              </a:spcBef>
              <a:spcAft>
                <a:spcPts val="0"/>
              </a:spcAft>
              <a:buSzPts val="1440"/>
              <a:buChar char="■"/>
              <a:defRPr sz="2400"/>
            </a:lvl1pPr>
            <a:lvl2pPr indent="-298450" lvl="1" marL="914400" algn="l">
              <a:spcBef>
                <a:spcPts val="400"/>
              </a:spcBef>
              <a:spcAft>
                <a:spcPts val="0"/>
              </a:spcAft>
              <a:buSzPts val="1100"/>
              <a:buChar char="■"/>
              <a:defRPr sz="2000"/>
            </a:lvl2pPr>
            <a:lvl3pPr indent="-285750" lvl="2" marL="1371600" algn="l">
              <a:spcBef>
                <a:spcPts val="360"/>
              </a:spcBef>
              <a:spcAft>
                <a:spcPts val="0"/>
              </a:spcAft>
              <a:buSzPts val="90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80" name="Google Shape;80;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SzPts val="1440"/>
              <a:buNone/>
              <a:defRPr b="1" sz="2400"/>
            </a:lvl1pPr>
            <a:lvl2pPr indent="-228600" lvl="1" marL="914400" algn="l">
              <a:spcBef>
                <a:spcPts val="400"/>
              </a:spcBef>
              <a:spcAft>
                <a:spcPts val="0"/>
              </a:spcAft>
              <a:buSzPts val="1100"/>
              <a:buNone/>
              <a:defRPr b="1" sz="2000"/>
            </a:lvl2pPr>
            <a:lvl3pPr indent="-228600" lvl="2" marL="1371600" algn="l">
              <a:spcBef>
                <a:spcPts val="360"/>
              </a:spcBef>
              <a:spcAft>
                <a:spcPts val="0"/>
              </a:spcAft>
              <a:buSzPts val="900"/>
              <a:buNone/>
              <a:defRPr b="1" sz="1800"/>
            </a:lvl3pPr>
            <a:lvl4pPr indent="-228600" lvl="3" marL="1828800" algn="l">
              <a:spcBef>
                <a:spcPts val="320"/>
              </a:spcBef>
              <a:spcAft>
                <a:spcPts val="0"/>
              </a:spcAft>
              <a:buSzPts val="880"/>
              <a:buNone/>
              <a:defRPr b="1" sz="1600"/>
            </a:lvl4pPr>
            <a:lvl5pPr indent="-228600" lvl="4" marL="2286000" algn="l">
              <a:spcBef>
                <a:spcPts val="320"/>
              </a:spcBef>
              <a:spcAft>
                <a:spcPts val="0"/>
              </a:spcAft>
              <a:buSzPts val="800"/>
              <a:buNone/>
              <a:defRPr b="1" sz="1600"/>
            </a:lvl5pPr>
            <a:lvl6pPr indent="-228600" lvl="5" marL="2743200" algn="l">
              <a:spcBef>
                <a:spcPts val="320"/>
              </a:spcBef>
              <a:spcAft>
                <a:spcPts val="0"/>
              </a:spcAft>
              <a:buSzPts val="800"/>
              <a:buNone/>
              <a:defRPr b="1" sz="1600"/>
            </a:lvl6pPr>
            <a:lvl7pPr indent="-228600" lvl="6" marL="3200400" algn="l">
              <a:spcBef>
                <a:spcPts val="320"/>
              </a:spcBef>
              <a:spcAft>
                <a:spcPts val="0"/>
              </a:spcAft>
              <a:buSzPts val="800"/>
              <a:buNone/>
              <a:defRPr b="1" sz="1600"/>
            </a:lvl7pPr>
            <a:lvl8pPr indent="-228600" lvl="7" marL="3657600" algn="l">
              <a:spcBef>
                <a:spcPts val="320"/>
              </a:spcBef>
              <a:spcAft>
                <a:spcPts val="0"/>
              </a:spcAft>
              <a:buSzPts val="800"/>
              <a:buNone/>
              <a:defRPr b="1" sz="1600"/>
            </a:lvl8pPr>
            <a:lvl9pPr indent="-228600" lvl="8" marL="4114800" algn="l">
              <a:spcBef>
                <a:spcPts val="320"/>
              </a:spcBef>
              <a:spcAft>
                <a:spcPts val="0"/>
              </a:spcAft>
              <a:buSzPts val="800"/>
              <a:buNone/>
              <a:defRPr b="1" sz="1600"/>
            </a:lvl9pPr>
          </a:lstStyle>
          <a:p/>
        </p:txBody>
      </p:sp>
      <p:sp>
        <p:nvSpPr>
          <p:cNvPr id="81" name="Google Shape;81;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algn="l">
              <a:spcBef>
                <a:spcPts val="480"/>
              </a:spcBef>
              <a:spcAft>
                <a:spcPts val="0"/>
              </a:spcAft>
              <a:buSzPts val="1440"/>
              <a:buChar char="■"/>
              <a:defRPr sz="2400"/>
            </a:lvl1pPr>
            <a:lvl2pPr indent="-298450" lvl="1" marL="914400" algn="l">
              <a:spcBef>
                <a:spcPts val="400"/>
              </a:spcBef>
              <a:spcAft>
                <a:spcPts val="0"/>
              </a:spcAft>
              <a:buSzPts val="1100"/>
              <a:buChar char="■"/>
              <a:defRPr sz="2000"/>
            </a:lvl2pPr>
            <a:lvl3pPr indent="-285750" lvl="2" marL="1371600" algn="l">
              <a:spcBef>
                <a:spcPts val="360"/>
              </a:spcBef>
              <a:spcAft>
                <a:spcPts val="0"/>
              </a:spcAft>
              <a:buSzPts val="900"/>
              <a:buChar char="■"/>
              <a:defRPr sz="1800"/>
            </a:lvl3pPr>
            <a:lvl4pPr indent="-284480" lvl="3" marL="1828800" algn="l">
              <a:spcBef>
                <a:spcPts val="320"/>
              </a:spcBef>
              <a:spcAft>
                <a:spcPts val="0"/>
              </a:spcAft>
              <a:buSzPts val="880"/>
              <a:buChar char="■"/>
              <a:defRPr sz="1600"/>
            </a:lvl4pPr>
            <a:lvl5pPr indent="-279400" lvl="4" marL="2286000" algn="l">
              <a:spcBef>
                <a:spcPts val="320"/>
              </a:spcBef>
              <a:spcAft>
                <a:spcPts val="0"/>
              </a:spcAft>
              <a:buSzPts val="800"/>
              <a:buChar char="■"/>
              <a:defRPr sz="1600"/>
            </a:lvl5pPr>
            <a:lvl6pPr indent="-279400" lvl="5" marL="2743200" algn="l">
              <a:spcBef>
                <a:spcPts val="320"/>
              </a:spcBef>
              <a:spcAft>
                <a:spcPts val="0"/>
              </a:spcAft>
              <a:buSzPts val="800"/>
              <a:buChar char="■"/>
              <a:defRPr sz="1600"/>
            </a:lvl6pPr>
            <a:lvl7pPr indent="-279400" lvl="6" marL="3200400" algn="l">
              <a:spcBef>
                <a:spcPts val="320"/>
              </a:spcBef>
              <a:spcAft>
                <a:spcPts val="0"/>
              </a:spcAft>
              <a:buSzPts val="800"/>
              <a:buChar char="■"/>
              <a:defRPr sz="1600"/>
            </a:lvl7pPr>
            <a:lvl8pPr indent="-279400" lvl="7" marL="3657600" algn="l">
              <a:spcBef>
                <a:spcPts val="320"/>
              </a:spcBef>
              <a:spcAft>
                <a:spcPts val="0"/>
              </a:spcAft>
              <a:buSzPts val="800"/>
              <a:buChar char="■"/>
              <a:defRPr sz="1600"/>
            </a:lvl8pPr>
            <a:lvl9pPr indent="-279400" lvl="8" marL="4114800" algn="l">
              <a:spcBef>
                <a:spcPts val="320"/>
              </a:spcBef>
              <a:spcAft>
                <a:spcPts val="0"/>
              </a:spcAft>
              <a:buSzPts val="800"/>
              <a:buChar char="■"/>
              <a:defRPr sz="1600"/>
            </a:lvl9pPr>
          </a:lstStyle>
          <a:p/>
        </p:txBody>
      </p:sp>
      <p:sp>
        <p:nvSpPr>
          <p:cNvPr id="82" name="Google Shape;82;p10"/>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5" name="Shape 85"/>
        <p:cNvGrpSpPr/>
        <p:nvPr/>
      </p:nvGrpSpPr>
      <p:grpSpPr>
        <a:xfrm>
          <a:off x="0" y="0"/>
          <a:ext cx="0" cy="0"/>
          <a:chOff x="0" y="0"/>
          <a:chExt cx="0" cy="0"/>
        </a:xfrm>
      </p:grpSpPr>
      <p:sp>
        <p:nvSpPr>
          <p:cNvPr id="86" name="Google Shape;86;p11"/>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1"/>
          <p:cNvSpPr txBox="1"/>
          <p:nvPr>
            <p:ph idx="1" type="body"/>
          </p:nvPr>
        </p:nvSpPr>
        <p:spPr>
          <a:xfrm>
            <a:off x="1182688" y="2017713"/>
            <a:ext cx="3810000" cy="4114800"/>
          </a:xfrm>
          <a:prstGeom prst="rect">
            <a:avLst/>
          </a:prstGeom>
          <a:noFill/>
          <a:ln>
            <a:noFill/>
          </a:ln>
        </p:spPr>
        <p:txBody>
          <a:bodyPr anchorCtr="0" anchor="t" bIns="45700" lIns="91425" spcFirstLastPara="1" rIns="91425" wrap="square" tIns="45700">
            <a:noAutofit/>
          </a:bodyPr>
          <a:lstStyle>
            <a:lvl1pPr indent="-335280" lvl="0" marL="457200" algn="l">
              <a:spcBef>
                <a:spcPts val="560"/>
              </a:spcBef>
              <a:spcAft>
                <a:spcPts val="0"/>
              </a:spcAft>
              <a:buSzPts val="1680"/>
              <a:buChar char="■"/>
              <a:defRPr sz="2800"/>
            </a:lvl1pPr>
            <a:lvl2pPr indent="-312419" lvl="1" marL="914400" algn="l">
              <a:spcBef>
                <a:spcPts val="480"/>
              </a:spcBef>
              <a:spcAft>
                <a:spcPts val="0"/>
              </a:spcAft>
              <a:buSzPts val="1320"/>
              <a:buChar char="■"/>
              <a:defRPr sz="2400"/>
            </a:lvl2pPr>
            <a:lvl3pPr indent="-292100" lvl="2" marL="1371600" algn="l">
              <a:spcBef>
                <a:spcPts val="400"/>
              </a:spcBef>
              <a:spcAft>
                <a:spcPts val="0"/>
              </a:spcAft>
              <a:buSzPts val="10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88" name="Google Shape;88;p11"/>
          <p:cNvSpPr txBox="1"/>
          <p:nvPr>
            <p:ph idx="2" type="body"/>
          </p:nvPr>
        </p:nvSpPr>
        <p:spPr>
          <a:xfrm>
            <a:off x="5145088" y="2017713"/>
            <a:ext cx="3810000" cy="4114800"/>
          </a:xfrm>
          <a:prstGeom prst="rect">
            <a:avLst/>
          </a:prstGeom>
          <a:noFill/>
          <a:ln>
            <a:noFill/>
          </a:ln>
        </p:spPr>
        <p:txBody>
          <a:bodyPr anchorCtr="0" anchor="t" bIns="45700" lIns="91425" spcFirstLastPara="1" rIns="91425" wrap="square" tIns="45700">
            <a:noAutofit/>
          </a:bodyPr>
          <a:lstStyle>
            <a:lvl1pPr indent="-335280" lvl="0" marL="457200" algn="l">
              <a:spcBef>
                <a:spcPts val="560"/>
              </a:spcBef>
              <a:spcAft>
                <a:spcPts val="0"/>
              </a:spcAft>
              <a:buSzPts val="1680"/>
              <a:buChar char="■"/>
              <a:defRPr sz="2800"/>
            </a:lvl1pPr>
            <a:lvl2pPr indent="-312419" lvl="1" marL="914400" algn="l">
              <a:spcBef>
                <a:spcPts val="480"/>
              </a:spcBef>
              <a:spcAft>
                <a:spcPts val="0"/>
              </a:spcAft>
              <a:buSzPts val="1320"/>
              <a:buChar char="■"/>
              <a:defRPr sz="2400"/>
            </a:lvl2pPr>
            <a:lvl3pPr indent="-292100" lvl="2" marL="1371600" algn="l">
              <a:spcBef>
                <a:spcPts val="400"/>
              </a:spcBef>
              <a:spcAft>
                <a:spcPts val="0"/>
              </a:spcAft>
              <a:buSzPts val="1000"/>
              <a:buChar char="■"/>
              <a:defRPr sz="2000"/>
            </a:lvl3pPr>
            <a:lvl4pPr indent="-291464" lvl="3" marL="1828800" algn="l">
              <a:spcBef>
                <a:spcPts val="360"/>
              </a:spcBef>
              <a:spcAft>
                <a:spcPts val="0"/>
              </a:spcAft>
              <a:buSzPts val="990"/>
              <a:buChar char="■"/>
              <a:defRPr sz="1800"/>
            </a:lvl4pPr>
            <a:lvl5pPr indent="-285750" lvl="4" marL="2286000" algn="l">
              <a:spcBef>
                <a:spcPts val="360"/>
              </a:spcBef>
              <a:spcAft>
                <a:spcPts val="0"/>
              </a:spcAft>
              <a:buSzPts val="900"/>
              <a:buChar char="■"/>
              <a:defRPr sz="1800"/>
            </a:lvl5pPr>
            <a:lvl6pPr indent="-285750" lvl="5" marL="2743200" algn="l">
              <a:spcBef>
                <a:spcPts val="360"/>
              </a:spcBef>
              <a:spcAft>
                <a:spcPts val="0"/>
              </a:spcAft>
              <a:buSzPts val="900"/>
              <a:buChar char="■"/>
              <a:defRPr sz="1800"/>
            </a:lvl6pPr>
            <a:lvl7pPr indent="-285750" lvl="6" marL="3200400" algn="l">
              <a:spcBef>
                <a:spcPts val="360"/>
              </a:spcBef>
              <a:spcAft>
                <a:spcPts val="0"/>
              </a:spcAft>
              <a:buSzPts val="900"/>
              <a:buChar char="■"/>
              <a:defRPr sz="1800"/>
            </a:lvl7pPr>
            <a:lvl8pPr indent="-285750" lvl="7" marL="3657600" algn="l">
              <a:spcBef>
                <a:spcPts val="360"/>
              </a:spcBef>
              <a:spcAft>
                <a:spcPts val="0"/>
              </a:spcAft>
              <a:buSzPts val="900"/>
              <a:buChar char="■"/>
              <a:defRPr sz="1800"/>
            </a:lvl8pPr>
            <a:lvl9pPr indent="-285750" lvl="8" marL="4114800" algn="l">
              <a:spcBef>
                <a:spcPts val="360"/>
              </a:spcBef>
              <a:spcAft>
                <a:spcPts val="0"/>
              </a:spcAft>
              <a:buSzPts val="900"/>
              <a:buChar char="■"/>
              <a:defRPr sz="1800"/>
            </a:lvl9pPr>
          </a:lstStyle>
          <a:p/>
        </p:txBody>
      </p:sp>
      <p:sp>
        <p:nvSpPr>
          <p:cNvPr id="89" name="Google Shape;89;p11"/>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1"/>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2" name="Shape 92"/>
        <p:cNvGrpSpPr/>
        <p:nvPr/>
      </p:nvGrpSpPr>
      <p:grpSpPr>
        <a:xfrm>
          <a:off x="0" y="0"/>
          <a:ext cx="0" cy="0"/>
          <a:chOff x="0" y="0"/>
          <a:chExt cx="0" cy="0"/>
        </a:xfrm>
      </p:grpSpPr>
      <p:sp>
        <p:nvSpPr>
          <p:cNvPr id="93" name="Google Shape;93;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SzPts val="1200"/>
              <a:buNone/>
              <a:defRPr sz="2000"/>
            </a:lvl1pPr>
            <a:lvl2pPr indent="-228600" lvl="1" marL="914400" algn="l">
              <a:spcBef>
                <a:spcPts val="360"/>
              </a:spcBef>
              <a:spcAft>
                <a:spcPts val="0"/>
              </a:spcAft>
              <a:buSzPts val="990"/>
              <a:buNone/>
              <a:defRPr sz="1800"/>
            </a:lvl2pPr>
            <a:lvl3pPr indent="-228600" lvl="2" marL="1371600" algn="l">
              <a:spcBef>
                <a:spcPts val="320"/>
              </a:spcBef>
              <a:spcAft>
                <a:spcPts val="0"/>
              </a:spcAft>
              <a:buSzPts val="800"/>
              <a:buNone/>
              <a:defRPr sz="1600"/>
            </a:lvl3pPr>
            <a:lvl4pPr indent="-228600" lvl="3" marL="1828800" algn="l">
              <a:spcBef>
                <a:spcPts val="280"/>
              </a:spcBef>
              <a:spcAft>
                <a:spcPts val="0"/>
              </a:spcAft>
              <a:buSzPts val="770"/>
              <a:buNone/>
              <a:defRPr sz="1400"/>
            </a:lvl4pPr>
            <a:lvl5pPr indent="-228600" lvl="4" marL="2286000" algn="l">
              <a:spcBef>
                <a:spcPts val="280"/>
              </a:spcBef>
              <a:spcAft>
                <a:spcPts val="0"/>
              </a:spcAft>
              <a:buSzPts val="700"/>
              <a:buNone/>
              <a:defRPr sz="1400"/>
            </a:lvl5pPr>
            <a:lvl6pPr indent="-228600" lvl="5" marL="2743200" algn="l">
              <a:spcBef>
                <a:spcPts val="280"/>
              </a:spcBef>
              <a:spcAft>
                <a:spcPts val="0"/>
              </a:spcAft>
              <a:buSzPts val="700"/>
              <a:buNone/>
              <a:defRPr sz="1400"/>
            </a:lvl6pPr>
            <a:lvl7pPr indent="-228600" lvl="6" marL="3200400" algn="l">
              <a:spcBef>
                <a:spcPts val="280"/>
              </a:spcBef>
              <a:spcAft>
                <a:spcPts val="0"/>
              </a:spcAft>
              <a:buSzPts val="700"/>
              <a:buNone/>
              <a:defRPr sz="1400"/>
            </a:lvl7pPr>
            <a:lvl8pPr indent="-228600" lvl="7" marL="3657600" algn="l">
              <a:spcBef>
                <a:spcPts val="280"/>
              </a:spcBef>
              <a:spcAft>
                <a:spcPts val="0"/>
              </a:spcAft>
              <a:buSzPts val="700"/>
              <a:buNone/>
              <a:defRPr sz="1400"/>
            </a:lvl8pPr>
            <a:lvl9pPr indent="-228600" lvl="8" marL="4114800" algn="l">
              <a:spcBef>
                <a:spcPts val="280"/>
              </a:spcBef>
              <a:spcAft>
                <a:spcPts val="0"/>
              </a:spcAft>
              <a:buSzPts val="700"/>
              <a:buNone/>
              <a:defRPr sz="1400"/>
            </a:lvl9pPr>
          </a:lstStyle>
          <a:p/>
        </p:txBody>
      </p:sp>
      <p:sp>
        <p:nvSpPr>
          <p:cNvPr id="95" name="Google Shape;95;p12"/>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2"/>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2"/>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6" name="Google Shape;106;p1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7" name="Google Shape;10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0" name="Shape 110"/>
        <p:cNvGrpSpPr/>
        <p:nvPr/>
      </p:nvGrpSpPr>
      <p:grpSpPr>
        <a:xfrm>
          <a:off x="0" y="0"/>
          <a:ext cx="0" cy="0"/>
          <a:chOff x="0" y="0"/>
          <a:chExt cx="0" cy="0"/>
        </a:xfrm>
      </p:grpSpPr>
      <p:sp>
        <p:nvSpPr>
          <p:cNvPr id="111" name="Google Shape;111;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15"/>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3" name="Google Shape;11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6" name="Shape 116"/>
        <p:cNvGrpSpPr/>
        <p:nvPr/>
      </p:nvGrpSpPr>
      <p:grpSpPr>
        <a:xfrm>
          <a:off x="0" y="0"/>
          <a:ext cx="0" cy="0"/>
          <a:chOff x="0" y="0"/>
          <a:chExt cx="0" cy="0"/>
        </a:xfrm>
      </p:grpSpPr>
      <p:sp>
        <p:nvSpPr>
          <p:cNvPr id="117" name="Google Shape;117;p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16"/>
          <p:cNvSpPr/>
          <p:nvPr>
            <p:ph idx="2" type="pic"/>
          </p:nvPr>
        </p:nvSpPr>
        <p:spPr>
          <a:xfrm>
            <a:off x="1792288" y="612775"/>
            <a:ext cx="5486400" cy="4114800"/>
          </a:xfrm>
          <a:prstGeom prst="rect">
            <a:avLst/>
          </a:prstGeom>
          <a:noFill/>
          <a:ln>
            <a:noFill/>
          </a:ln>
        </p:spPr>
      </p:sp>
      <p:sp>
        <p:nvSpPr>
          <p:cNvPr id="119" name="Google Shape;119;p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20" name="Google Shape;120;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3" name="Shape 123"/>
        <p:cNvGrpSpPr/>
        <p:nvPr/>
      </p:nvGrpSpPr>
      <p:grpSpPr>
        <a:xfrm>
          <a:off x="0" y="0"/>
          <a:ext cx="0" cy="0"/>
          <a:chOff x="0" y="0"/>
          <a:chExt cx="0" cy="0"/>
        </a:xfrm>
      </p:grpSpPr>
      <p:sp>
        <p:nvSpPr>
          <p:cNvPr id="124" name="Google Shape;124;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26" name="Google Shape;126;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27" name="Google Shape;127;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6" name="Google Shape;13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9" name="Shape 139"/>
        <p:cNvGrpSpPr/>
        <p:nvPr/>
      </p:nvGrpSpPr>
      <p:grpSpPr>
        <a:xfrm>
          <a:off x="0" y="0"/>
          <a:ext cx="0" cy="0"/>
          <a:chOff x="0" y="0"/>
          <a:chExt cx="0" cy="0"/>
        </a:xfrm>
      </p:grpSpPr>
      <p:sp>
        <p:nvSpPr>
          <p:cNvPr id="140" name="Google Shape;140;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1" name="Google Shape;141;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2" name="Google Shape;142;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43" name="Google Shape;143;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44" name="Google Shape;144;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45" name="Google Shape;14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8" name="Shape 148"/>
        <p:cNvGrpSpPr/>
        <p:nvPr/>
      </p:nvGrpSpPr>
      <p:grpSpPr>
        <a:xfrm>
          <a:off x="0" y="0"/>
          <a:ext cx="0" cy="0"/>
          <a:chOff x="0" y="0"/>
          <a:chExt cx="0" cy="0"/>
        </a:xfrm>
      </p:grpSpPr>
      <p:sp>
        <p:nvSpPr>
          <p:cNvPr id="149" name="Google Shape;149;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0" name="Google Shape;150;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1" name="Google Shape;151;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52" name="Google Shape;15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5" name="Shape 155"/>
        <p:cNvGrpSpPr/>
        <p:nvPr/>
      </p:nvGrpSpPr>
      <p:grpSpPr>
        <a:xfrm>
          <a:off x="0" y="0"/>
          <a:ext cx="0" cy="0"/>
          <a:chOff x="0" y="0"/>
          <a:chExt cx="0" cy="0"/>
        </a:xfrm>
      </p:grpSpPr>
      <p:sp>
        <p:nvSpPr>
          <p:cNvPr id="156" name="Google Shape;156;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7" name="Google Shape;157;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58" name="Google Shape;1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1" name="Shape 161"/>
        <p:cNvGrpSpPr/>
        <p:nvPr/>
      </p:nvGrpSpPr>
      <p:grpSpPr>
        <a:xfrm>
          <a:off x="0" y="0"/>
          <a:ext cx="0" cy="0"/>
          <a:chOff x="0" y="0"/>
          <a:chExt cx="0" cy="0"/>
        </a:xfrm>
      </p:grpSpPr>
      <p:sp>
        <p:nvSpPr>
          <p:cNvPr id="162" name="Google Shape;162;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3" name="Google Shape;163;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4" name="Google Shape;16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7" name="Shape 167"/>
        <p:cNvGrpSpPr/>
        <p:nvPr/>
      </p:nvGrpSpPr>
      <p:grpSpPr>
        <a:xfrm>
          <a:off x="0" y="0"/>
          <a:ext cx="0" cy="0"/>
          <a:chOff x="0" y="0"/>
          <a:chExt cx="0" cy="0"/>
        </a:xfrm>
      </p:grpSpPr>
      <p:sp>
        <p:nvSpPr>
          <p:cNvPr id="168" name="Google Shape;168;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9" name="Google Shape;169;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70" name="Google Shape;17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9" name="Shape 189"/>
        <p:cNvGrpSpPr/>
        <p:nvPr/>
      </p:nvGrpSpPr>
      <p:grpSpPr>
        <a:xfrm>
          <a:off x="0" y="0"/>
          <a:ext cx="0" cy="0"/>
          <a:chOff x="0" y="0"/>
          <a:chExt cx="0" cy="0"/>
        </a:xfrm>
      </p:grpSpPr>
      <p:sp>
        <p:nvSpPr>
          <p:cNvPr id="190" name="Google Shape;190;p26"/>
          <p:cNvSpPr txBox="1"/>
          <p:nvPr>
            <p:ph type="ctrTitle"/>
          </p:nvPr>
        </p:nvSpPr>
        <p:spPr>
          <a:xfrm>
            <a:off x="990600" y="182880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SzPts val="1920"/>
              <a:buFont typeface="Noto Sans Symbols"/>
              <a:buNone/>
              <a:defRPr/>
            </a:lvl1pPr>
            <a:lvl2pPr lvl="1" algn="l">
              <a:spcBef>
                <a:spcPts val="360"/>
              </a:spcBef>
              <a:spcAft>
                <a:spcPts val="0"/>
              </a:spcAft>
              <a:buSzPts val="990"/>
              <a:buChar char="■"/>
              <a:defRPr/>
            </a:lvl2pPr>
            <a:lvl3pPr lvl="2" algn="l">
              <a:spcBef>
                <a:spcPts val="360"/>
              </a:spcBef>
              <a:spcAft>
                <a:spcPts val="0"/>
              </a:spcAft>
              <a:buSzPts val="900"/>
              <a:buChar char="■"/>
              <a:defRPr/>
            </a:lvl3pPr>
            <a:lvl4pPr lvl="3" algn="l">
              <a:spcBef>
                <a:spcPts val="360"/>
              </a:spcBef>
              <a:spcAft>
                <a:spcPts val="0"/>
              </a:spcAft>
              <a:buSzPts val="990"/>
              <a:buChar char="■"/>
              <a:defRPr/>
            </a:lvl4pPr>
            <a:lvl5pPr lvl="4" algn="l">
              <a:spcBef>
                <a:spcPts val="360"/>
              </a:spcBef>
              <a:spcAft>
                <a:spcPts val="0"/>
              </a:spcAft>
              <a:buSzPts val="900"/>
              <a:buChar char="■"/>
              <a:defRPr/>
            </a:lvl5pPr>
            <a:lvl6pPr lvl="5" algn="l">
              <a:spcBef>
                <a:spcPts val="360"/>
              </a:spcBef>
              <a:spcAft>
                <a:spcPts val="0"/>
              </a:spcAft>
              <a:buSzPts val="900"/>
              <a:buChar char="■"/>
              <a:defRPr/>
            </a:lvl6pPr>
            <a:lvl7pPr lvl="6" algn="l">
              <a:spcBef>
                <a:spcPts val="360"/>
              </a:spcBef>
              <a:spcAft>
                <a:spcPts val="0"/>
              </a:spcAft>
              <a:buSzPts val="900"/>
              <a:buChar char="■"/>
              <a:defRPr/>
            </a:lvl7pPr>
            <a:lvl8pPr lvl="7" algn="l">
              <a:spcBef>
                <a:spcPts val="360"/>
              </a:spcBef>
              <a:spcAft>
                <a:spcPts val="0"/>
              </a:spcAft>
              <a:buSzPts val="900"/>
              <a:buChar char="■"/>
              <a:defRPr/>
            </a:lvl8pPr>
            <a:lvl9pPr lvl="8" algn="l">
              <a:spcBef>
                <a:spcPts val="360"/>
              </a:spcBef>
              <a:spcAft>
                <a:spcPts val="0"/>
              </a:spcAft>
              <a:buSzPts val="900"/>
              <a:buChar char="■"/>
              <a:defRPr/>
            </a:lvl9pPr>
          </a:lstStyle>
          <a:p/>
        </p:txBody>
      </p:sp>
      <p:sp>
        <p:nvSpPr>
          <p:cNvPr id="192" name="Google Shape;192;p26"/>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26"/>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sz="14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26"/>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0" Type="http://schemas.openxmlformats.org/officeDocument/2006/relationships/theme" Target="../theme/theme2.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2" Type="http://schemas.openxmlformats.org/officeDocument/2006/relationships/theme" Target="../theme/theme3.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nvSpPr>
        <p:spPr>
          <a:xfrm>
            <a:off x="417512" y="10985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1" name="Google Shape;11;p1"/>
          <p:cNvSpPr txBox="1"/>
          <p:nvPr/>
        </p:nvSpPr>
        <p:spPr>
          <a:xfrm>
            <a:off x="800100" y="10985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2" name="Google Shape;12;p1"/>
          <p:cNvSpPr txBox="1"/>
          <p:nvPr/>
        </p:nvSpPr>
        <p:spPr>
          <a:xfrm>
            <a:off x="541337" y="15208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3" name="Google Shape;13;p1"/>
          <p:cNvSpPr txBox="1"/>
          <p:nvPr/>
        </p:nvSpPr>
        <p:spPr>
          <a:xfrm>
            <a:off x="911225" y="15208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4" name="Google Shape;14;p1"/>
          <p:cNvSpPr txBox="1"/>
          <p:nvPr/>
        </p:nvSpPr>
        <p:spPr>
          <a:xfrm>
            <a:off x="127000" y="14478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5" name="Google Shape;15;p1"/>
          <p:cNvSpPr txBox="1"/>
          <p:nvPr/>
        </p:nvSpPr>
        <p:spPr>
          <a:xfrm>
            <a:off x="762000" y="99060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6" name="Google Shape;16;p1"/>
          <p:cNvSpPr txBox="1"/>
          <p:nvPr/>
        </p:nvSpPr>
        <p:spPr>
          <a:xfrm>
            <a:off x="442912" y="1781175"/>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7" name="Google Shape;17;p1"/>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8" name="Google Shape;18;p1"/>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9" name="Google Shape;19;p1"/>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20" name="Google Shape;20;p1"/>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21" name="Google Shape;21;p1"/>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1pPr>
            <a:lvl2pPr indent="0" lvl="1"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2pPr>
            <a:lvl3pPr indent="0" lvl="2"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3pPr>
            <a:lvl4pPr indent="0" lvl="3"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4pPr>
            <a:lvl5pPr indent="0" lvl="4"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5pPr>
            <a:lvl6pPr indent="0" lvl="5"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6pPr>
            <a:lvl7pPr indent="0" lvl="6"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7pPr>
            <a:lvl8pPr indent="0" lvl="7"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8pPr>
            <a:lvl9pPr indent="0" lvl="8" marL="0" marR="0" rtl="0" algn="l">
              <a:lnSpc>
                <a:spcPct val="100000"/>
              </a:lnSpc>
              <a:spcBef>
                <a:spcPts val="0"/>
              </a:spcBef>
              <a:spcAft>
                <a:spcPts val="0"/>
              </a:spcAft>
              <a:buNone/>
              <a:defRPr b="0" i="0" sz="2400" u="none">
                <a:solidFill>
                  <a:schemeClr val="dk1"/>
                </a:solidFill>
                <a:latin typeface="Tahoma"/>
                <a:ea typeface="Tahoma"/>
                <a:cs typeface="Tahoma"/>
                <a:sym typeface="Tahoma"/>
              </a:defRPr>
            </a:lvl9p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 name="Shape 28"/>
        <p:cNvGrpSpPr/>
        <p:nvPr/>
      </p:nvGrpSpPr>
      <p:grpSpPr>
        <a:xfrm>
          <a:off x="0" y="0"/>
          <a:ext cx="0" cy="0"/>
          <a:chOff x="0" y="0"/>
          <a:chExt cx="0" cy="0"/>
        </a:xfrm>
      </p:grpSpPr>
      <p:sp>
        <p:nvSpPr>
          <p:cNvPr id="29" name="Google Shape;29;p3"/>
          <p:cNvSpPr txBox="1"/>
          <p:nvPr/>
        </p:nvSpPr>
        <p:spPr>
          <a:xfrm>
            <a:off x="417512" y="10985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30" name="Google Shape;30;p3"/>
          <p:cNvSpPr txBox="1"/>
          <p:nvPr/>
        </p:nvSpPr>
        <p:spPr>
          <a:xfrm>
            <a:off x="800100" y="10985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31" name="Google Shape;31;p3"/>
          <p:cNvSpPr txBox="1"/>
          <p:nvPr/>
        </p:nvSpPr>
        <p:spPr>
          <a:xfrm>
            <a:off x="541337" y="15208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32" name="Google Shape;32;p3"/>
          <p:cNvSpPr txBox="1"/>
          <p:nvPr/>
        </p:nvSpPr>
        <p:spPr>
          <a:xfrm>
            <a:off x="911225" y="15208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33" name="Google Shape;33;p3"/>
          <p:cNvSpPr txBox="1"/>
          <p:nvPr/>
        </p:nvSpPr>
        <p:spPr>
          <a:xfrm>
            <a:off x="127000" y="14478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34" name="Google Shape;34;p3"/>
          <p:cNvSpPr txBox="1"/>
          <p:nvPr/>
        </p:nvSpPr>
        <p:spPr>
          <a:xfrm>
            <a:off x="762000" y="99060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35" name="Google Shape;35;p3"/>
          <p:cNvSpPr txBox="1"/>
          <p:nvPr/>
        </p:nvSpPr>
        <p:spPr>
          <a:xfrm>
            <a:off x="442912" y="1781175"/>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36" name="Google Shape;36;p3"/>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7" name="Google Shape;37;p3"/>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38" name="Google Shape;38;p3"/>
          <p:cNvSpPr txBox="1"/>
          <p:nvPr>
            <p:ph idx="10" type="dt"/>
          </p:nvPr>
        </p:nvSpPr>
        <p:spPr>
          <a:xfrm>
            <a:off x="914400" y="63246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39" name="Google Shape;39;p3"/>
          <p:cNvSpPr txBox="1"/>
          <p:nvPr>
            <p:ph idx="11" type="ftr"/>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40" name="Google Shape;40;p3"/>
          <p:cNvSpPr txBox="1"/>
          <p:nvPr>
            <p:ph idx="12" type="sldNum"/>
          </p:nvPr>
        </p:nvSpPr>
        <p:spPr>
          <a:xfrm>
            <a:off x="6781800" y="63246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1pPr>
            <a:lvl2pPr indent="0" lvl="1"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2pPr>
            <a:lvl3pPr indent="0" lvl="2"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3pPr>
            <a:lvl4pPr indent="0" lvl="3"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4pPr>
            <a:lvl5pPr indent="0" lvl="4"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5pPr>
            <a:lvl6pPr indent="0" lvl="5"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6pPr>
            <a:lvl7pPr indent="0" lvl="6"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7pPr>
            <a:lvl8pPr indent="0" lvl="7"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8pPr>
            <a:lvl9pPr indent="0" lvl="8" marL="0" marR="0" rtl="0" algn="r">
              <a:lnSpc>
                <a:spcPct val="100000"/>
              </a:lnSpc>
              <a:spcBef>
                <a:spcPts val="0"/>
              </a:spcBef>
              <a:spcAft>
                <a:spcPts val="0"/>
              </a:spcAft>
              <a:buClr>
                <a:schemeClr val="dk1"/>
              </a:buClr>
              <a:buSzPts val="1400"/>
              <a:buFont typeface="Tahoma"/>
              <a:buNone/>
              <a:defRPr b="0" i="0" sz="1400" u="non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00" name="Google Shape;100;p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1" name="Google Shape;10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02" name="Google Shape;10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a:solidFill>
                  <a:srgbClr val="898989"/>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03" name="Google Shape;10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1200"/>
              <a:buFont typeface="Tahoma"/>
              <a:buNone/>
              <a:defRPr b="0" i="0" sz="12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grpSp>
        <p:nvGrpSpPr>
          <p:cNvPr id="174" name="Google Shape;174;p25"/>
          <p:cNvGrpSpPr/>
          <p:nvPr/>
        </p:nvGrpSpPr>
        <p:grpSpPr>
          <a:xfrm>
            <a:off x="0" y="2438400"/>
            <a:ext cx="9009062" cy="1052512"/>
            <a:chOff x="0" y="1536"/>
            <a:chExt cx="5675" cy="663"/>
          </a:xfrm>
        </p:grpSpPr>
        <p:grpSp>
          <p:nvGrpSpPr>
            <p:cNvPr id="175" name="Google Shape;175;p25"/>
            <p:cNvGrpSpPr/>
            <p:nvPr/>
          </p:nvGrpSpPr>
          <p:grpSpPr>
            <a:xfrm>
              <a:off x="185" y="1604"/>
              <a:ext cx="449" cy="299"/>
              <a:chOff x="720" y="336"/>
              <a:chExt cx="624" cy="432"/>
            </a:xfrm>
          </p:grpSpPr>
          <p:sp>
            <p:nvSpPr>
              <p:cNvPr id="176" name="Google Shape;176;p25"/>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77" name="Google Shape;177;p25"/>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grpSp>
          <p:nvGrpSpPr>
            <p:cNvPr id="178" name="Google Shape;178;p25"/>
            <p:cNvGrpSpPr/>
            <p:nvPr/>
          </p:nvGrpSpPr>
          <p:grpSpPr>
            <a:xfrm>
              <a:off x="263" y="1870"/>
              <a:ext cx="466" cy="299"/>
              <a:chOff x="912" y="2640"/>
              <a:chExt cx="672" cy="432"/>
            </a:xfrm>
          </p:grpSpPr>
          <p:sp>
            <p:nvSpPr>
              <p:cNvPr id="179" name="Google Shape;179;p25"/>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80" name="Google Shape;180;p25"/>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sp>
          <p:nvSpPr>
            <p:cNvPr id="181" name="Google Shape;181;p25"/>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82" name="Google Shape;182;p25"/>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sp>
          <p:nvSpPr>
            <p:cNvPr id="183" name="Google Shape;183;p25"/>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grpSp>
      <p:sp>
        <p:nvSpPr>
          <p:cNvPr id="184" name="Google Shape;184;p2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85" name="Google Shape;185;p25"/>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86" name="Google Shape;186;p25"/>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87" name="Google Shape;187;p25"/>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lt2"/>
                </a:solidFill>
                <a:latin typeface="Tahoma"/>
                <a:ea typeface="Tahoma"/>
                <a:cs typeface="Tahoma"/>
                <a:sym typeface="Tahoma"/>
              </a:defRPr>
            </a:lvl1pPr>
            <a:lvl2pPr lvl="1"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2400" u="none" cap="none" strike="noStrike">
                <a:solidFill>
                  <a:schemeClr val="dk1"/>
                </a:solidFill>
                <a:latin typeface="Tahoma"/>
                <a:ea typeface="Tahoma"/>
                <a:cs typeface="Tahoma"/>
                <a:sym typeface="Tahoma"/>
              </a:defRPr>
            </a:lvl9pPr>
          </a:lstStyle>
          <a:p/>
        </p:txBody>
      </p:sp>
      <p:sp>
        <p:nvSpPr>
          <p:cNvPr id="188" name="Google Shape;188;p25"/>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en.wikipedia.org/wiki/Computer_program" TargetMode="External"/><Relationship Id="rId4" Type="http://schemas.openxmlformats.org/officeDocument/2006/relationships/hyperlink" Target="http://en.wikipedia.org/wiki/Computer_program" TargetMode="External"/><Relationship Id="rId5" Type="http://schemas.openxmlformats.org/officeDocument/2006/relationships/hyperlink" Target="http://en.wikipedia.org/wiki/Computer_progra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1150937" y="617537"/>
            <a:ext cx="7793037" cy="754062"/>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Network Security</a:t>
            </a:r>
            <a:endParaRPr/>
          </a:p>
        </p:txBody>
      </p:sp>
      <p:pic>
        <p:nvPicPr>
          <p:cNvPr descr="title.jpg" id="201" name="Google Shape;201;p27"/>
          <p:cNvPicPr preferRelativeResize="0"/>
          <p:nvPr>
            <p:ph idx="1" type="body"/>
          </p:nvPr>
        </p:nvPicPr>
        <p:blipFill rotWithShape="1">
          <a:blip r:embed="rId3">
            <a:alphaModFix/>
          </a:blip>
          <a:srcRect b="0" l="0" r="0" t="0"/>
          <a:stretch/>
        </p:blipFill>
        <p:spPr>
          <a:xfrm>
            <a:off x="914400" y="1981200"/>
            <a:ext cx="7543800" cy="4495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8"/>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Grading</a:t>
            </a:r>
            <a:endParaRPr/>
          </a:p>
        </p:txBody>
      </p:sp>
      <p:sp>
        <p:nvSpPr>
          <p:cNvPr id="207" name="Google Shape;207;p28"/>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Mid Term=</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Assignments =</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Quizzes =</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Term Project/viva/presentation =</a:t>
            </a:r>
            <a:endParaRPr/>
          </a:p>
          <a:p>
            <a:pPr indent="-342900" lvl="0" marL="342900" marR="0" rtl="0" algn="l">
              <a:lnSpc>
                <a:spcPct val="100000"/>
              </a:lnSpc>
              <a:spcBef>
                <a:spcPts val="64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Final Term =</a:t>
            </a:r>
            <a:endParaRPr/>
          </a:p>
          <a:p>
            <a:pPr indent="-220980" lvl="0" marL="342900" marR="0" rtl="0" algn="l">
              <a:spcBef>
                <a:spcPts val="640"/>
              </a:spcBef>
              <a:spcAft>
                <a:spcPts val="0"/>
              </a:spcAft>
              <a:buClr>
                <a:schemeClr val="folHlink"/>
              </a:buClr>
              <a:buSzPts val="1920"/>
              <a:buFont typeface="Noto Sans Symbols"/>
              <a:buNone/>
            </a:pPr>
            <a:r>
              <a:t/>
            </a:r>
            <a:endParaRPr b="0" i="0" sz="3200" u="none">
              <a:solidFill>
                <a:schemeClr val="dk1"/>
              </a:solidFill>
              <a:latin typeface="Tahoma"/>
              <a:ea typeface="Tahoma"/>
              <a:cs typeface="Tahoma"/>
              <a:sym typeface="Tahoma"/>
            </a:endParaRPr>
          </a:p>
        </p:txBody>
      </p:sp>
      <p:sp>
        <p:nvSpPr>
          <p:cNvPr id="208" name="Google Shape;208;p28"/>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idx="1" type="body"/>
          </p:nvPr>
        </p:nvSpPr>
        <p:spPr>
          <a:xfrm>
            <a:off x="609600" y="2057400"/>
            <a:ext cx="7543800" cy="2057400"/>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SzPts val="1920"/>
              <a:buNone/>
            </a:pPr>
            <a:r>
              <a:rPr b="0" i="1" lang="en-US" sz="3200" u="none">
                <a:solidFill>
                  <a:schemeClr val="dk1"/>
                </a:solidFill>
                <a:latin typeface="Tahoma"/>
                <a:ea typeface="Tahoma"/>
                <a:cs typeface="Tahoma"/>
                <a:sym typeface="Tahoma"/>
              </a:rPr>
              <a:t>  The art of war teaches us to rely not on the likelihood of the enemy's not coming, but on our own readiness to receive him; not on the chance of his not attacking, but rather on the fact that we have made our position unassailable. </a:t>
            </a:r>
            <a:endParaRPr/>
          </a:p>
          <a:p>
            <a:pPr indent="-342900" lvl="0" marL="342900" rtl="0" algn="just">
              <a:lnSpc>
                <a:spcPct val="90000"/>
              </a:lnSpc>
              <a:spcBef>
                <a:spcPts val="640"/>
              </a:spcBef>
              <a:spcAft>
                <a:spcPts val="0"/>
              </a:spcAft>
              <a:buSzPts val="1920"/>
              <a:buNone/>
            </a:pPr>
            <a:r>
              <a:rPr b="1" i="0" lang="en-US" sz="3200" u="none">
                <a:solidFill>
                  <a:schemeClr val="dk1"/>
                </a:solidFill>
                <a:latin typeface="Tahoma"/>
                <a:ea typeface="Tahoma"/>
                <a:cs typeface="Tahoma"/>
                <a:sym typeface="Tahoma"/>
              </a:rPr>
              <a:t>	</a:t>
            </a:r>
            <a:endParaRPr/>
          </a:p>
        </p:txBody>
      </p:sp>
      <p:sp>
        <p:nvSpPr>
          <p:cNvPr id="215" name="Google Shape;215;p29"/>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
        <p:nvSpPr>
          <p:cNvPr id="216" name="Google Shape;216;p29"/>
          <p:cNvSpPr txBox="1"/>
          <p:nvPr/>
        </p:nvSpPr>
        <p:spPr>
          <a:xfrm>
            <a:off x="1447800" y="1143000"/>
            <a:ext cx="63246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600"/>
              <a:buFont typeface="Tahoma"/>
              <a:buNone/>
            </a:pPr>
            <a:r>
              <a:rPr b="0" i="0" lang="en-US" sz="3600" u="none">
                <a:solidFill>
                  <a:schemeClr val="dk2"/>
                </a:solidFill>
                <a:latin typeface="Tahoma"/>
                <a:ea typeface="Tahoma"/>
                <a:cs typeface="Tahoma"/>
                <a:sym typeface="Tahoma"/>
              </a:rPr>
              <a:t>—The Art of War, Sun Tzu</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Information Security</a:t>
            </a:r>
            <a:endParaRPr/>
          </a:p>
        </p:txBody>
      </p:sp>
      <p:sp>
        <p:nvSpPr>
          <p:cNvPr id="222" name="Google Shape;222;p30"/>
          <p:cNvSpPr txBox="1"/>
          <p:nvPr>
            <p:ph idx="1" type="body"/>
          </p:nvPr>
        </p:nvSpPr>
        <p:spPr>
          <a:xfrm>
            <a:off x="609600" y="2438400"/>
            <a:ext cx="6705600" cy="1676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920"/>
              <a:buNone/>
            </a:pPr>
            <a:r>
              <a:t/>
            </a:r>
            <a:endParaRPr b="1" i="0" sz="3200" u="none">
              <a:solidFill>
                <a:schemeClr val="dk1"/>
              </a:solidFill>
              <a:latin typeface="Tahoma"/>
              <a:ea typeface="Tahoma"/>
              <a:cs typeface="Tahoma"/>
              <a:sym typeface="Tahoma"/>
            </a:endParaRPr>
          </a:p>
          <a:p>
            <a:pPr indent="-342900" lvl="0" marL="342900" rtl="0" algn="l">
              <a:lnSpc>
                <a:spcPct val="100000"/>
              </a:lnSpc>
              <a:spcBef>
                <a:spcPts val="640"/>
              </a:spcBef>
              <a:spcAft>
                <a:spcPts val="0"/>
              </a:spcAft>
              <a:buSzPts val="1920"/>
              <a:buNone/>
            </a:pPr>
            <a:r>
              <a:rPr b="1" i="0" lang="en-US" sz="3200" u="none">
                <a:solidFill>
                  <a:schemeClr val="dk1"/>
                </a:solidFill>
                <a:latin typeface="Tahoma"/>
                <a:ea typeface="Tahoma"/>
                <a:cs typeface="Tahoma"/>
                <a:sym typeface="Tahoma"/>
              </a:rPr>
              <a:t>	</a:t>
            </a:r>
            <a:r>
              <a:rPr b="0" i="0" lang="en-US" sz="3200" u="none">
                <a:solidFill>
                  <a:schemeClr val="dk1"/>
                </a:solidFill>
                <a:latin typeface="Tahoma"/>
                <a:ea typeface="Tahoma"/>
                <a:cs typeface="Tahoma"/>
                <a:sym typeface="Tahoma"/>
              </a:rPr>
              <a:t>What is Information Security…?</a:t>
            </a:r>
            <a:endParaRPr/>
          </a:p>
        </p:txBody>
      </p:sp>
      <p:sp>
        <p:nvSpPr>
          <p:cNvPr id="223" name="Google Shape;223;p30"/>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title"/>
          </p:nvPr>
        </p:nvSpPr>
        <p:spPr>
          <a:xfrm>
            <a:off x="1143000" y="609600"/>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Information Security</a:t>
            </a:r>
            <a:endParaRPr/>
          </a:p>
        </p:txBody>
      </p:sp>
      <p:sp>
        <p:nvSpPr>
          <p:cNvPr id="229" name="Google Shape;229;p31"/>
          <p:cNvSpPr txBox="1"/>
          <p:nvPr>
            <p:ph idx="1" type="body"/>
          </p:nvPr>
        </p:nvSpPr>
        <p:spPr>
          <a:xfrm>
            <a:off x="1182687" y="2017712"/>
            <a:ext cx="7772400" cy="43830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680"/>
              <a:buFont typeface="Noto Sans Symbols"/>
              <a:buChar char="■"/>
            </a:pPr>
            <a:r>
              <a:rPr b="0" i="0" lang="en-US" sz="2800" u="none">
                <a:solidFill>
                  <a:srgbClr val="7030A0"/>
                </a:solidFill>
                <a:latin typeface="Tahoma"/>
                <a:ea typeface="Tahoma"/>
                <a:cs typeface="Tahoma"/>
                <a:sym typeface="Tahoma"/>
              </a:rPr>
              <a:t>Information Security </a:t>
            </a:r>
            <a:r>
              <a:rPr b="0" i="0" lang="en-US" sz="2800" u="none">
                <a:solidFill>
                  <a:schemeClr val="dk1"/>
                </a:solidFill>
                <a:latin typeface="Tahoma"/>
                <a:ea typeface="Tahoma"/>
                <a:cs typeface="Tahoma"/>
                <a:sym typeface="Tahoma"/>
              </a:rPr>
              <a:t>is the name given to the preventive steps we take to guard our </a:t>
            </a:r>
            <a:r>
              <a:rPr b="0" i="0" lang="en-US" sz="2800" u="none">
                <a:solidFill>
                  <a:srgbClr val="7030A0"/>
                </a:solidFill>
                <a:latin typeface="Tahoma"/>
                <a:ea typeface="Tahoma"/>
                <a:cs typeface="Tahoma"/>
                <a:sym typeface="Tahoma"/>
              </a:rPr>
              <a:t>Information</a:t>
            </a:r>
            <a:r>
              <a:rPr b="0" i="0" lang="en-US" sz="2800" u="none">
                <a:solidFill>
                  <a:schemeClr val="dk1"/>
                </a:solidFill>
                <a:latin typeface="Tahoma"/>
                <a:ea typeface="Tahoma"/>
                <a:cs typeface="Tahoma"/>
                <a:sym typeface="Tahoma"/>
              </a:rPr>
              <a:t> and </a:t>
            </a:r>
            <a:r>
              <a:rPr b="0" i="0" lang="en-US" sz="2800" u="none">
                <a:solidFill>
                  <a:srgbClr val="7030A0"/>
                </a:solidFill>
                <a:latin typeface="Tahoma"/>
                <a:ea typeface="Tahoma"/>
                <a:cs typeface="Tahoma"/>
                <a:sym typeface="Tahoma"/>
              </a:rPr>
              <a:t>Information System.</a:t>
            </a:r>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accent2"/>
                </a:solidFill>
                <a:latin typeface="Tahoma"/>
                <a:ea typeface="Tahoma"/>
                <a:cs typeface="Tahoma"/>
                <a:sym typeface="Tahoma"/>
              </a:rPr>
              <a:t> </a:t>
            </a:r>
            <a:r>
              <a:rPr b="0" i="0" lang="en-US" sz="2800" u="none">
                <a:solidFill>
                  <a:schemeClr val="dk1"/>
                </a:solidFill>
                <a:latin typeface="Tahoma"/>
                <a:ea typeface="Tahoma"/>
                <a:cs typeface="Tahoma"/>
                <a:sym typeface="Tahoma"/>
              </a:rPr>
              <a:t>Measures adopted to prevent the unauthorized access, misuse, modification, disclosure or destruction. </a:t>
            </a:r>
            <a:endParaRPr/>
          </a:p>
          <a:p>
            <a:pPr indent="-236220" lvl="0" marL="342900" rtl="0" algn="l">
              <a:spcBef>
                <a:spcPts val="560"/>
              </a:spcBef>
              <a:spcAft>
                <a:spcPts val="0"/>
              </a:spcAft>
              <a:buSzPts val="1680"/>
              <a:buNone/>
            </a:pPr>
            <a:r>
              <a:t/>
            </a:r>
            <a:endParaRPr b="0" i="0" sz="2800" u="none">
              <a:solidFill>
                <a:schemeClr val="dk1"/>
              </a:solidFill>
              <a:latin typeface="Tahoma"/>
              <a:ea typeface="Tahoma"/>
              <a:cs typeface="Tahoma"/>
              <a:sym typeface="Tahoma"/>
            </a:endParaRPr>
          </a:p>
        </p:txBody>
      </p:sp>
      <p:sp>
        <p:nvSpPr>
          <p:cNvPr id="230" name="Google Shape;230;p31"/>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1066800" y="533400"/>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Critical Characteristics of Information Security</a:t>
            </a:r>
            <a:endParaRPr/>
          </a:p>
        </p:txBody>
      </p:sp>
      <p:sp>
        <p:nvSpPr>
          <p:cNvPr id="236" name="Google Shape;236;p32"/>
          <p:cNvSpPr txBox="1"/>
          <p:nvPr>
            <p:ph idx="1" type="body"/>
          </p:nvPr>
        </p:nvSpPr>
        <p:spPr>
          <a:xfrm>
            <a:off x="609600" y="2133600"/>
            <a:ext cx="71628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Confidentiality</a:t>
            </a:r>
            <a:endParaRPr/>
          </a:p>
          <a:p>
            <a:pPr indent="-342900" lvl="0" marL="342900" rtl="0" algn="l">
              <a:lnSpc>
                <a:spcPct val="100000"/>
              </a:lnSpc>
              <a:spcBef>
                <a:spcPts val="560"/>
              </a:spcBef>
              <a:spcAft>
                <a:spcPts val="0"/>
              </a:spcAft>
              <a:buSzPts val="1680"/>
              <a:buNone/>
            </a:pPr>
            <a:r>
              <a:t/>
            </a:r>
            <a:endParaRPr b="0" i="0" sz="2800" u="none">
              <a:solidFill>
                <a:schemeClr val="dk1"/>
              </a:solidFill>
              <a:latin typeface="Tahoma"/>
              <a:ea typeface="Tahoma"/>
              <a:cs typeface="Tahoma"/>
              <a:sym typeface="Tahoma"/>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Integrity</a:t>
            </a:r>
            <a:endParaRPr/>
          </a:p>
          <a:p>
            <a:pPr indent="-342900" lvl="0" marL="342900" rtl="0" algn="l">
              <a:lnSpc>
                <a:spcPct val="100000"/>
              </a:lnSpc>
              <a:spcBef>
                <a:spcPts val="560"/>
              </a:spcBef>
              <a:spcAft>
                <a:spcPts val="0"/>
              </a:spcAft>
              <a:buSzPts val="1680"/>
              <a:buNone/>
            </a:pPr>
            <a:r>
              <a:t/>
            </a:r>
            <a:endParaRPr b="0" i="0" sz="2800" u="none">
              <a:solidFill>
                <a:schemeClr val="dk1"/>
              </a:solidFill>
              <a:latin typeface="Tahoma"/>
              <a:ea typeface="Tahoma"/>
              <a:cs typeface="Tahoma"/>
              <a:sym typeface="Tahoma"/>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ahoma"/>
                <a:ea typeface="Tahoma"/>
                <a:cs typeface="Tahoma"/>
                <a:sym typeface="Tahoma"/>
              </a:rPr>
              <a:t>Availability</a:t>
            </a:r>
            <a:endParaRPr/>
          </a:p>
        </p:txBody>
      </p:sp>
      <p:sp>
        <p:nvSpPr>
          <p:cNvPr id="237" name="Google Shape;237;p32"/>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Confidentiality</a:t>
            </a:r>
            <a:endParaRPr/>
          </a:p>
        </p:txBody>
      </p:sp>
      <p:sp>
        <p:nvSpPr>
          <p:cNvPr id="243" name="Google Shape;243;p33"/>
          <p:cNvSpPr txBox="1"/>
          <p:nvPr>
            <p:ph idx="1" type="body"/>
          </p:nvPr>
        </p:nvSpPr>
        <p:spPr>
          <a:xfrm>
            <a:off x="1143000" y="1905000"/>
            <a:ext cx="7772400" cy="4611687"/>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Confidentiality is the property of preventing disclosure of information to </a:t>
            </a:r>
            <a:r>
              <a:rPr b="0" i="0" lang="en-US" sz="2400" u="none">
                <a:solidFill>
                  <a:srgbClr val="7030A0"/>
                </a:solidFill>
                <a:latin typeface="Tahoma"/>
                <a:ea typeface="Tahoma"/>
                <a:cs typeface="Tahoma"/>
                <a:sym typeface="Tahoma"/>
              </a:rPr>
              <a:t>unauthorized individuals or systems.</a:t>
            </a:r>
            <a:endParaRPr/>
          </a:p>
          <a:p>
            <a:pPr indent="-342900" lvl="0" marL="342900" marR="0" rtl="0" algn="just">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Information is available only to people with </a:t>
            </a:r>
            <a:r>
              <a:rPr b="0" i="0" lang="en-US" sz="2400" u="none">
                <a:solidFill>
                  <a:srgbClr val="7030A0"/>
                </a:solidFill>
                <a:latin typeface="Tahoma"/>
                <a:ea typeface="Tahoma"/>
                <a:cs typeface="Tahoma"/>
                <a:sym typeface="Tahoma"/>
              </a:rPr>
              <a:t>rightful access.</a:t>
            </a:r>
            <a:endParaRPr/>
          </a:p>
          <a:p>
            <a:pPr indent="-342900" lvl="0" marL="342900" marR="0" rtl="0" algn="just">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Ensuring that only those with the </a:t>
            </a:r>
            <a:r>
              <a:rPr b="0" i="0" lang="en-US" sz="2400" u="none">
                <a:solidFill>
                  <a:srgbClr val="7030A0"/>
                </a:solidFill>
                <a:latin typeface="Tahoma"/>
                <a:ea typeface="Tahoma"/>
                <a:cs typeface="Tahoma"/>
                <a:sym typeface="Tahoma"/>
              </a:rPr>
              <a:t>rights</a:t>
            </a:r>
            <a:r>
              <a:rPr b="0" i="0" lang="en-US" sz="2400" u="none">
                <a:solidFill>
                  <a:schemeClr val="accent2"/>
                </a:solidFill>
                <a:latin typeface="Tahoma"/>
                <a:ea typeface="Tahoma"/>
                <a:cs typeface="Tahoma"/>
                <a:sym typeface="Tahoma"/>
              </a:rPr>
              <a:t> </a:t>
            </a:r>
            <a:r>
              <a:rPr b="0" i="0" lang="en-US" sz="2400" u="none">
                <a:solidFill>
                  <a:schemeClr val="dk1"/>
                </a:solidFill>
                <a:latin typeface="Tahoma"/>
                <a:ea typeface="Tahoma"/>
                <a:cs typeface="Tahoma"/>
                <a:sym typeface="Tahoma"/>
              </a:rPr>
              <a:t>and </a:t>
            </a:r>
            <a:r>
              <a:rPr b="0" i="0" lang="en-US" sz="2400" u="none">
                <a:solidFill>
                  <a:srgbClr val="7030A0"/>
                </a:solidFill>
                <a:latin typeface="Tahoma"/>
                <a:ea typeface="Tahoma"/>
                <a:cs typeface="Tahoma"/>
                <a:sym typeface="Tahoma"/>
              </a:rPr>
              <a:t>privileges</a:t>
            </a:r>
            <a:r>
              <a:rPr b="0" i="0" lang="en-US" sz="2400" u="none">
                <a:solidFill>
                  <a:schemeClr val="dk1"/>
                </a:solidFill>
                <a:latin typeface="Tahoma"/>
                <a:ea typeface="Tahoma"/>
                <a:cs typeface="Tahoma"/>
                <a:sym typeface="Tahoma"/>
              </a:rPr>
              <a:t> to access a particular set of information are able to do so.</a:t>
            </a:r>
            <a:endParaRPr/>
          </a:p>
          <a:p>
            <a:pPr indent="-342900" lvl="0" marL="342900" marR="0" rtl="0" algn="l">
              <a:lnSpc>
                <a:spcPct val="90000"/>
              </a:lnSpc>
              <a:spcBef>
                <a:spcPts val="480"/>
              </a:spcBef>
              <a:spcAft>
                <a:spcPts val="0"/>
              </a:spcAft>
              <a:buClr>
                <a:schemeClr val="folHlink"/>
              </a:buClr>
              <a:buSzPts val="1440"/>
              <a:buFont typeface="Noto Sans Symbols"/>
              <a:buNone/>
            </a:pPr>
            <a:r>
              <a:rPr b="0" i="0" lang="en-US" sz="2400" u="none">
                <a:solidFill>
                  <a:srgbClr val="7030A0"/>
                </a:solidFill>
                <a:latin typeface="Tahoma"/>
                <a:ea typeface="Tahoma"/>
                <a:cs typeface="Tahoma"/>
                <a:sym typeface="Tahoma"/>
              </a:rPr>
              <a:t>   Methods:</a:t>
            </a:r>
            <a:r>
              <a:rPr b="0" i="0" lang="en-US" sz="2400" u="none">
                <a:solidFill>
                  <a:schemeClr val="dk1"/>
                </a:solidFill>
                <a:latin typeface="Tahoma"/>
                <a:ea typeface="Tahoma"/>
                <a:cs typeface="Tahoma"/>
                <a:sym typeface="Tahoma"/>
              </a:rPr>
              <a:t> </a:t>
            </a:r>
            <a:endParaRPr/>
          </a:p>
          <a:p>
            <a:pPr indent="-342900" lvl="0" marL="342900" marR="0" rtl="0" algn="l">
              <a:lnSpc>
                <a:spcPct val="90000"/>
              </a:lnSpc>
              <a:spcBef>
                <a:spcPts val="480"/>
              </a:spcBef>
              <a:spcAft>
                <a:spcPts val="0"/>
              </a:spcAft>
              <a:buClr>
                <a:schemeClr val="folHlink"/>
              </a:buClr>
              <a:buSzPts val="1440"/>
              <a:buFont typeface="Noto Sans Symbols"/>
              <a:buNone/>
            </a:pPr>
            <a:r>
              <a:rPr b="0" i="1" lang="en-US" sz="2400" u="none">
                <a:solidFill>
                  <a:schemeClr val="dk1"/>
                </a:solidFill>
                <a:latin typeface="Tahoma"/>
                <a:ea typeface="Tahoma"/>
                <a:cs typeface="Tahoma"/>
                <a:sym typeface="Tahoma"/>
              </a:rPr>
              <a:t>	</a:t>
            </a:r>
            <a:r>
              <a:rPr b="0" i="1" lang="en-US" sz="1800" u="none">
                <a:solidFill>
                  <a:schemeClr val="dk1"/>
                </a:solidFill>
                <a:latin typeface="Tahoma"/>
                <a:ea typeface="Tahoma"/>
                <a:cs typeface="Tahoma"/>
                <a:sym typeface="Tahoma"/>
              </a:rPr>
              <a:t>Data Encryption</a:t>
            </a:r>
            <a:endParaRPr/>
          </a:p>
          <a:p>
            <a:pPr indent="-342900" lvl="0" marL="342900" marR="0" rtl="0" algn="l">
              <a:lnSpc>
                <a:spcPct val="90000"/>
              </a:lnSpc>
              <a:spcBef>
                <a:spcPts val="360"/>
              </a:spcBef>
              <a:spcAft>
                <a:spcPts val="0"/>
              </a:spcAft>
              <a:buClr>
                <a:schemeClr val="folHlink"/>
              </a:buClr>
              <a:buSzPts val="1080"/>
              <a:buFont typeface="Noto Sans Symbols"/>
              <a:buNone/>
            </a:pPr>
            <a:r>
              <a:rPr b="0" i="1" lang="en-US" sz="1800" u="none">
                <a:solidFill>
                  <a:schemeClr val="dk1"/>
                </a:solidFill>
                <a:latin typeface="Tahoma"/>
                <a:ea typeface="Tahoma"/>
                <a:cs typeface="Tahoma"/>
                <a:sym typeface="Tahoma"/>
              </a:rPr>
              <a:t>	User IDs and Passwords</a:t>
            </a:r>
            <a:endParaRPr/>
          </a:p>
          <a:p>
            <a:pPr indent="-274320" lvl="0" marL="342900" marR="0" rtl="0" algn="l">
              <a:spcBef>
                <a:spcPts val="360"/>
              </a:spcBef>
              <a:spcAft>
                <a:spcPts val="0"/>
              </a:spcAft>
              <a:buClr>
                <a:schemeClr val="folHlink"/>
              </a:buClr>
              <a:buSzPts val="1080"/>
              <a:buFont typeface="Noto Sans Symbols"/>
              <a:buNone/>
            </a:pPr>
            <a:r>
              <a:t/>
            </a:r>
            <a:endParaRPr b="0" i="1" sz="1800" u="none">
              <a:solidFill>
                <a:schemeClr val="dk1"/>
              </a:solidFill>
              <a:latin typeface="Tahoma"/>
              <a:ea typeface="Tahoma"/>
              <a:cs typeface="Tahoma"/>
              <a:sym typeface="Tahoma"/>
            </a:endParaRPr>
          </a:p>
        </p:txBody>
      </p:sp>
      <p:sp>
        <p:nvSpPr>
          <p:cNvPr id="244" name="Google Shape;244;p33"/>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ph type="title"/>
          </p:nvPr>
        </p:nvSpPr>
        <p:spPr>
          <a:xfrm>
            <a:off x="1150937" y="990600"/>
            <a:ext cx="6697662" cy="76993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Integrity</a:t>
            </a:r>
            <a:endParaRPr/>
          </a:p>
        </p:txBody>
      </p:sp>
      <p:sp>
        <p:nvSpPr>
          <p:cNvPr id="250" name="Google Shape;250;p34"/>
          <p:cNvSpPr txBox="1"/>
          <p:nvPr>
            <p:ph idx="1" type="body"/>
          </p:nvPr>
        </p:nvSpPr>
        <p:spPr>
          <a:xfrm>
            <a:off x="762000" y="2097087"/>
            <a:ext cx="8269287" cy="3922712"/>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Information can only be </a:t>
            </a:r>
            <a:r>
              <a:rPr b="0" i="0" lang="en-US" sz="2400" u="none">
                <a:solidFill>
                  <a:srgbClr val="7030A0"/>
                </a:solidFill>
                <a:latin typeface="Tahoma"/>
                <a:ea typeface="Tahoma"/>
                <a:cs typeface="Tahoma"/>
                <a:sym typeface="Tahoma"/>
              </a:rPr>
              <a:t>changed</a:t>
            </a:r>
            <a:r>
              <a:rPr b="0" i="0" lang="en-US" sz="2400" u="none">
                <a:solidFill>
                  <a:schemeClr val="dk1"/>
                </a:solidFill>
                <a:latin typeface="Tahoma"/>
                <a:ea typeface="Tahoma"/>
                <a:cs typeface="Tahoma"/>
                <a:sym typeface="Tahoma"/>
              </a:rPr>
              <a:t> by </a:t>
            </a:r>
            <a:r>
              <a:rPr b="0" i="0" lang="en-US" sz="2400" u="none">
                <a:solidFill>
                  <a:srgbClr val="7030A0"/>
                </a:solidFill>
                <a:latin typeface="Tahoma"/>
                <a:ea typeface="Tahoma"/>
                <a:cs typeface="Tahoma"/>
                <a:sym typeface="Tahoma"/>
              </a:rPr>
              <a:t>authorized</a:t>
            </a:r>
            <a:r>
              <a:rPr b="0" i="0" lang="en-US" sz="2400" u="none">
                <a:solidFill>
                  <a:schemeClr val="dk1"/>
                </a:solidFill>
                <a:latin typeface="Tahoma"/>
                <a:ea typeface="Tahoma"/>
                <a:cs typeface="Tahoma"/>
                <a:sym typeface="Tahoma"/>
              </a:rPr>
              <a:t> personnel.</a:t>
            </a:r>
            <a:endParaRPr/>
          </a:p>
          <a:p>
            <a:pPr indent="-342900" lvl="0" marL="342900" rtl="0" algn="l">
              <a:lnSpc>
                <a:spcPct val="8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quality or state of being</a:t>
            </a:r>
            <a:r>
              <a:rPr b="0" i="0" lang="en-US" sz="2400" u="none">
                <a:solidFill>
                  <a:srgbClr val="7030A0"/>
                </a:solidFill>
                <a:latin typeface="Tahoma"/>
                <a:ea typeface="Tahoma"/>
                <a:cs typeface="Tahoma"/>
                <a:sym typeface="Tahoma"/>
              </a:rPr>
              <a:t> whole, complete </a:t>
            </a:r>
            <a:r>
              <a:rPr b="0" i="0" lang="en-US" sz="2400" u="none">
                <a:solidFill>
                  <a:schemeClr val="dk1"/>
                </a:solidFill>
                <a:latin typeface="Tahoma"/>
                <a:ea typeface="Tahoma"/>
                <a:cs typeface="Tahoma"/>
                <a:sym typeface="Tahoma"/>
              </a:rPr>
              <a:t>and</a:t>
            </a:r>
            <a:r>
              <a:rPr b="0" i="0" lang="en-US" sz="2400" u="none">
                <a:solidFill>
                  <a:schemeClr val="accent2"/>
                </a:solidFill>
                <a:latin typeface="Tahoma"/>
                <a:ea typeface="Tahoma"/>
                <a:cs typeface="Tahoma"/>
                <a:sym typeface="Tahoma"/>
              </a:rPr>
              <a:t> </a:t>
            </a:r>
            <a:r>
              <a:rPr b="0" i="0" lang="en-US" sz="2400" u="none">
                <a:solidFill>
                  <a:srgbClr val="7030A0"/>
                </a:solidFill>
                <a:latin typeface="Tahoma"/>
                <a:ea typeface="Tahoma"/>
                <a:cs typeface="Tahoma"/>
                <a:sym typeface="Tahoma"/>
              </a:rPr>
              <a:t>uncorrupted i</a:t>
            </a:r>
            <a:r>
              <a:rPr b="0" i="0" lang="en-US" sz="2400" u="none">
                <a:solidFill>
                  <a:schemeClr val="dk1"/>
                </a:solidFill>
                <a:latin typeface="Tahoma"/>
                <a:ea typeface="Tahoma"/>
                <a:cs typeface="Tahoma"/>
                <a:sym typeface="Tahoma"/>
              </a:rPr>
              <a:t>s the integrity of information.</a:t>
            </a:r>
            <a:endParaRPr/>
          </a:p>
          <a:p>
            <a:pPr indent="-342900" lvl="0" marL="342900" rtl="0" algn="l">
              <a:lnSpc>
                <a:spcPct val="8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Integrity can be violated by a virus or a user.</a:t>
            </a:r>
            <a:endParaRPr/>
          </a:p>
          <a:p>
            <a:pPr indent="-342900" lvl="0" marL="342900" rtl="0" algn="l">
              <a:lnSpc>
                <a:spcPct val="8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Integrity check can be done through:</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File size</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Checksums for verification of data integrity</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File hashing</a:t>
            </a:r>
            <a:endParaRPr/>
          </a:p>
          <a:p>
            <a:pPr indent="-285750" lvl="1" marL="742950" rtl="0" algn="l">
              <a:lnSpc>
                <a:spcPct val="80000"/>
              </a:lnSpc>
              <a:spcBef>
                <a:spcPts val="480"/>
              </a:spcBef>
              <a:spcAft>
                <a:spcPts val="0"/>
              </a:spcAft>
              <a:buSzPts val="1320"/>
              <a:buNone/>
            </a:pPr>
            <a:r>
              <a:t/>
            </a:r>
            <a:endParaRPr b="0" i="0" sz="2400" u="none">
              <a:solidFill>
                <a:schemeClr val="dk1"/>
              </a:solidFill>
              <a:latin typeface="Tahoma"/>
              <a:ea typeface="Tahoma"/>
              <a:cs typeface="Tahoma"/>
              <a:sym typeface="Tahoma"/>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
        <p:nvSpPr>
          <p:cNvPr id="251" name="Google Shape;251;p34"/>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Availability	</a:t>
            </a:r>
            <a:endParaRPr/>
          </a:p>
        </p:txBody>
      </p:sp>
      <p:sp>
        <p:nvSpPr>
          <p:cNvPr id="257" name="Google Shape;257;p35"/>
          <p:cNvSpPr txBox="1"/>
          <p:nvPr>
            <p:ph idx="1" type="body"/>
          </p:nvPr>
        </p:nvSpPr>
        <p:spPr>
          <a:xfrm>
            <a:off x="1182687" y="2017712"/>
            <a:ext cx="7772400" cy="35448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Enables users who need to </a:t>
            </a:r>
            <a:r>
              <a:rPr b="0" i="0" lang="en-US" sz="2400" u="none">
                <a:solidFill>
                  <a:srgbClr val="7030A0"/>
                </a:solidFill>
                <a:latin typeface="Tahoma"/>
                <a:ea typeface="Tahoma"/>
                <a:cs typeface="Tahoma"/>
                <a:sym typeface="Tahoma"/>
              </a:rPr>
              <a:t>access</a:t>
            </a:r>
            <a:r>
              <a:rPr b="0" i="0" lang="en-US" sz="2400" u="none">
                <a:solidFill>
                  <a:schemeClr val="dk1"/>
                </a:solidFill>
                <a:latin typeface="Tahoma"/>
                <a:ea typeface="Tahoma"/>
                <a:cs typeface="Tahoma"/>
                <a:sym typeface="Tahoma"/>
              </a:rPr>
              <a:t> information to do so without </a:t>
            </a:r>
            <a:r>
              <a:rPr b="0" i="0" lang="en-US" sz="2400" u="none">
                <a:solidFill>
                  <a:srgbClr val="7030A0"/>
                </a:solidFill>
                <a:latin typeface="Tahoma"/>
                <a:ea typeface="Tahoma"/>
                <a:cs typeface="Tahoma"/>
                <a:sym typeface="Tahoma"/>
              </a:rPr>
              <a:t>interference</a:t>
            </a:r>
            <a:r>
              <a:rPr b="0" i="0" lang="en-US" sz="2400" u="none">
                <a:solidFill>
                  <a:schemeClr val="accent2"/>
                </a:solidFill>
                <a:latin typeface="Tahoma"/>
                <a:ea typeface="Tahoma"/>
                <a:cs typeface="Tahoma"/>
                <a:sym typeface="Tahoma"/>
              </a:rPr>
              <a:t> </a:t>
            </a:r>
            <a:r>
              <a:rPr b="0" i="0" lang="en-US" sz="2400" u="none">
                <a:solidFill>
                  <a:schemeClr val="dk1"/>
                </a:solidFill>
                <a:latin typeface="Tahoma"/>
                <a:ea typeface="Tahoma"/>
                <a:cs typeface="Tahoma"/>
                <a:sym typeface="Tahoma"/>
              </a:rPr>
              <a:t>or obstruction and receive it </a:t>
            </a:r>
            <a:r>
              <a:rPr b="0" i="0" lang="en-US" sz="2400" u="none">
                <a:solidFill>
                  <a:srgbClr val="7030A0"/>
                </a:solidFill>
                <a:latin typeface="Tahoma"/>
                <a:ea typeface="Tahoma"/>
                <a:cs typeface="Tahoma"/>
                <a:sym typeface="Tahoma"/>
              </a:rPr>
              <a:t>in required format.</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information is </a:t>
            </a:r>
            <a:r>
              <a:rPr b="0" i="0" lang="en-US" sz="2400" u="none">
                <a:solidFill>
                  <a:srgbClr val="7030A0"/>
                </a:solidFill>
                <a:latin typeface="Tahoma"/>
                <a:ea typeface="Tahoma"/>
                <a:cs typeface="Tahoma"/>
                <a:sym typeface="Tahoma"/>
              </a:rPr>
              <a:t>available</a:t>
            </a:r>
            <a:r>
              <a:rPr b="0" i="0" lang="en-US" sz="2400" u="none">
                <a:solidFill>
                  <a:schemeClr val="dk1"/>
                </a:solidFill>
                <a:latin typeface="Tahoma"/>
                <a:ea typeface="Tahoma"/>
                <a:cs typeface="Tahoma"/>
                <a:sym typeface="Tahoma"/>
              </a:rPr>
              <a:t> only to the </a:t>
            </a:r>
            <a:r>
              <a:rPr b="0" i="0" lang="en-US" sz="2400" u="none">
                <a:solidFill>
                  <a:srgbClr val="7030A0"/>
                </a:solidFill>
                <a:latin typeface="Tahoma"/>
                <a:ea typeface="Tahoma"/>
                <a:cs typeface="Tahoma"/>
                <a:sym typeface="Tahoma"/>
              </a:rPr>
              <a:t>authorized </a:t>
            </a:r>
            <a:r>
              <a:rPr b="0" i="0" lang="en-US" sz="2400" u="none">
                <a:solidFill>
                  <a:schemeClr val="dk1"/>
                </a:solidFill>
                <a:latin typeface="Tahoma"/>
                <a:ea typeface="Tahoma"/>
                <a:cs typeface="Tahoma"/>
                <a:sym typeface="Tahoma"/>
              </a:rPr>
              <a:t>users all the time.</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Backups and Recovery</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RAID</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Alternate Links</a:t>
            </a:r>
            <a:endParaRPr b="0" i="0" sz="1800" u="none">
              <a:solidFill>
                <a:schemeClr val="dk1"/>
              </a:solidFill>
              <a:latin typeface="Tahoma"/>
              <a:ea typeface="Tahoma"/>
              <a:cs typeface="Tahoma"/>
              <a:sym typeface="Tahoma"/>
            </a:endParaRPr>
          </a:p>
          <a:p>
            <a:pPr indent="-251459" lvl="0" marL="342900" rtl="0" algn="l">
              <a:lnSpc>
                <a:spcPct val="100000"/>
              </a:lnSpc>
              <a:spcBef>
                <a:spcPts val="480"/>
              </a:spcBef>
              <a:spcAft>
                <a:spcPts val="0"/>
              </a:spcAft>
              <a:buClr>
                <a:schemeClr val="folHlink"/>
              </a:buClr>
              <a:buSzPts val="1440"/>
              <a:buFont typeface="Noto Sans Symbols"/>
              <a:buNone/>
            </a:pPr>
            <a:r>
              <a:t/>
            </a:r>
            <a:endParaRPr b="0" i="0" sz="2400" u="none">
              <a:solidFill>
                <a:schemeClr val="dk1"/>
              </a:solidFill>
              <a:latin typeface="Tahoma"/>
              <a:ea typeface="Tahoma"/>
              <a:cs typeface="Tahoma"/>
              <a:sym typeface="Tahoma"/>
            </a:endParaRPr>
          </a:p>
          <a:p>
            <a:pPr indent="-251459" lvl="0" marL="342900" rtl="0" algn="l">
              <a:lnSpc>
                <a:spcPct val="100000"/>
              </a:lnSpc>
              <a:spcBef>
                <a:spcPts val="480"/>
              </a:spcBef>
              <a:spcAft>
                <a:spcPts val="0"/>
              </a:spcAft>
              <a:buClr>
                <a:schemeClr val="folHlink"/>
              </a:buClr>
              <a:buSzPts val="1440"/>
              <a:buFont typeface="Noto Sans Symbols"/>
              <a:buNone/>
            </a:pPr>
            <a:r>
              <a:t/>
            </a:r>
            <a:endParaRPr b="0" i="0" sz="2400" u="none">
              <a:solidFill>
                <a:schemeClr val="dk1"/>
              </a:solidFill>
              <a:latin typeface="Tahoma"/>
              <a:ea typeface="Tahoma"/>
              <a:cs typeface="Tahoma"/>
              <a:sym typeface="Tahoma"/>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
        <p:nvSpPr>
          <p:cNvPr id="258" name="Google Shape;258;p35"/>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Authenticity</a:t>
            </a:r>
            <a:endParaRPr/>
          </a:p>
        </p:txBody>
      </p:sp>
      <p:sp>
        <p:nvSpPr>
          <p:cNvPr id="264" name="Google Shape;264;p36"/>
          <p:cNvSpPr txBox="1"/>
          <p:nvPr>
            <p:ph idx="1" type="body"/>
          </p:nvPr>
        </p:nvSpPr>
        <p:spPr>
          <a:xfrm>
            <a:off x="1143000" y="2017712"/>
            <a:ext cx="7772400" cy="42306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Authenticity of information is the quality or state of being </a:t>
            </a:r>
            <a:r>
              <a:rPr b="0" i="0" lang="en-US" sz="2400" u="none">
                <a:solidFill>
                  <a:srgbClr val="7030A0"/>
                </a:solidFill>
                <a:latin typeface="Tahoma"/>
                <a:ea typeface="Tahoma"/>
                <a:cs typeface="Tahoma"/>
                <a:sym typeface="Tahoma"/>
              </a:rPr>
              <a:t>genuine or original, </a:t>
            </a:r>
            <a:r>
              <a:rPr b="0" i="0" lang="en-US" sz="2400" u="none">
                <a:solidFill>
                  <a:schemeClr val="dk1"/>
                </a:solidFill>
                <a:latin typeface="Tahoma"/>
                <a:ea typeface="Tahoma"/>
                <a:cs typeface="Tahoma"/>
                <a:sym typeface="Tahoma"/>
              </a:rPr>
              <a:t>rather than a reproduction or fabrication.</a:t>
            </a:r>
            <a:endParaRPr/>
          </a:p>
        </p:txBody>
      </p:sp>
      <p:sp>
        <p:nvSpPr>
          <p:cNvPr id="265" name="Google Shape;265;p36"/>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Privacy</a:t>
            </a:r>
            <a:endParaRPr/>
          </a:p>
        </p:txBody>
      </p:sp>
      <p:sp>
        <p:nvSpPr>
          <p:cNvPr id="271" name="Google Shape;271;p37"/>
          <p:cNvSpPr txBox="1"/>
          <p:nvPr/>
        </p:nvSpPr>
        <p:spPr>
          <a:xfrm>
            <a:off x="685800" y="2057400"/>
            <a:ext cx="79248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Privacy-</a:t>
            </a:r>
            <a:r>
              <a:rPr b="0" i="0" lang="en-US" sz="2400" u="none">
                <a:solidFill>
                  <a:schemeClr val="dk1"/>
                </a:solidFill>
                <a:latin typeface="Tahoma"/>
                <a:ea typeface="Tahoma"/>
                <a:cs typeface="Tahoma"/>
                <a:sym typeface="Tahoma"/>
              </a:rPr>
              <a:t>means different things to different people, is the right to be left alone and right to be free of unreasonable personal instructions.</a:t>
            </a:r>
            <a:endParaRPr/>
          </a:p>
          <a:p>
            <a:pPr indent="-342900" lvl="0" marL="342900" marR="0" rtl="0" algn="l">
              <a:lnSpc>
                <a:spcPct val="8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Information privacy – T</a:t>
            </a:r>
            <a:r>
              <a:rPr b="0" i="0" lang="en-US" sz="2400" u="none">
                <a:solidFill>
                  <a:schemeClr val="dk1"/>
                </a:solidFill>
                <a:latin typeface="Tahoma"/>
                <a:ea typeface="Tahoma"/>
                <a:cs typeface="Tahoma"/>
                <a:sym typeface="Tahoma"/>
              </a:rPr>
              <a:t>he right to determine when and up to what extent  information about oneself can be shared with others</a:t>
            </a:r>
            <a:endParaRPr/>
          </a:p>
          <a:p>
            <a:pPr indent="-342900" lvl="0" marL="342900" marR="0" rtl="0" algn="l">
              <a:lnSpc>
                <a:spcPct val="8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Organizational privacy – </a:t>
            </a:r>
            <a:r>
              <a:rPr b="0" i="0" lang="en-US" sz="2400" u="none">
                <a:solidFill>
                  <a:schemeClr val="dk1"/>
                </a:solidFill>
                <a:latin typeface="Tahoma"/>
                <a:ea typeface="Tahoma"/>
                <a:cs typeface="Tahoma"/>
                <a:sym typeface="Tahoma"/>
              </a:rPr>
              <a:t>Governments agencies, corporations, and other organizations may desire to keep their activities or secrets from being revealed to other organizations or individuals.</a:t>
            </a:r>
            <a:endParaRPr/>
          </a:p>
        </p:txBody>
      </p:sp>
      <p:sp>
        <p:nvSpPr>
          <p:cNvPr id="272" name="Google Shape;272;p37"/>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Components of an Information System</a:t>
            </a:r>
            <a:endParaRPr/>
          </a:p>
        </p:txBody>
      </p:sp>
      <p:sp>
        <p:nvSpPr>
          <p:cNvPr id="278" name="Google Shape;278;p38"/>
          <p:cNvSpPr txBox="1"/>
          <p:nvPr>
            <p:ph idx="1" type="body"/>
          </p:nvPr>
        </p:nvSpPr>
        <p:spPr>
          <a:xfrm>
            <a:off x="1182687" y="2017712"/>
            <a:ext cx="7772400" cy="36972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Software</a:t>
            </a:r>
            <a:endParaRPr/>
          </a:p>
          <a:p>
            <a:pPr indent="-342900" lvl="0" marL="34290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Hardware</a:t>
            </a:r>
            <a:endParaRPr/>
          </a:p>
          <a:p>
            <a:pPr indent="-342900" lvl="0" marL="34290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Data</a:t>
            </a:r>
            <a:endParaRPr/>
          </a:p>
          <a:p>
            <a:pPr indent="-342900" lvl="0" marL="34290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People</a:t>
            </a:r>
            <a:endParaRPr/>
          </a:p>
          <a:p>
            <a:pPr indent="-342900" lvl="0" marL="342900" rtl="0" algn="l">
              <a:lnSpc>
                <a:spcPct val="100000"/>
              </a:lnSpc>
              <a:spcBef>
                <a:spcPts val="640"/>
              </a:spcBef>
              <a:spcAft>
                <a:spcPts val="0"/>
              </a:spcAft>
              <a:buClr>
                <a:schemeClr val="folHlink"/>
              </a:buClr>
              <a:buSzPts val="1920"/>
              <a:buFont typeface="Noto Sans Symbols"/>
              <a:buChar char="■"/>
            </a:pPr>
            <a:r>
              <a:rPr b="0" i="0" lang="en-US" sz="3200" u="none">
                <a:solidFill>
                  <a:schemeClr val="dk1"/>
                </a:solidFill>
                <a:latin typeface="Tahoma"/>
                <a:ea typeface="Tahoma"/>
                <a:cs typeface="Tahoma"/>
                <a:sym typeface="Tahoma"/>
              </a:rPr>
              <a:t>Procedures</a:t>
            </a:r>
            <a:endParaRPr/>
          </a:p>
          <a:p>
            <a:pPr indent="-220980" lvl="0" marL="342900" rtl="0" algn="l">
              <a:spcBef>
                <a:spcPts val="640"/>
              </a:spcBef>
              <a:spcAft>
                <a:spcPts val="0"/>
              </a:spcAft>
              <a:buSzPts val="1920"/>
              <a:buNone/>
            </a:pPr>
            <a:r>
              <a:t/>
            </a:r>
            <a:endParaRPr b="0" i="0" sz="3200" u="none">
              <a:solidFill>
                <a:schemeClr val="dk1"/>
              </a:solidFill>
              <a:latin typeface="Tahoma"/>
              <a:ea typeface="Tahoma"/>
              <a:cs typeface="Tahoma"/>
              <a:sym typeface="Tahoma"/>
            </a:endParaRPr>
          </a:p>
        </p:txBody>
      </p:sp>
      <p:sp>
        <p:nvSpPr>
          <p:cNvPr id="279" name="Google Shape;279;p38"/>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Software</a:t>
            </a:r>
            <a:endParaRPr/>
          </a:p>
        </p:txBody>
      </p:sp>
      <p:sp>
        <p:nvSpPr>
          <p:cNvPr id="285" name="Google Shape;285;p39"/>
          <p:cNvSpPr txBox="1"/>
          <p:nvPr>
            <p:ph idx="1" type="body"/>
          </p:nvPr>
        </p:nvSpPr>
        <p:spPr>
          <a:xfrm>
            <a:off x="990600" y="2017712"/>
            <a:ext cx="7772400" cy="4459287"/>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folHlink"/>
              </a:buClr>
              <a:buSzPts val="1680"/>
              <a:buFont typeface="Noto Sans Symbols"/>
              <a:buChar char="■"/>
            </a:pPr>
            <a:r>
              <a:rPr b="0" i="0" lang="en-US" sz="2800" u="none">
                <a:solidFill>
                  <a:srgbClr val="7030A0"/>
                </a:solidFill>
                <a:latin typeface="Tahoma"/>
                <a:ea typeface="Tahoma"/>
                <a:cs typeface="Tahoma"/>
                <a:sym typeface="Tahoma"/>
              </a:rPr>
              <a:t>Bugs, Weaknesses and Holes.</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An error or defect in </a:t>
            </a:r>
            <a:r>
              <a:rPr b="0" i="0" lang="en-US" sz="2000" u="none">
                <a:solidFill>
                  <a:srgbClr val="7030A0"/>
                </a:solidFill>
                <a:latin typeface="Tahoma"/>
                <a:ea typeface="Tahoma"/>
                <a:cs typeface="Tahoma"/>
                <a:sym typeface="Tahoma"/>
              </a:rPr>
              <a:t>software </a:t>
            </a:r>
            <a:r>
              <a:rPr b="0" i="0" lang="en-US" sz="2000" u="none">
                <a:solidFill>
                  <a:schemeClr val="dk1"/>
                </a:solidFill>
                <a:latin typeface="Tahoma"/>
                <a:ea typeface="Tahoma"/>
                <a:cs typeface="Tahoma"/>
                <a:sym typeface="Tahoma"/>
              </a:rPr>
              <a:t>or</a:t>
            </a:r>
            <a:r>
              <a:rPr b="0" i="0" lang="en-US" sz="2000" u="none">
                <a:solidFill>
                  <a:srgbClr val="7030A0"/>
                </a:solidFill>
                <a:latin typeface="Tahoma"/>
                <a:ea typeface="Tahoma"/>
                <a:cs typeface="Tahoma"/>
                <a:sym typeface="Tahoma"/>
              </a:rPr>
              <a:t> hardware</a:t>
            </a:r>
            <a:r>
              <a:rPr b="0" i="0" lang="en-US" sz="2000" u="none">
                <a:solidFill>
                  <a:schemeClr val="dk1"/>
                </a:solidFill>
                <a:latin typeface="Tahoma"/>
                <a:ea typeface="Tahoma"/>
                <a:cs typeface="Tahoma"/>
                <a:sym typeface="Tahoma"/>
              </a:rPr>
              <a:t> that causes a </a:t>
            </a:r>
            <a:r>
              <a:rPr b="0" i="0" lang="en-US" sz="2000" u="none">
                <a:solidFill>
                  <a:srgbClr val="7030A0"/>
                </a:solidFill>
                <a:latin typeface="Tahoma"/>
                <a:ea typeface="Tahoma"/>
                <a:cs typeface="Tahoma"/>
                <a:sym typeface="Tahoma"/>
              </a:rPr>
              <a:t>program</a:t>
            </a:r>
            <a:r>
              <a:rPr b="0" i="0" lang="en-US" sz="2000" u="none">
                <a:solidFill>
                  <a:schemeClr val="dk1"/>
                </a:solidFill>
                <a:latin typeface="Tahoma"/>
                <a:ea typeface="Tahoma"/>
                <a:cs typeface="Tahoma"/>
                <a:sym typeface="Tahoma"/>
              </a:rPr>
              <a:t> to malfunction </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sng">
                <a:solidFill>
                  <a:schemeClr val="hlink"/>
                </a:solidFill>
                <a:hlinkClick r:id="rId3"/>
              </a:rPr>
              <a:t>Security Hole </a:t>
            </a:r>
            <a:r>
              <a:rPr b="0" i="0" lang="en-US" sz="2000" u="none">
                <a:solidFill>
                  <a:schemeClr val="dk1"/>
                </a:solidFill>
                <a:latin typeface="Tahoma"/>
                <a:ea typeface="Tahoma"/>
                <a:cs typeface="Tahoma"/>
                <a:sym typeface="Tahoma"/>
              </a:rPr>
              <a:t>(something you need to fix now)</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sng">
                <a:solidFill>
                  <a:schemeClr val="hlink"/>
                </a:solidFill>
                <a:hlinkClick r:id="rId4"/>
              </a:rPr>
              <a:t>Security Warning </a:t>
            </a:r>
            <a:r>
              <a:rPr b="0" i="0" lang="en-US" sz="2000" u="none">
                <a:solidFill>
                  <a:schemeClr val="dk1"/>
                </a:solidFill>
                <a:latin typeface="Tahoma"/>
                <a:ea typeface="Tahoma"/>
                <a:cs typeface="Tahoma"/>
                <a:sym typeface="Tahoma"/>
              </a:rPr>
              <a:t>( something you need to fix soon)</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sng">
                <a:solidFill>
                  <a:schemeClr val="hlink"/>
                </a:solidFill>
                <a:hlinkClick r:id="rId5"/>
              </a:rPr>
              <a:t>Security Note </a:t>
            </a:r>
            <a:r>
              <a:rPr b="0" i="0" lang="en-US" sz="2000" u="none">
                <a:solidFill>
                  <a:schemeClr val="dk1"/>
                </a:solidFill>
                <a:latin typeface="Tahoma"/>
                <a:ea typeface="Tahoma"/>
                <a:cs typeface="Tahoma"/>
                <a:sym typeface="Tahoma"/>
              </a:rPr>
              <a:t>(something you need to fix when you get around to it, or just some information that you should consider)</a:t>
            </a:r>
            <a:endParaRPr/>
          </a:p>
          <a:p>
            <a:pPr indent="-342900" lvl="0" marL="342900" rtl="0" algn="l">
              <a:lnSpc>
                <a:spcPct val="80000"/>
              </a:lnSpc>
              <a:spcBef>
                <a:spcPts val="560"/>
              </a:spcBef>
              <a:spcAft>
                <a:spcPts val="0"/>
              </a:spcAft>
              <a:buClr>
                <a:schemeClr val="folHlink"/>
              </a:buClr>
              <a:buSzPts val="1680"/>
              <a:buFont typeface="Noto Sans Symbols"/>
              <a:buChar char="■"/>
            </a:pPr>
            <a:r>
              <a:rPr b="0" i="0" lang="en-US" sz="2800" u="none">
                <a:solidFill>
                  <a:srgbClr val="7030A0"/>
                </a:solidFill>
                <a:latin typeface="Tahoma"/>
                <a:ea typeface="Tahoma"/>
                <a:cs typeface="Tahoma"/>
                <a:sym typeface="Tahoma"/>
              </a:rPr>
              <a:t>Patches and Service Packs.</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A </a:t>
            </a:r>
            <a:r>
              <a:rPr b="0" i="0" lang="en-US" sz="2000" u="none">
                <a:solidFill>
                  <a:srgbClr val="7030A0"/>
                </a:solidFill>
                <a:latin typeface="Tahoma"/>
                <a:ea typeface="Tahoma"/>
                <a:cs typeface="Tahoma"/>
                <a:sym typeface="Tahoma"/>
              </a:rPr>
              <a:t>patch</a:t>
            </a:r>
            <a:r>
              <a:rPr b="0" i="0" lang="en-US" sz="2000" u="none">
                <a:solidFill>
                  <a:schemeClr val="dk1"/>
                </a:solidFill>
                <a:latin typeface="Tahoma"/>
                <a:ea typeface="Tahoma"/>
                <a:cs typeface="Tahoma"/>
                <a:sym typeface="Tahoma"/>
              </a:rPr>
              <a:t> is a piece of software designed to fix problems or update a computer program and its supporting data. This includes fixing security vulnerabilities and other bugs.</a:t>
            </a:r>
            <a:endParaRPr/>
          </a:p>
          <a:p>
            <a:pPr indent="-285750" lvl="1" marL="742950" rtl="0" algn="l">
              <a:lnSpc>
                <a:spcPct val="80000"/>
              </a:lnSpc>
              <a:spcBef>
                <a:spcPts val="400"/>
              </a:spcBef>
              <a:spcAft>
                <a:spcPts val="0"/>
              </a:spcAft>
              <a:buClr>
                <a:schemeClr val="hlink"/>
              </a:buClr>
              <a:buSzPts val="1100"/>
              <a:buFont typeface="Noto Sans Symbols"/>
              <a:buChar char="■"/>
            </a:pPr>
            <a:r>
              <a:rPr b="0" i="0" lang="en-US" sz="2000" u="none">
                <a:solidFill>
                  <a:schemeClr val="dk1"/>
                </a:solidFill>
                <a:latin typeface="Tahoma"/>
                <a:ea typeface="Tahoma"/>
                <a:cs typeface="Tahoma"/>
                <a:sym typeface="Tahoma"/>
              </a:rPr>
              <a:t>A </a:t>
            </a:r>
            <a:r>
              <a:rPr b="0" i="0" lang="en-US" sz="2000" u="none">
                <a:solidFill>
                  <a:srgbClr val="7030A0"/>
                </a:solidFill>
                <a:latin typeface="Tahoma"/>
                <a:ea typeface="Tahoma"/>
                <a:cs typeface="Tahoma"/>
                <a:sym typeface="Tahoma"/>
              </a:rPr>
              <a:t>service pack </a:t>
            </a:r>
            <a:r>
              <a:rPr b="0" i="0" lang="en-US" sz="2000" u="none">
                <a:solidFill>
                  <a:schemeClr val="dk1"/>
                </a:solidFill>
                <a:latin typeface="Tahoma"/>
                <a:ea typeface="Tahoma"/>
                <a:cs typeface="Tahoma"/>
                <a:sym typeface="Tahoma"/>
              </a:rPr>
              <a:t>(in short SP) is a collection of updates, fixes and/or enhancements to a software program delivered in the form of a single installable package.</a:t>
            </a:r>
            <a:endParaRPr/>
          </a:p>
        </p:txBody>
      </p:sp>
      <p:sp>
        <p:nvSpPr>
          <p:cNvPr id="286" name="Google Shape;286;p39"/>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Hardware</a:t>
            </a:r>
            <a:endParaRPr/>
          </a:p>
        </p:txBody>
      </p:sp>
      <p:sp>
        <p:nvSpPr>
          <p:cNvPr id="292" name="Google Shape;292;p40"/>
          <p:cNvSpPr txBox="1"/>
          <p:nvPr>
            <p:ph idx="1" type="body"/>
          </p:nvPr>
        </p:nvSpPr>
        <p:spPr>
          <a:xfrm>
            <a:off x="838200" y="2057400"/>
            <a:ext cx="7772400" cy="43434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It</a:t>
            </a:r>
            <a:r>
              <a:rPr b="0" i="0" lang="en-US" sz="2400" u="none">
                <a:solidFill>
                  <a:srgbClr val="7030A0"/>
                </a:solidFill>
                <a:latin typeface="Tahoma"/>
                <a:ea typeface="Tahoma"/>
                <a:cs typeface="Tahoma"/>
                <a:sym typeface="Tahoma"/>
              </a:rPr>
              <a:t> Houses </a:t>
            </a:r>
            <a:r>
              <a:rPr b="0" i="0" lang="en-US" sz="2400" u="none">
                <a:solidFill>
                  <a:schemeClr val="dk1"/>
                </a:solidFill>
                <a:latin typeface="Tahoma"/>
                <a:ea typeface="Tahoma"/>
                <a:cs typeface="Tahoma"/>
                <a:sym typeface="Tahoma"/>
              </a:rPr>
              <a:t>and </a:t>
            </a:r>
            <a:r>
              <a:rPr b="0" i="0" lang="en-US" sz="2400" u="none">
                <a:solidFill>
                  <a:srgbClr val="7030A0"/>
                </a:solidFill>
                <a:latin typeface="Tahoma"/>
                <a:ea typeface="Tahoma"/>
                <a:cs typeface="Tahoma"/>
                <a:sym typeface="Tahoma"/>
              </a:rPr>
              <a:t>Executes</a:t>
            </a:r>
            <a:r>
              <a:rPr b="0" i="0" lang="en-US" sz="2400" u="none">
                <a:solidFill>
                  <a:schemeClr val="dk1"/>
                </a:solidFill>
                <a:latin typeface="Tahoma"/>
                <a:ea typeface="Tahoma"/>
                <a:cs typeface="Tahoma"/>
                <a:sym typeface="Tahoma"/>
              </a:rPr>
              <a:t> a software.</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Stores and carries the data.</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Provides </a:t>
            </a:r>
            <a:r>
              <a:rPr b="0" i="0" lang="en-US" sz="2400" u="none">
                <a:solidFill>
                  <a:srgbClr val="7030A0"/>
                </a:solidFill>
                <a:latin typeface="Tahoma"/>
                <a:ea typeface="Tahoma"/>
                <a:cs typeface="Tahoma"/>
                <a:sym typeface="Tahoma"/>
              </a:rPr>
              <a:t>Interfaces</a:t>
            </a:r>
            <a:r>
              <a:rPr b="0" i="0" lang="en-US" sz="2400" u="none">
                <a:solidFill>
                  <a:schemeClr val="dk1"/>
                </a:solidFill>
                <a:latin typeface="Tahoma"/>
                <a:ea typeface="Tahoma"/>
                <a:cs typeface="Tahoma"/>
                <a:sym typeface="Tahoma"/>
              </a:rPr>
              <a:t> for the entry and removal of information from the system.</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Physical security policies </a:t>
            </a:r>
            <a:r>
              <a:rPr b="0" i="0" lang="en-US" sz="2400" u="none">
                <a:solidFill>
                  <a:schemeClr val="dk1"/>
                </a:solidFill>
                <a:latin typeface="Tahoma"/>
                <a:ea typeface="Tahoma"/>
                <a:cs typeface="Tahoma"/>
                <a:sym typeface="Tahoma"/>
              </a:rPr>
              <a:t>deal with the H/W.</a:t>
            </a:r>
            <a:endParaRPr/>
          </a:p>
        </p:txBody>
      </p:sp>
      <p:sp>
        <p:nvSpPr>
          <p:cNvPr id="293" name="Google Shape;293;p40"/>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1"/>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Data</a:t>
            </a:r>
            <a:endParaRPr/>
          </a:p>
        </p:txBody>
      </p:sp>
      <p:sp>
        <p:nvSpPr>
          <p:cNvPr id="299" name="Google Shape;299;p41"/>
          <p:cNvSpPr txBox="1"/>
          <p:nvPr>
            <p:ph idx="1" type="body"/>
          </p:nvPr>
        </p:nvSpPr>
        <p:spPr>
          <a:xfrm>
            <a:off x="1182687" y="2017712"/>
            <a:ext cx="7772400" cy="27828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The most </a:t>
            </a:r>
            <a:r>
              <a:rPr b="0" i="0" lang="en-US" sz="2400" u="none">
                <a:solidFill>
                  <a:srgbClr val="7030A0"/>
                </a:solidFill>
                <a:latin typeface="Tahoma"/>
                <a:ea typeface="Tahoma"/>
                <a:cs typeface="Tahoma"/>
                <a:sym typeface="Tahoma"/>
              </a:rPr>
              <a:t>important</a:t>
            </a:r>
            <a:r>
              <a:rPr b="0" i="0" lang="en-US" sz="2400" u="none">
                <a:solidFill>
                  <a:schemeClr val="dk1"/>
                </a:solidFill>
                <a:latin typeface="Tahoma"/>
                <a:ea typeface="Tahoma"/>
                <a:cs typeface="Tahoma"/>
                <a:sym typeface="Tahoma"/>
              </a:rPr>
              <a:t> and </a:t>
            </a:r>
            <a:r>
              <a:rPr b="0" i="0" lang="en-US" sz="2400" u="none">
                <a:solidFill>
                  <a:srgbClr val="7030A0"/>
                </a:solidFill>
                <a:latin typeface="Tahoma"/>
                <a:ea typeface="Tahoma"/>
                <a:cs typeface="Tahoma"/>
                <a:sym typeface="Tahoma"/>
              </a:rPr>
              <a:t>valuable</a:t>
            </a:r>
            <a:r>
              <a:rPr b="0" i="0" lang="en-US" sz="2400" u="none">
                <a:solidFill>
                  <a:schemeClr val="dk1"/>
                </a:solidFill>
                <a:latin typeface="Tahoma"/>
                <a:ea typeface="Tahoma"/>
                <a:cs typeface="Tahoma"/>
                <a:sym typeface="Tahoma"/>
              </a:rPr>
              <a:t> thing for any organization.</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Main object of </a:t>
            </a:r>
            <a:r>
              <a:rPr b="0" i="0" lang="en-US" sz="2400" u="none">
                <a:solidFill>
                  <a:srgbClr val="7030A0"/>
                </a:solidFill>
                <a:latin typeface="Tahoma"/>
                <a:ea typeface="Tahoma"/>
                <a:cs typeface="Tahoma"/>
                <a:sym typeface="Tahoma"/>
              </a:rPr>
              <a:t>intentional attacks.</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Must be protected from unauthorized access.</a:t>
            </a:r>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
        <p:nvSpPr>
          <p:cNvPr id="300" name="Google Shape;300;p41"/>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2"/>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People</a:t>
            </a:r>
            <a:endParaRPr/>
          </a:p>
        </p:txBody>
      </p:sp>
      <p:sp>
        <p:nvSpPr>
          <p:cNvPr id="306" name="Google Shape;306;p42"/>
          <p:cNvSpPr txBox="1"/>
          <p:nvPr>
            <p:ph idx="1" type="body"/>
          </p:nvPr>
        </p:nvSpPr>
        <p:spPr>
          <a:xfrm>
            <a:off x="1182687" y="2017712"/>
            <a:ext cx="7772400" cy="24018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All that interact with the System.</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Main threat to information security.</a:t>
            </a:r>
            <a:endParaRPr/>
          </a:p>
          <a:p>
            <a:pPr indent="-220980" lvl="0" marL="342900" rtl="0" algn="l">
              <a:lnSpc>
                <a:spcPct val="100000"/>
              </a:lnSpc>
              <a:spcBef>
                <a:spcPts val="640"/>
              </a:spcBef>
              <a:spcAft>
                <a:spcPts val="0"/>
              </a:spcAft>
              <a:buClr>
                <a:schemeClr val="folHlink"/>
              </a:buClr>
              <a:buSzPts val="1920"/>
              <a:buFont typeface="Noto Sans Symbols"/>
              <a:buNone/>
            </a:pPr>
            <a:r>
              <a:t/>
            </a:r>
            <a:endParaRPr b="0" i="0" sz="3200" u="none">
              <a:solidFill>
                <a:schemeClr val="dk1"/>
              </a:solidFill>
              <a:latin typeface="Tahoma"/>
              <a:ea typeface="Tahoma"/>
              <a:cs typeface="Tahoma"/>
              <a:sym typeface="Tahoma"/>
            </a:endParaRPr>
          </a:p>
          <a:p>
            <a:pPr indent="-220980" lvl="0" marL="342900" rtl="0" algn="l">
              <a:spcBef>
                <a:spcPts val="640"/>
              </a:spcBef>
              <a:spcAft>
                <a:spcPts val="0"/>
              </a:spcAft>
              <a:buSzPts val="1920"/>
              <a:buNone/>
            </a:pPr>
            <a:r>
              <a:t/>
            </a:r>
            <a:endParaRPr b="0" i="0" sz="3200" u="none">
              <a:solidFill>
                <a:schemeClr val="dk1"/>
              </a:solidFill>
              <a:latin typeface="Tahoma"/>
              <a:ea typeface="Tahoma"/>
              <a:cs typeface="Tahoma"/>
              <a:sym typeface="Tahoma"/>
            </a:endParaRPr>
          </a:p>
        </p:txBody>
      </p:sp>
      <p:sp>
        <p:nvSpPr>
          <p:cNvPr id="307" name="Google Shape;307;p42"/>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3"/>
          <p:cNvSpPr txBox="1"/>
          <p:nvPr>
            <p:ph type="title"/>
          </p:nvPr>
        </p:nvSpPr>
        <p:spPr>
          <a:xfrm>
            <a:off x="1150937" y="914400"/>
            <a:ext cx="7793037" cy="84613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Procedures</a:t>
            </a:r>
            <a:endParaRPr/>
          </a:p>
        </p:txBody>
      </p:sp>
      <p:sp>
        <p:nvSpPr>
          <p:cNvPr id="313" name="Google Shape;313;p43"/>
          <p:cNvSpPr txBox="1"/>
          <p:nvPr>
            <p:ph idx="1" type="body"/>
          </p:nvPr>
        </p:nvSpPr>
        <p:spPr>
          <a:xfrm>
            <a:off x="1182687" y="2017712"/>
            <a:ext cx="7772400" cy="23256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Procedures are </a:t>
            </a:r>
            <a:r>
              <a:rPr b="0" i="0" lang="en-US" sz="2400" u="none">
                <a:solidFill>
                  <a:srgbClr val="7030A0"/>
                </a:solidFill>
                <a:latin typeface="Tahoma"/>
                <a:ea typeface="Tahoma"/>
                <a:cs typeface="Tahoma"/>
                <a:sym typeface="Tahoma"/>
              </a:rPr>
              <a:t>written instructions </a:t>
            </a:r>
            <a:r>
              <a:rPr b="0" i="0" lang="en-US" sz="2400" u="none">
                <a:solidFill>
                  <a:schemeClr val="dk1"/>
                </a:solidFill>
                <a:latin typeface="Tahoma"/>
                <a:ea typeface="Tahoma"/>
                <a:cs typeface="Tahoma"/>
                <a:sym typeface="Tahoma"/>
              </a:rPr>
              <a:t>for accomplishing a specific task.</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Mechanism adopted to achieve an objective.</a:t>
            </a:r>
            <a:endParaRPr/>
          </a:p>
        </p:txBody>
      </p:sp>
      <p:sp>
        <p:nvSpPr>
          <p:cNvPr id="314" name="Google Shape;314;p43"/>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4"/>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What is Network Security?</a:t>
            </a:r>
            <a:endParaRPr/>
          </a:p>
        </p:txBody>
      </p:sp>
      <p:sp>
        <p:nvSpPr>
          <p:cNvPr id="320" name="Google Shape;320;p44"/>
          <p:cNvSpPr txBox="1"/>
          <p:nvPr>
            <p:ph idx="1" type="body"/>
          </p:nvPr>
        </p:nvSpPr>
        <p:spPr>
          <a:xfrm>
            <a:off x="1066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Network Security </a:t>
            </a:r>
            <a:r>
              <a:rPr b="0" i="0" lang="en-US" sz="2400" u="none">
                <a:solidFill>
                  <a:schemeClr val="dk1"/>
                </a:solidFill>
                <a:latin typeface="Tahoma"/>
                <a:ea typeface="Tahoma"/>
                <a:cs typeface="Tahoma"/>
                <a:sym typeface="Tahoma"/>
              </a:rPr>
              <a:t>is the protection of </a:t>
            </a:r>
            <a:r>
              <a:rPr b="0" i="0" lang="en-US" sz="2400" u="none">
                <a:solidFill>
                  <a:srgbClr val="7030A0"/>
                </a:solidFill>
                <a:latin typeface="Tahoma"/>
                <a:ea typeface="Tahoma"/>
                <a:cs typeface="Tahoma"/>
                <a:sym typeface="Tahoma"/>
              </a:rPr>
              <a:t>networking</a:t>
            </a:r>
            <a:r>
              <a:rPr b="0" i="0" lang="en-US" sz="2400" u="none">
                <a:solidFill>
                  <a:schemeClr val="dk1"/>
                </a:solidFill>
                <a:latin typeface="Tahoma"/>
                <a:ea typeface="Tahoma"/>
                <a:cs typeface="Tahoma"/>
                <a:sym typeface="Tahoma"/>
              </a:rPr>
              <a:t> </a:t>
            </a:r>
            <a:r>
              <a:rPr b="0" i="0" lang="en-US" sz="2400" u="none">
                <a:solidFill>
                  <a:srgbClr val="7030A0"/>
                </a:solidFill>
                <a:latin typeface="Tahoma"/>
                <a:ea typeface="Tahoma"/>
                <a:cs typeface="Tahoma"/>
                <a:sym typeface="Tahoma"/>
              </a:rPr>
              <a:t>components, connections </a:t>
            </a:r>
            <a:r>
              <a:rPr b="0" i="0" lang="en-US" sz="2400" u="none">
                <a:solidFill>
                  <a:schemeClr val="dk1"/>
                </a:solidFill>
                <a:latin typeface="Tahoma"/>
                <a:ea typeface="Tahoma"/>
                <a:cs typeface="Tahoma"/>
                <a:sym typeface="Tahoma"/>
              </a:rPr>
              <a:t>and</a:t>
            </a:r>
            <a:r>
              <a:rPr b="0" i="0" lang="en-US" sz="2400" u="none">
                <a:solidFill>
                  <a:srgbClr val="7030A0"/>
                </a:solidFill>
                <a:latin typeface="Tahoma"/>
                <a:ea typeface="Tahoma"/>
                <a:cs typeface="Tahoma"/>
                <a:sym typeface="Tahoma"/>
              </a:rPr>
              <a:t> contents.</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Effort to create a </a:t>
            </a:r>
            <a:r>
              <a:rPr b="0" i="0" lang="en-US" sz="2400" u="none">
                <a:solidFill>
                  <a:srgbClr val="7030A0"/>
                </a:solidFill>
                <a:latin typeface="Tahoma"/>
                <a:ea typeface="Tahoma"/>
                <a:cs typeface="Tahoma"/>
                <a:sym typeface="Tahoma"/>
              </a:rPr>
              <a:t>secure computing platform</a:t>
            </a:r>
            <a:r>
              <a:rPr b="0" i="0" lang="en-US" sz="2400" u="none">
                <a:solidFill>
                  <a:schemeClr val="dk1"/>
                </a:solidFill>
                <a:latin typeface="Tahoma"/>
                <a:ea typeface="Tahoma"/>
                <a:cs typeface="Tahoma"/>
                <a:sym typeface="Tahoma"/>
              </a:rPr>
              <a:t>, so users or programs cannot perform actions that they are not allowed to do.</a:t>
            </a:r>
            <a:endParaRPr/>
          </a:p>
          <a:p>
            <a:pPr indent="-342900" lvl="0" marL="342900" rtl="0" algn="l">
              <a:lnSpc>
                <a:spcPct val="100000"/>
              </a:lnSpc>
              <a:spcBef>
                <a:spcPts val="640"/>
              </a:spcBef>
              <a:spcAft>
                <a:spcPts val="0"/>
              </a:spcAft>
              <a:buSzPts val="1920"/>
              <a:buNone/>
            </a:pPr>
            <a:r>
              <a:t/>
            </a:r>
            <a:endParaRPr b="0" i="0" sz="3200" u="none">
              <a:solidFill>
                <a:schemeClr val="accent2"/>
              </a:solidFill>
              <a:latin typeface="Times New Roman"/>
              <a:ea typeface="Times New Roman"/>
              <a:cs typeface="Times New Roman"/>
              <a:sym typeface="Times New Roman"/>
            </a:endParaRPr>
          </a:p>
          <a:p>
            <a:pPr indent="-220980" lvl="0" marL="342900" rtl="0" algn="l">
              <a:spcBef>
                <a:spcPts val="640"/>
              </a:spcBef>
              <a:spcAft>
                <a:spcPts val="0"/>
              </a:spcAft>
              <a:buSzPts val="1920"/>
              <a:buNone/>
            </a:pPr>
            <a:r>
              <a:t/>
            </a:r>
            <a:endParaRPr b="0" i="0" sz="3200" u="none">
              <a:solidFill>
                <a:schemeClr val="accent2"/>
              </a:solidFill>
              <a:latin typeface="Times New Roman"/>
              <a:ea typeface="Times New Roman"/>
              <a:cs typeface="Times New Roman"/>
              <a:sym typeface="Times New Roman"/>
            </a:endParaRPr>
          </a:p>
        </p:txBody>
      </p:sp>
      <p:sp>
        <p:nvSpPr>
          <p:cNvPr id="321" name="Google Shape;321;p44"/>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Network Security as a Continuous Process</a:t>
            </a:r>
            <a:endParaRPr/>
          </a:p>
        </p:txBody>
      </p:sp>
      <p:sp>
        <p:nvSpPr>
          <p:cNvPr id="327" name="Google Shape;327;p45"/>
          <p:cNvSpPr txBox="1"/>
          <p:nvPr>
            <p:ph idx="1" type="body"/>
          </p:nvPr>
        </p:nvSpPr>
        <p:spPr>
          <a:xfrm>
            <a:off x="414337" y="2133600"/>
            <a:ext cx="8577262" cy="44196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Network security is a </a:t>
            </a:r>
            <a:r>
              <a:rPr b="0" i="0" lang="en-US" sz="2400" u="none">
                <a:solidFill>
                  <a:srgbClr val="7030A0"/>
                </a:solidFill>
                <a:latin typeface="Tahoma"/>
                <a:ea typeface="Tahoma"/>
                <a:cs typeface="Tahoma"/>
                <a:sym typeface="Tahoma"/>
              </a:rPr>
              <a:t>continuous process </a:t>
            </a:r>
            <a:r>
              <a:rPr b="0" i="0" lang="en-US" sz="2400" u="none">
                <a:solidFill>
                  <a:schemeClr val="dk1"/>
                </a:solidFill>
                <a:latin typeface="Tahoma"/>
                <a:ea typeface="Tahoma"/>
                <a:cs typeface="Tahoma"/>
                <a:sym typeface="Tahoma"/>
              </a:rPr>
              <a:t>built around a security policy.</a:t>
            </a:r>
            <a:endParaRPr/>
          </a:p>
          <a:p>
            <a:pPr indent="-342900" lvl="0" marL="342900" rtl="0" algn="l">
              <a:lnSpc>
                <a:spcPct val="100000"/>
              </a:lnSpc>
              <a:spcBef>
                <a:spcPts val="480"/>
              </a:spcBef>
              <a:spcAft>
                <a:spcPts val="0"/>
              </a:spcAft>
              <a:buSzPts val="1440"/>
              <a:buNone/>
            </a:pPr>
            <a:r>
              <a:t/>
            </a:r>
            <a:endParaRPr b="0" i="0" sz="2400" u="none">
              <a:solidFill>
                <a:schemeClr val="dk1"/>
              </a:solidFill>
              <a:latin typeface="Tahoma"/>
              <a:ea typeface="Tahoma"/>
              <a:cs typeface="Tahoma"/>
              <a:sym typeface="Tahoma"/>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Step 1: Secure</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Step 2: Monitor			</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Step 3: Test			</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Step 4: Improve</a:t>
            </a:r>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
        <p:nvSpPr>
          <p:cNvPr id="328" name="Google Shape;328;p45"/>
          <p:cNvSpPr txBox="1"/>
          <p:nvPr/>
        </p:nvSpPr>
        <p:spPr>
          <a:xfrm>
            <a:off x="4495800" y="3321050"/>
            <a:ext cx="4419600" cy="30480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ahoma"/>
              <a:ea typeface="Tahoma"/>
              <a:cs typeface="Tahoma"/>
              <a:sym typeface="Tahoma"/>
            </a:endParaRPr>
          </a:p>
        </p:txBody>
      </p:sp>
      <p:pic>
        <p:nvPicPr>
          <p:cNvPr id="329" name="Google Shape;329;p45"/>
          <p:cNvPicPr preferRelativeResize="0"/>
          <p:nvPr/>
        </p:nvPicPr>
        <p:blipFill rotWithShape="1">
          <a:blip r:embed="rId3">
            <a:alphaModFix/>
          </a:blip>
          <a:srcRect b="0" l="0" r="0" t="0"/>
          <a:stretch/>
        </p:blipFill>
        <p:spPr>
          <a:xfrm>
            <a:off x="4572000" y="3375025"/>
            <a:ext cx="4267200" cy="2949575"/>
          </a:xfrm>
          <a:prstGeom prst="rect">
            <a:avLst/>
          </a:prstGeom>
          <a:noFill/>
          <a:ln>
            <a:noFill/>
          </a:ln>
        </p:spPr>
      </p:pic>
      <p:sp>
        <p:nvSpPr>
          <p:cNvPr id="330" name="Google Shape;330;p45"/>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6"/>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Step 1: Secure the Network</a:t>
            </a:r>
            <a:endParaRPr/>
          </a:p>
        </p:txBody>
      </p:sp>
      <p:sp>
        <p:nvSpPr>
          <p:cNvPr id="336" name="Google Shape;336;p46"/>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Implement </a:t>
            </a:r>
            <a:r>
              <a:rPr b="0" i="0" lang="en-US" sz="2400" u="none">
                <a:solidFill>
                  <a:srgbClr val="7030A0"/>
                </a:solidFill>
                <a:latin typeface="Tahoma"/>
                <a:ea typeface="Tahoma"/>
                <a:cs typeface="Tahoma"/>
                <a:sym typeface="Tahoma"/>
              </a:rPr>
              <a:t>security solutions </a:t>
            </a:r>
            <a:r>
              <a:rPr b="0" i="0" lang="en-US" sz="2400" u="none">
                <a:solidFill>
                  <a:schemeClr val="dk1"/>
                </a:solidFill>
                <a:latin typeface="Tahoma"/>
                <a:ea typeface="Tahoma"/>
                <a:cs typeface="Tahoma"/>
                <a:sym typeface="Tahoma"/>
              </a:rPr>
              <a:t>to prevent unauthorized access and to </a:t>
            </a:r>
            <a:r>
              <a:rPr b="0" i="0" lang="en-US" sz="2400" u="none">
                <a:solidFill>
                  <a:srgbClr val="7030A0"/>
                </a:solidFill>
                <a:latin typeface="Tahoma"/>
                <a:ea typeface="Tahoma"/>
                <a:cs typeface="Tahoma"/>
                <a:sym typeface="Tahoma"/>
              </a:rPr>
              <a:t>protect information.</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Authentication</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Encryption</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Firewalls</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ahoma"/>
                <a:ea typeface="Tahoma"/>
                <a:cs typeface="Tahoma"/>
                <a:sym typeface="Tahoma"/>
              </a:rPr>
              <a:t>Vulnerability Patching</a:t>
            </a:r>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
        <p:nvSpPr>
          <p:cNvPr id="337" name="Google Shape;337;p46"/>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1" name="Shape 341"/>
        <p:cNvGrpSpPr/>
        <p:nvPr/>
      </p:nvGrpSpPr>
      <p:grpSpPr>
        <a:xfrm>
          <a:off x="0" y="0"/>
          <a:ext cx="0" cy="0"/>
          <a:chOff x="0" y="0"/>
          <a:chExt cx="0" cy="0"/>
        </a:xfrm>
      </p:grpSpPr>
      <p:sp>
        <p:nvSpPr>
          <p:cNvPr id="342" name="Google Shape;342;p47"/>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Step 2: Monitor Security</a:t>
            </a:r>
            <a:endParaRPr/>
          </a:p>
        </p:txBody>
      </p:sp>
      <p:sp>
        <p:nvSpPr>
          <p:cNvPr id="343" name="Google Shape;343;p47"/>
          <p:cNvSpPr txBox="1"/>
          <p:nvPr>
            <p:ph idx="1" type="body"/>
          </p:nvPr>
        </p:nvSpPr>
        <p:spPr>
          <a:xfrm>
            <a:off x="1182687" y="2311400"/>
            <a:ext cx="7772400" cy="3527425"/>
          </a:xfrm>
          <a:prstGeom prst="rect">
            <a:avLst/>
          </a:prstGeom>
          <a:noFill/>
          <a:ln>
            <a:noFill/>
          </a:ln>
        </p:spPr>
        <p:txBody>
          <a:bodyPr anchorCtr="0" anchor="t" bIns="45700" lIns="91425" spcFirstLastPara="1" rIns="91425" wrap="square" tIns="45700">
            <a:noAutofit/>
          </a:bodyPr>
          <a:lstStyle/>
          <a:p>
            <a:pPr indent="-342900" lvl="1" marL="342900" marR="0" rtl="0" algn="l">
              <a:lnSpc>
                <a:spcPct val="100000"/>
              </a:lnSpc>
              <a:spcBef>
                <a:spcPts val="0"/>
              </a:spcBef>
              <a:spcAft>
                <a:spcPts val="0"/>
              </a:spcAft>
              <a:buClr>
                <a:schemeClr val="folHlink"/>
              </a:buClr>
              <a:buSzPts val="1440"/>
              <a:buFont typeface="Noto Sans Symbols"/>
              <a:buChar char="■"/>
            </a:pPr>
            <a:r>
              <a:rPr b="0" i="0" lang="en-US" sz="2400" u="none" cap="none" strike="noStrike">
                <a:solidFill>
                  <a:schemeClr val="dk1"/>
                </a:solidFill>
                <a:latin typeface="Tahoma"/>
                <a:ea typeface="Tahoma"/>
                <a:cs typeface="Tahoma"/>
                <a:sym typeface="Tahoma"/>
              </a:rPr>
              <a:t>Detects </a:t>
            </a:r>
            <a:r>
              <a:rPr b="0" i="0" lang="en-US" sz="2400" u="none" cap="none" strike="noStrike">
                <a:solidFill>
                  <a:srgbClr val="7030A0"/>
                </a:solidFill>
                <a:latin typeface="Tahoma"/>
                <a:ea typeface="Tahoma"/>
                <a:cs typeface="Tahoma"/>
                <a:sym typeface="Tahoma"/>
              </a:rPr>
              <a:t>violations</a:t>
            </a:r>
            <a:r>
              <a:rPr b="0" i="0" lang="en-US" sz="2400" u="none" cap="none" strike="noStrike">
                <a:solidFill>
                  <a:schemeClr val="dk1"/>
                </a:solidFill>
                <a:latin typeface="Tahoma"/>
                <a:ea typeface="Tahoma"/>
                <a:cs typeface="Tahoma"/>
                <a:sym typeface="Tahoma"/>
              </a:rPr>
              <a:t> to the </a:t>
            </a:r>
            <a:r>
              <a:rPr b="0" i="0" lang="en-US" sz="2400" u="none" cap="none" strike="noStrike">
                <a:solidFill>
                  <a:srgbClr val="7030A0"/>
                </a:solidFill>
                <a:latin typeface="Tahoma"/>
                <a:ea typeface="Tahoma"/>
                <a:cs typeface="Tahoma"/>
                <a:sym typeface="Tahoma"/>
              </a:rPr>
              <a:t>security policy</a:t>
            </a:r>
            <a:endParaRPr/>
          </a:p>
          <a:p>
            <a:pPr indent="-251459" lvl="1" marL="342900" marR="0" rtl="0" algn="l">
              <a:lnSpc>
                <a:spcPct val="100000"/>
              </a:lnSpc>
              <a:spcBef>
                <a:spcPts val="480"/>
              </a:spcBef>
              <a:spcAft>
                <a:spcPts val="0"/>
              </a:spcAft>
              <a:buClr>
                <a:schemeClr val="folHlink"/>
              </a:buClr>
              <a:buSzPts val="1440"/>
              <a:buFont typeface="Noto Sans Symbols"/>
              <a:buNone/>
            </a:pPr>
            <a:r>
              <a:t/>
            </a:r>
            <a:endParaRPr b="0" i="0" sz="2400" u="none" cap="none" strike="noStrike">
              <a:solidFill>
                <a:schemeClr val="dk1"/>
              </a:solidFill>
              <a:latin typeface="Tahoma"/>
              <a:ea typeface="Tahoma"/>
              <a:cs typeface="Tahoma"/>
              <a:sym typeface="Tahoma"/>
            </a:endParaRPr>
          </a:p>
          <a:p>
            <a:pPr indent="-342900" lvl="1" marL="342900" marR="0" rtl="0" algn="l">
              <a:lnSpc>
                <a:spcPct val="100000"/>
              </a:lnSpc>
              <a:spcBef>
                <a:spcPts val="480"/>
              </a:spcBef>
              <a:spcAft>
                <a:spcPts val="0"/>
              </a:spcAft>
              <a:buClr>
                <a:schemeClr val="folHlink"/>
              </a:buClr>
              <a:buSzPts val="1440"/>
              <a:buFont typeface="Noto Sans Symbols"/>
              <a:buChar char="■"/>
            </a:pPr>
            <a:r>
              <a:rPr b="0" i="0" lang="en-US" sz="2400" u="none" cap="none" strike="noStrike">
                <a:solidFill>
                  <a:schemeClr val="dk1"/>
                </a:solidFill>
                <a:latin typeface="Tahoma"/>
                <a:ea typeface="Tahoma"/>
                <a:cs typeface="Tahoma"/>
                <a:sym typeface="Tahoma"/>
              </a:rPr>
              <a:t>Involves system auditing and real-time intrusion detection</a:t>
            </a:r>
            <a:endParaRPr/>
          </a:p>
          <a:p>
            <a:pPr indent="-342900" lvl="1" marL="342900" marR="0" rtl="0" algn="l">
              <a:lnSpc>
                <a:spcPct val="100000"/>
              </a:lnSpc>
              <a:spcBef>
                <a:spcPts val="480"/>
              </a:spcBef>
              <a:spcAft>
                <a:spcPts val="0"/>
              </a:spcAft>
              <a:buClr>
                <a:schemeClr val="hlink"/>
              </a:buClr>
              <a:buSzPts val="1320"/>
              <a:buFont typeface="Noto Sans Symbols"/>
              <a:buNone/>
            </a:pPr>
            <a:r>
              <a:t/>
            </a:r>
            <a:endParaRPr b="0" i="0" sz="2400" u="none" cap="none" strike="noStrike">
              <a:solidFill>
                <a:schemeClr val="dk1"/>
              </a:solidFill>
              <a:latin typeface="Tahoma"/>
              <a:ea typeface="Tahoma"/>
              <a:cs typeface="Tahoma"/>
              <a:sym typeface="Tahoma"/>
            </a:endParaRPr>
          </a:p>
          <a:p>
            <a:pPr indent="-342900" lvl="1" marL="342900" marR="0" rtl="0" algn="l">
              <a:lnSpc>
                <a:spcPct val="100000"/>
              </a:lnSpc>
              <a:spcBef>
                <a:spcPts val="480"/>
              </a:spcBef>
              <a:spcAft>
                <a:spcPts val="0"/>
              </a:spcAft>
              <a:buClr>
                <a:schemeClr val="folHlink"/>
              </a:buClr>
              <a:buSzPts val="1440"/>
              <a:buFont typeface="Noto Sans Symbols"/>
              <a:buChar char="■"/>
            </a:pPr>
            <a:r>
              <a:rPr b="0" i="0" lang="en-US" sz="2400" u="none" cap="none" strike="noStrike">
                <a:solidFill>
                  <a:schemeClr val="dk1"/>
                </a:solidFill>
                <a:latin typeface="Tahoma"/>
                <a:ea typeface="Tahoma"/>
                <a:cs typeface="Tahoma"/>
                <a:sym typeface="Tahoma"/>
              </a:rPr>
              <a:t>Validates the security implementation in </a:t>
            </a:r>
            <a:br>
              <a:rPr b="0" i="0" lang="en-US" sz="2400" u="none" cap="none" strike="noStrike">
                <a:solidFill>
                  <a:schemeClr val="dk1"/>
                </a:solidFill>
                <a:latin typeface="Tahoma"/>
                <a:ea typeface="Tahoma"/>
                <a:cs typeface="Tahoma"/>
                <a:sym typeface="Tahoma"/>
              </a:rPr>
            </a:br>
            <a:r>
              <a:rPr b="0" i="0" lang="en-US" sz="2400" u="none" cap="none" strike="noStrike">
                <a:solidFill>
                  <a:schemeClr val="dk1"/>
                </a:solidFill>
                <a:latin typeface="Tahoma"/>
                <a:ea typeface="Tahoma"/>
                <a:cs typeface="Tahoma"/>
                <a:sym typeface="Tahoma"/>
              </a:rPr>
              <a:t>Step 1</a:t>
            </a:r>
            <a:endParaRPr/>
          </a:p>
          <a:p>
            <a:pPr indent="-251459" lvl="0" marL="342900" marR="0" rtl="0" algn="l">
              <a:spcBef>
                <a:spcPts val="480"/>
              </a:spcBef>
              <a:spcAft>
                <a:spcPts val="0"/>
              </a:spcAft>
              <a:buClr>
                <a:schemeClr val="folHlink"/>
              </a:buClr>
              <a:buSzPts val="1440"/>
              <a:buFont typeface="Noto Sans Symbols"/>
              <a:buNone/>
            </a:pPr>
            <a:r>
              <a:t/>
            </a:r>
            <a:endParaRPr b="0" i="0" sz="2400" u="none" cap="none" strike="noStrike">
              <a:solidFill>
                <a:schemeClr val="dk1"/>
              </a:solidFill>
              <a:latin typeface="Tahoma"/>
              <a:ea typeface="Tahoma"/>
              <a:cs typeface="Tahoma"/>
              <a:sym typeface="Tahoma"/>
            </a:endParaRPr>
          </a:p>
        </p:txBody>
      </p:sp>
      <p:sp>
        <p:nvSpPr>
          <p:cNvPr id="344" name="Google Shape;344;p47"/>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8"/>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Step 3: Test Security</a:t>
            </a:r>
            <a:endParaRPr/>
          </a:p>
        </p:txBody>
      </p:sp>
      <p:sp>
        <p:nvSpPr>
          <p:cNvPr id="350" name="Google Shape;350;p48"/>
          <p:cNvSpPr txBox="1"/>
          <p:nvPr>
            <p:ph idx="1" type="body"/>
          </p:nvPr>
        </p:nvSpPr>
        <p:spPr>
          <a:xfrm>
            <a:off x="1066800" y="1981200"/>
            <a:ext cx="7772400" cy="2362200"/>
          </a:xfrm>
          <a:prstGeom prst="rect">
            <a:avLst/>
          </a:prstGeom>
          <a:noFill/>
          <a:ln>
            <a:noFill/>
          </a:ln>
        </p:spPr>
        <p:txBody>
          <a:bodyPr anchorCtr="0" anchor="t" bIns="45700" lIns="91425" spcFirstLastPara="1" rIns="91425" wrap="square" tIns="45700">
            <a:noAutofit/>
          </a:bodyPr>
          <a:lstStyle/>
          <a:p>
            <a:pPr indent="-220980" lvl="0" marL="342900" rtl="0" algn="l">
              <a:lnSpc>
                <a:spcPct val="100000"/>
              </a:lnSpc>
              <a:spcBef>
                <a:spcPts val="0"/>
              </a:spcBef>
              <a:spcAft>
                <a:spcPts val="0"/>
              </a:spcAft>
              <a:buClr>
                <a:schemeClr val="folHlink"/>
              </a:buClr>
              <a:buSzPts val="1920"/>
              <a:buFont typeface="Noto Sans Symbols"/>
              <a:buNone/>
            </a:pPr>
            <a:r>
              <a:t/>
            </a:r>
            <a:endParaRPr b="0" i="0" sz="3200" u="none">
              <a:solidFill>
                <a:schemeClr val="dk1"/>
              </a:solidFill>
              <a:latin typeface="Tahoma"/>
              <a:ea typeface="Tahoma"/>
              <a:cs typeface="Tahoma"/>
              <a:sym typeface="Tahoma"/>
            </a:endParaRPr>
          </a:p>
          <a:p>
            <a:pPr indent="-342900" lvl="1" marL="342900" rtl="0" algn="l">
              <a:lnSpc>
                <a:spcPct val="10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Validates</a:t>
            </a:r>
            <a:r>
              <a:rPr b="0" i="0" lang="en-US" sz="2400" u="none">
                <a:solidFill>
                  <a:schemeClr val="dk1"/>
                </a:solidFill>
                <a:latin typeface="Tahoma"/>
                <a:ea typeface="Tahoma"/>
                <a:cs typeface="Tahoma"/>
                <a:sym typeface="Tahoma"/>
              </a:rPr>
              <a:t> effectiveness of the </a:t>
            </a:r>
            <a:r>
              <a:rPr b="0" i="0" lang="en-US" sz="2400" u="none">
                <a:solidFill>
                  <a:srgbClr val="7030A0"/>
                </a:solidFill>
                <a:latin typeface="Tahoma"/>
                <a:ea typeface="Tahoma"/>
                <a:cs typeface="Tahoma"/>
                <a:sym typeface="Tahoma"/>
              </a:rPr>
              <a:t>security policy </a:t>
            </a:r>
            <a:r>
              <a:rPr b="0" i="0" lang="en-US" sz="2400" u="none">
                <a:solidFill>
                  <a:schemeClr val="dk1"/>
                </a:solidFill>
                <a:latin typeface="Tahoma"/>
                <a:ea typeface="Tahoma"/>
                <a:cs typeface="Tahoma"/>
                <a:sym typeface="Tahoma"/>
              </a:rPr>
              <a:t>through system auditing and network scanning</a:t>
            </a:r>
            <a:endParaRPr/>
          </a:p>
          <a:p>
            <a:pPr indent="-342900" lvl="1"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Whether the system </a:t>
            </a:r>
            <a:r>
              <a:rPr b="0" i="0" lang="en-US" sz="2400" u="none">
                <a:solidFill>
                  <a:srgbClr val="7030A0"/>
                </a:solidFill>
                <a:latin typeface="Tahoma"/>
                <a:ea typeface="Tahoma"/>
                <a:cs typeface="Tahoma"/>
                <a:sym typeface="Tahoma"/>
              </a:rPr>
              <a:t>fulfills the security requirements </a:t>
            </a:r>
            <a:r>
              <a:rPr b="0" i="0" lang="en-US" sz="2400" u="none">
                <a:solidFill>
                  <a:schemeClr val="dk1"/>
                </a:solidFill>
                <a:latin typeface="Tahoma"/>
                <a:ea typeface="Tahoma"/>
                <a:cs typeface="Tahoma"/>
                <a:sym typeface="Tahoma"/>
              </a:rPr>
              <a:t>or not.</a:t>
            </a:r>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
        <p:nvSpPr>
          <p:cNvPr id="351" name="Google Shape;351;p48"/>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9"/>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Step 4: Improve Security</a:t>
            </a:r>
            <a:endParaRPr/>
          </a:p>
        </p:txBody>
      </p:sp>
      <p:sp>
        <p:nvSpPr>
          <p:cNvPr id="357" name="Google Shape;357;p49"/>
          <p:cNvSpPr txBox="1"/>
          <p:nvPr>
            <p:ph idx="1" type="body"/>
          </p:nvPr>
        </p:nvSpPr>
        <p:spPr>
          <a:xfrm>
            <a:off x="1182687" y="2017712"/>
            <a:ext cx="7772400" cy="3316287"/>
          </a:xfrm>
          <a:prstGeom prst="rect">
            <a:avLst/>
          </a:prstGeom>
          <a:noFill/>
          <a:ln>
            <a:noFill/>
          </a:ln>
        </p:spPr>
        <p:txBody>
          <a:bodyPr anchorCtr="0" anchor="t" bIns="45700" lIns="91425" spcFirstLastPara="1" rIns="91425" wrap="square" tIns="45700">
            <a:noAutofit/>
          </a:bodyPr>
          <a:lstStyle/>
          <a:p>
            <a:pPr indent="-187959" lvl="1" marL="742950" rtl="0" algn="l">
              <a:lnSpc>
                <a:spcPct val="100000"/>
              </a:lnSpc>
              <a:spcBef>
                <a:spcPts val="0"/>
              </a:spcBef>
              <a:spcAft>
                <a:spcPts val="0"/>
              </a:spcAft>
              <a:buClr>
                <a:schemeClr val="hlink"/>
              </a:buClr>
              <a:buSzPts val="1540"/>
              <a:buFont typeface="Noto Sans Symbols"/>
              <a:buNone/>
            </a:pPr>
            <a:r>
              <a:t/>
            </a:r>
            <a:endParaRPr b="0" i="0" sz="2800" u="none">
              <a:solidFill>
                <a:schemeClr val="dk1"/>
              </a:solidFill>
              <a:latin typeface="Tahoma"/>
              <a:ea typeface="Tahoma"/>
              <a:cs typeface="Tahoma"/>
              <a:sym typeface="Tahoma"/>
            </a:endParaRPr>
          </a:p>
          <a:p>
            <a:pPr indent="-285750" lvl="1" marL="74295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Use information from the monitor and test phases to make </a:t>
            </a:r>
            <a:r>
              <a:rPr b="0" i="0" lang="en-US" sz="2400" u="none">
                <a:solidFill>
                  <a:srgbClr val="7030A0"/>
                </a:solidFill>
                <a:latin typeface="Tahoma"/>
                <a:ea typeface="Tahoma"/>
                <a:cs typeface="Tahoma"/>
                <a:sym typeface="Tahoma"/>
              </a:rPr>
              <a:t>improvements </a:t>
            </a:r>
            <a:r>
              <a:rPr b="0" i="0" lang="en-US" sz="2400" u="none">
                <a:solidFill>
                  <a:schemeClr val="dk1"/>
                </a:solidFill>
                <a:latin typeface="Tahoma"/>
                <a:ea typeface="Tahoma"/>
                <a:cs typeface="Tahoma"/>
                <a:sym typeface="Tahoma"/>
              </a:rPr>
              <a:t>to the security implementation.</a:t>
            </a:r>
            <a:endParaRPr/>
          </a:p>
          <a:p>
            <a:pPr indent="-194309" lvl="1" marL="742950" rtl="0" algn="l">
              <a:lnSpc>
                <a:spcPct val="100000"/>
              </a:lnSpc>
              <a:spcBef>
                <a:spcPts val="480"/>
              </a:spcBef>
              <a:spcAft>
                <a:spcPts val="0"/>
              </a:spcAft>
              <a:buClr>
                <a:schemeClr val="folHlink"/>
              </a:buClr>
              <a:buSzPts val="1440"/>
              <a:buFont typeface="Noto Sans Symbols"/>
              <a:buNone/>
            </a:pPr>
            <a:r>
              <a:t/>
            </a:r>
            <a:endParaRPr b="0" i="0" sz="2400" u="none">
              <a:solidFill>
                <a:schemeClr val="dk1"/>
              </a:solidFill>
              <a:latin typeface="Tahoma"/>
              <a:ea typeface="Tahoma"/>
              <a:cs typeface="Tahoma"/>
              <a:sym typeface="Tahoma"/>
            </a:endParaRPr>
          </a:p>
          <a:p>
            <a:pPr indent="-285750" lvl="1" marL="742950" rtl="0" algn="l">
              <a:lnSpc>
                <a:spcPct val="10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Adjust the security policy </a:t>
            </a:r>
            <a:r>
              <a:rPr b="0" i="0" lang="en-US" sz="2400" u="none">
                <a:solidFill>
                  <a:schemeClr val="dk1"/>
                </a:solidFill>
                <a:latin typeface="Tahoma"/>
                <a:ea typeface="Tahoma"/>
                <a:cs typeface="Tahoma"/>
                <a:sym typeface="Tahoma"/>
              </a:rPr>
              <a:t>as security holes and risks are identified.</a:t>
            </a:r>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
        <p:nvSpPr>
          <p:cNvPr id="358" name="Google Shape;358;p49"/>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0"/>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Terms related to Security</a:t>
            </a:r>
            <a:endParaRPr/>
          </a:p>
        </p:txBody>
      </p:sp>
      <p:sp>
        <p:nvSpPr>
          <p:cNvPr id="364" name="Google Shape;364;p50"/>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  Assets</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  Threats</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  Attack</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  Vulnerability</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  Risk Analysis</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  Countermeasures</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  Hacking</a:t>
            </a:r>
            <a:endParaRPr/>
          </a:p>
        </p:txBody>
      </p:sp>
      <p:sp>
        <p:nvSpPr>
          <p:cNvPr id="365" name="Google Shape;365;p50"/>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9" name="Shape 369"/>
        <p:cNvGrpSpPr/>
        <p:nvPr/>
      </p:nvGrpSpPr>
      <p:grpSpPr>
        <a:xfrm>
          <a:off x="0" y="0"/>
          <a:ext cx="0" cy="0"/>
          <a:chOff x="0" y="0"/>
          <a:chExt cx="0" cy="0"/>
        </a:xfrm>
      </p:grpSpPr>
      <p:sp>
        <p:nvSpPr>
          <p:cNvPr id="370" name="Google Shape;370;p51"/>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Asset</a:t>
            </a:r>
            <a:endParaRPr/>
          </a:p>
        </p:txBody>
      </p:sp>
      <p:sp>
        <p:nvSpPr>
          <p:cNvPr id="371" name="Google Shape;371;p51"/>
          <p:cNvSpPr txBox="1"/>
          <p:nvPr>
            <p:ph idx="1" type="body"/>
          </p:nvPr>
        </p:nvSpPr>
        <p:spPr>
          <a:xfrm>
            <a:off x="1182687" y="2017712"/>
            <a:ext cx="7772400" cy="27828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An asset is the </a:t>
            </a:r>
            <a:r>
              <a:rPr b="0" i="0" lang="en-US" sz="2400" u="none">
                <a:solidFill>
                  <a:srgbClr val="7030A0"/>
                </a:solidFill>
                <a:latin typeface="Tahoma"/>
                <a:ea typeface="Tahoma"/>
                <a:cs typeface="Tahoma"/>
                <a:sym typeface="Tahoma"/>
              </a:rPr>
              <a:t>organizational resource </a:t>
            </a:r>
            <a:r>
              <a:rPr b="0" i="0" lang="en-US" sz="2400" u="none">
                <a:solidFill>
                  <a:schemeClr val="dk1"/>
                </a:solidFill>
                <a:latin typeface="Tahoma"/>
                <a:ea typeface="Tahoma"/>
                <a:cs typeface="Tahoma"/>
                <a:sym typeface="Tahoma"/>
              </a:rPr>
              <a:t>that is being protected.</a:t>
            </a:r>
            <a:endParaRPr/>
          </a:p>
          <a:p>
            <a:pPr indent="-342900" lvl="0" marL="342900" marR="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It can </a:t>
            </a:r>
            <a:r>
              <a:rPr b="0" i="0" lang="en-US" sz="2400" u="none">
                <a:solidFill>
                  <a:srgbClr val="7030A0"/>
                </a:solidFill>
                <a:latin typeface="Tahoma"/>
                <a:ea typeface="Tahoma"/>
                <a:cs typeface="Tahoma"/>
                <a:sym typeface="Tahoma"/>
              </a:rPr>
              <a:t>be logical </a:t>
            </a:r>
            <a:r>
              <a:rPr b="0" i="0" lang="en-US" sz="2400" u="none">
                <a:solidFill>
                  <a:schemeClr val="dk1"/>
                </a:solidFill>
                <a:latin typeface="Tahoma"/>
                <a:ea typeface="Tahoma"/>
                <a:cs typeface="Tahoma"/>
                <a:sym typeface="Tahoma"/>
              </a:rPr>
              <a:t>like website, information, data.</a:t>
            </a:r>
            <a:endParaRPr/>
          </a:p>
          <a:p>
            <a:pPr indent="-342900" lvl="0" marL="342900" marR="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It can be </a:t>
            </a:r>
            <a:r>
              <a:rPr b="0" i="0" lang="en-US" sz="2400" u="none">
                <a:solidFill>
                  <a:srgbClr val="7030A0"/>
                </a:solidFill>
                <a:latin typeface="Tahoma"/>
                <a:ea typeface="Tahoma"/>
                <a:cs typeface="Tahoma"/>
                <a:sym typeface="Tahoma"/>
              </a:rPr>
              <a:t>physical</a:t>
            </a:r>
            <a:r>
              <a:rPr b="0" i="0" lang="en-US" sz="2400" u="none">
                <a:solidFill>
                  <a:schemeClr val="dk1"/>
                </a:solidFill>
                <a:latin typeface="Tahoma"/>
                <a:ea typeface="Tahoma"/>
                <a:cs typeface="Tahoma"/>
                <a:sym typeface="Tahoma"/>
              </a:rPr>
              <a:t> like computer system or other tangible object.</a:t>
            </a:r>
            <a:endParaRPr/>
          </a:p>
        </p:txBody>
      </p:sp>
      <p:sp>
        <p:nvSpPr>
          <p:cNvPr id="372" name="Google Shape;372;p51"/>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2"/>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Threat</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A person, thing, event or idea which poses some danger to an asset (in terms of confidentiality, integrity, availability or legitimate use).</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A possible means by which a security policy may be breached.</a:t>
            </a:r>
            <a:endParaRPr/>
          </a:p>
          <a:p>
            <a:pPr indent="-285750" lvl="1" marL="742950" rtl="0" algn="l">
              <a:lnSpc>
                <a:spcPct val="80000"/>
              </a:lnSpc>
              <a:spcBef>
                <a:spcPts val="360"/>
              </a:spcBef>
              <a:spcAft>
                <a:spcPts val="0"/>
              </a:spcAft>
              <a:buSzPts val="990"/>
              <a:buNone/>
            </a:pPr>
            <a:r>
              <a:t/>
            </a:r>
            <a:endParaRPr b="0" i="0" sz="1800" u="none">
              <a:solidFill>
                <a:schemeClr val="dk1"/>
              </a:solidFill>
              <a:latin typeface="Tahoma"/>
              <a:ea typeface="Tahoma"/>
              <a:cs typeface="Tahoma"/>
              <a:sym typeface="Tahoma"/>
            </a:endParaRPr>
          </a:p>
          <a:p>
            <a:pPr indent="-342900" lvl="0" marL="342900" rtl="0" algn="l">
              <a:lnSpc>
                <a:spcPct val="8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An attack </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An assault against a computer system or network as a result of deliberate, intelligent action; for example, denial of service attacks, penetration and sabotage.</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It is a realization of a threat. </a:t>
            </a:r>
            <a:endParaRPr/>
          </a:p>
          <a:p>
            <a:pPr indent="-222884" lvl="1" marL="742950" rtl="0" algn="l">
              <a:lnSpc>
                <a:spcPct val="80000"/>
              </a:lnSpc>
              <a:spcBef>
                <a:spcPts val="360"/>
              </a:spcBef>
              <a:spcAft>
                <a:spcPts val="0"/>
              </a:spcAft>
              <a:buClr>
                <a:schemeClr val="hlink"/>
              </a:buClr>
              <a:buSzPts val="990"/>
              <a:buFont typeface="Noto Sans Symbols"/>
              <a:buNone/>
            </a:pPr>
            <a:r>
              <a:t/>
            </a:r>
            <a:endParaRPr b="0" i="0" sz="1800" u="none">
              <a:solidFill>
                <a:schemeClr val="dk1"/>
              </a:solidFill>
              <a:latin typeface="Tahoma"/>
              <a:ea typeface="Tahoma"/>
              <a:cs typeface="Tahoma"/>
              <a:sym typeface="Tahoma"/>
            </a:endParaRPr>
          </a:p>
          <a:p>
            <a:pPr indent="-342900" lvl="0" marL="342900" rtl="0" algn="l">
              <a:lnSpc>
                <a:spcPct val="80000"/>
              </a:lnSpc>
              <a:spcBef>
                <a:spcPts val="360"/>
              </a:spcBef>
              <a:spcAft>
                <a:spcPts val="0"/>
              </a:spcAft>
              <a:buSzPts val="1080"/>
              <a:buNone/>
            </a:pPr>
            <a:r>
              <a:t/>
            </a:r>
            <a:endParaRPr b="0" i="0" sz="1800" u="none">
              <a:solidFill>
                <a:schemeClr val="dk1"/>
              </a:solidFill>
              <a:latin typeface="Times New Roman"/>
              <a:ea typeface="Times New Roman"/>
              <a:cs typeface="Times New Roman"/>
              <a:sym typeface="Times New Roman"/>
            </a:endParaRPr>
          </a:p>
          <a:p>
            <a:pPr indent="-274320" lvl="0" marL="342900" rtl="0" algn="l">
              <a:spcBef>
                <a:spcPts val="360"/>
              </a:spcBef>
              <a:spcAft>
                <a:spcPts val="0"/>
              </a:spcAft>
              <a:buSzPts val="1080"/>
              <a:buNone/>
            </a:pPr>
            <a:r>
              <a:t/>
            </a:r>
            <a:endParaRPr b="0" i="0" sz="1800" u="none">
              <a:solidFill>
                <a:schemeClr val="dk1"/>
              </a:solidFill>
              <a:latin typeface="Times New Roman"/>
              <a:ea typeface="Times New Roman"/>
              <a:cs typeface="Times New Roman"/>
              <a:sym typeface="Times New Roman"/>
            </a:endParaRPr>
          </a:p>
        </p:txBody>
      </p:sp>
      <p:sp>
        <p:nvSpPr>
          <p:cNvPr id="378" name="Google Shape;378;p52"/>
          <p:cNvSpPr txBox="1"/>
          <p:nvPr>
            <p:ph type="title"/>
          </p:nvPr>
        </p:nvSpPr>
        <p:spPr>
          <a:xfrm>
            <a:off x="609600" y="0"/>
            <a:ext cx="7793037" cy="1447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000" u="none">
                <a:solidFill>
                  <a:schemeClr val="dk2"/>
                </a:solidFill>
                <a:latin typeface="Tahoma"/>
                <a:ea typeface="Tahoma"/>
                <a:cs typeface="Tahoma"/>
                <a:sym typeface="Tahoma"/>
              </a:rPr>
            </a:br>
            <a:br>
              <a:rPr b="0" i="0" lang="en-US" sz="4400" u="none">
                <a:solidFill>
                  <a:schemeClr val="dk2"/>
                </a:solidFill>
                <a:latin typeface="Tahoma"/>
                <a:ea typeface="Tahoma"/>
                <a:cs typeface="Tahoma"/>
                <a:sym typeface="Tahoma"/>
              </a:rPr>
            </a:br>
            <a:endParaRPr/>
          </a:p>
        </p:txBody>
      </p:sp>
      <p:sp>
        <p:nvSpPr>
          <p:cNvPr id="379" name="Google Shape;379;p52"/>
          <p:cNvSpPr txBox="1"/>
          <p:nvPr/>
        </p:nvSpPr>
        <p:spPr>
          <a:xfrm>
            <a:off x="1066800" y="609600"/>
            <a:ext cx="7793037" cy="1143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Threats and Attack</a:t>
            </a:r>
            <a:endParaRPr/>
          </a:p>
        </p:txBody>
      </p:sp>
      <p:sp>
        <p:nvSpPr>
          <p:cNvPr id="380" name="Google Shape;380;p52"/>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3"/>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Vulnerability</a:t>
            </a:r>
            <a:endParaRPr/>
          </a:p>
          <a:p>
            <a:pPr indent="-285750" lvl="1" marL="742950" marR="0" rtl="0" algn="l">
              <a:lnSpc>
                <a:spcPct val="80000"/>
              </a:lnSpc>
              <a:spcBef>
                <a:spcPts val="360"/>
              </a:spcBef>
              <a:spcAft>
                <a:spcPts val="0"/>
              </a:spcAft>
              <a:buClr>
                <a:schemeClr val="hlink"/>
              </a:buClr>
              <a:buSzPts val="990"/>
              <a:buFont typeface="Noto Sans Symbols"/>
              <a:buChar char="■"/>
            </a:pPr>
            <a:r>
              <a:rPr b="0" i="0" lang="en-US" sz="1800" u="none" cap="none" strike="noStrike">
                <a:solidFill>
                  <a:schemeClr val="dk1"/>
                </a:solidFill>
                <a:latin typeface="Tahoma"/>
                <a:ea typeface="Tahoma"/>
                <a:cs typeface="Tahoma"/>
                <a:sym typeface="Tahoma"/>
              </a:rPr>
              <a:t>A weakness in the system that can be exploited to cause loss or harm</a:t>
            </a:r>
            <a:endParaRPr/>
          </a:p>
          <a:p>
            <a:pPr indent="-285750" lvl="1" marL="742950" marR="0" rtl="0" algn="l">
              <a:lnSpc>
                <a:spcPct val="80000"/>
              </a:lnSpc>
              <a:spcBef>
                <a:spcPts val="360"/>
              </a:spcBef>
              <a:spcAft>
                <a:spcPts val="0"/>
              </a:spcAft>
              <a:buClr>
                <a:schemeClr val="hlink"/>
              </a:buClr>
              <a:buSzPts val="990"/>
              <a:buFont typeface="Noto Sans Symbols"/>
              <a:buChar char="■"/>
            </a:pPr>
            <a:r>
              <a:rPr b="0" i="0" lang="en-US" sz="1800" u="none" cap="none" strike="noStrike">
                <a:solidFill>
                  <a:schemeClr val="dk1"/>
                </a:solidFill>
                <a:latin typeface="Tahoma"/>
                <a:ea typeface="Tahoma"/>
                <a:cs typeface="Tahoma"/>
                <a:sym typeface="Tahoma"/>
              </a:rPr>
              <a:t>In </a:t>
            </a:r>
            <a:r>
              <a:rPr b="0" i="0" lang="en-US" sz="1800" u="none" cap="none" strike="noStrike">
                <a:solidFill>
                  <a:srgbClr val="7030A0"/>
                </a:solidFill>
                <a:latin typeface="Tahoma"/>
                <a:ea typeface="Tahoma"/>
                <a:cs typeface="Tahoma"/>
                <a:sym typeface="Tahoma"/>
              </a:rPr>
              <a:t>computer security, </a:t>
            </a:r>
            <a:r>
              <a:rPr b="0" i="0" lang="en-US" sz="1800" u="none" cap="none" strike="noStrike">
                <a:solidFill>
                  <a:schemeClr val="dk1"/>
                </a:solidFill>
                <a:latin typeface="Tahoma"/>
                <a:ea typeface="Tahoma"/>
                <a:cs typeface="Tahoma"/>
                <a:sym typeface="Tahoma"/>
              </a:rPr>
              <a:t>the word vulnerability refers to a weakness in a system allowing an attacker to violate the confidentiality, integrity, availability ,access control, consistency or audit mechanisms of the system or the data and applications it hosts </a:t>
            </a:r>
            <a:endParaRPr/>
          </a:p>
          <a:p>
            <a:pPr indent="-342900" lvl="0" marL="342900" marR="0" rtl="0" algn="l">
              <a:lnSpc>
                <a:spcPct val="8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Control, Countermeasure, safeguard</a:t>
            </a:r>
            <a:endParaRPr/>
          </a:p>
          <a:p>
            <a:pPr indent="-285750" lvl="1" marL="742950" marR="0" rtl="0" algn="l">
              <a:lnSpc>
                <a:spcPct val="80000"/>
              </a:lnSpc>
              <a:spcBef>
                <a:spcPts val="360"/>
              </a:spcBef>
              <a:spcAft>
                <a:spcPts val="0"/>
              </a:spcAft>
              <a:buClr>
                <a:schemeClr val="hlink"/>
              </a:buClr>
              <a:buSzPts val="990"/>
              <a:buFont typeface="Noto Sans Symbols"/>
              <a:buChar char="■"/>
            </a:pPr>
            <a:r>
              <a:rPr b="0" i="0" lang="en-US" sz="1800" u="none" cap="none" strike="noStrike">
                <a:solidFill>
                  <a:schemeClr val="dk1"/>
                </a:solidFill>
                <a:latin typeface="Tahoma"/>
                <a:ea typeface="Tahoma"/>
                <a:cs typeface="Tahoma"/>
                <a:sym typeface="Tahoma"/>
              </a:rPr>
              <a:t>An action, device, procedure or technique that removes or reduces a vulnerability.</a:t>
            </a:r>
            <a:endParaRPr/>
          </a:p>
          <a:p>
            <a:pPr indent="-274320" lvl="0" marL="342900" marR="0" rtl="0" algn="l">
              <a:spcBef>
                <a:spcPts val="360"/>
              </a:spcBef>
              <a:spcAft>
                <a:spcPts val="0"/>
              </a:spcAft>
              <a:buClr>
                <a:schemeClr val="folHlink"/>
              </a:buClr>
              <a:buSzPts val="1080"/>
              <a:buFont typeface="Noto Sans Symbols"/>
              <a:buNone/>
            </a:pPr>
            <a:r>
              <a:t/>
            </a:r>
            <a:endParaRPr b="0" i="0" sz="1800" u="none" cap="none" strike="noStrike">
              <a:solidFill>
                <a:schemeClr val="dk1"/>
              </a:solidFill>
              <a:latin typeface="Tahoma"/>
              <a:ea typeface="Tahoma"/>
              <a:cs typeface="Tahoma"/>
              <a:sym typeface="Tahoma"/>
            </a:endParaRPr>
          </a:p>
        </p:txBody>
      </p:sp>
      <p:sp>
        <p:nvSpPr>
          <p:cNvPr id="386" name="Google Shape;386;p53"/>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
        <p:nvSpPr>
          <p:cNvPr id="387" name="Google Shape;387;p53"/>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Vulnerability and Countermeasure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4"/>
          <p:cNvSpPr txBox="1"/>
          <p:nvPr>
            <p:ph type="title"/>
          </p:nvPr>
        </p:nvSpPr>
        <p:spPr>
          <a:xfrm>
            <a:off x="1227137" y="609600"/>
            <a:ext cx="7154862"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Risk = Threat + Vulnerability</a:t>
            </a:r>
            <a:endParaRPr/>
          </a:p>
        </p:txBody>
      </p:sp>
      <p:sp>
        <p:nvSpPr>
          <p:cNvPr id="393" name="Google Shape;393;p54"/>
          <p:cNvSpPr txBox="1"/>
          <p:nvPr>
            <p:ph idx="1" type="body"/>
          </p:nvPr>
        </p:nvSpPr>
        <p:spPr>
          <a:xfrm>
            <a:off x="1182687" y="2017712"/>
            <a:ext cx="7772400" cy="3773487"/>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Threats without vulnerabilities pose no risk.</a:t>
            </a:r>
            <a:endParaRPr/>
          </a:p>
          <a:p>
            <a:pPr indent="-251459" lvl="0" marL="342900" rtl="0" algn="l">
              <a:lnSpc>
                <a:spcPct val="100000"/>
              </a:lnSpc>
              <a:spcBef>
                <a:spcPts val="480"/>
              </a:spcBef>
              <a:spcAft>
                <a:spcPts val="0"/>
              </a:spcAft>
              <a:buClr>
                <a:schemeClr val="folHlink"/>
              </a:buClr>
              <a:buSzPts val="1440"/>
              <a:buFont typeface="Noto Sans Symbols"/>
              <a:buNone/>
            </a:pPr>
            <a:r>
              <a:t/>
            </a:r>
            <a:endParaRPr b="0" i="0" sz="2400" u="none">
              <a:solidFill>
                <a:schemeClr val="dk1"/>
              </a:solidFill>
              <a:latin typeface="Tahoma"/>
              <a:ea typeface="Tahoma"/>
              <a:cs typeface="Tahoma"/>
              <a:sym typeface="Tahoma"/>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Likewise, vulnerabilities without threats pose no risk.</a:t>
            </a:r>
            <a:endParaRPr/>
          </a:p>
          <a:p>
            <a:pPr indent="-342900" lvl="0" marL="342900" rtl="0" algn="l">
              <a:lnSpc>
                <a:spcPct val="100000"/>
              </a:lnSpc>
              <a:spcBef>
                <a:spcPts val="480"/>
              </a:spcBef>
              <a:spcAft>
                <a:spcPts val="0"/>
              </a:spcAft>
              <a:buSzPts val="1440"/>
              <a:buNone/>
            </a:pPr>
            <a:r>
              <a:t/>
            </a:r>
            <a:endParaRPr b="0" i="0" sz="2400" u="none">
              <a:solidFill>
                <a:schemeClr val="dk1"/>
              </a:solidFill>
              <a:latin typeface="Tahoma"/>
              <a:ea typeface="Tahoma"/>
              <a:cs typeface="Tahoma"/>
              <a:sym typeface="Tahoma"/>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Risk is the probability that something can happen.</a:t>
            </a:r>
            <a:endParaRPr/>
          </a:p>
          <a:p>
            <a:pPr indent="-251459" lvl="0" marL="342900" rtl="0" algn="l">
              <a:lnSpc>
                <a:spcPct val="100000"/>
              </a:lnSpc>
              <a:spcBef>
                <a:spcPts val="480"/>
              </a:spcBef>
              <a:spcAft>
                <a:spcPts val="0"/>
              </a:spcAft>
              <a:buClr>
                <a:schemeClr val="folHlink"/>
              </a:buClr>
              <a:buSzPts val="1440"/>
              <a:buFont typeface="Noto Sans Symbols"/>
              <a:buNone/>
            </a:pPr>
            <a:r>
              <a:t/>
            </a:r>
            <a:endParaRPr b="0" i="0" sz="2400" u="none">
              <a:solidFill>
                <a:schemeClr val="dk1"/>
              </a:solidFill>
              <a:latin typeface="Tahoma"/>
              <a:ea typeface="Tahoma"/>
              <a:cs typeface="Tahoma"/>
              <a:sym typeface="Tahoma"/>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Risk analysis can be quantitative or qualitative.</a:t>
            </a:r>
            <a:endParaRPr/>
          </a:p>
          <a:p>
            <a:pPr indent="-251459" lvl="0" marL="342900" rtl="0" algn="l">
              <a:spcBef>
                <a:spcPts val="480"/>
              </a:spcBef>
              <a:spcAft>
                <a:spcPts val="0"/>
              </a:spcAft>
              <a:buSzPts val="1440"/>
              <a:buNone/>
            </a:pPr>
            <a:r>
              <a:t/>
            </a:r>
            <a:endParaRPr b="0" i="0" sz="2400" u="none">
              <a:solidFill>
                <a:schemeClr val="dk1"/>
              </a:solidFill>
              <a:latin typeface="Tahoma"/>
              <a:ea typeface="Tahoma"/>
              <a:cs typeface="Tahoma"/>
              <a:sym typeface="Tahoma"/>
            </a:endParaRPr>
          </a:p>
        </p:txBody>
      </p:sp>
      <p:sp>
        <p:nvSpPr>
          <p:cNvPr id="394" name="Google Shape;394;p54"/>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5"/>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Cont…</a:t>
            </a:r>
            <a:endParaRPr/>
          </a:p>
        </p:txBody>
      </p:sp>
      <p:sp>
        <p:nvSpPr>
          <p:cNvPr id="400" name="Google Shape;400;p55"/>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Risk can be qualitatively defined in three levels:</a:t>
            </a:r>
            <a:endParaRPr/>
          </a:p>
          <a:p>
            <a:pPr indent="-342900" lvl="0" marL="342900" rtl="0" algn="l">
              <a:lnSpc>
                <a:spcPct val="80000"/>
              </a:lnSpc>
              <a:spcBef>
                <a:spcPts val="400"/>
              </a:spcBef>
              <a:spcAft>
                <a:spcPts val="0"/>
              </a:spcAft>
              <a:buSzPts val="1200"/>
              <a:buNone/>
            </a:pPr>
            <a:r>
              <a:t/>
            </a:r>
            <a:endParaRPr b="0" i="0" sz="2000" u="none">
              <a:solidFill>
                <a:srgbClr val="7030A0"/>
              </a:solidFill>
              <a:latin typeface="Tahoma"/>
              <a:ea typeface="Tahoma"/>
              <a:cs typeface="Tahoma"/>
              <a:sym typeface="Tahoma"/>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rgbClr val="7030A0"/>
                </a:solidFill>
                <a:latin typeface="Tahoma"/>
                <a:ea typeface="Tahoma"/>
                <a:cs typeface="Tahoma"/>
                <a:sym typeface="Tahoma"/>
              </a:rPr>
              <a:t>Low-</a:t>
            </a:r>
            <a:r>
              <a:rPr b="0" i="0" lang="en-US" sz="1800" u="none">
                <a:solidFill>
                  <a:schemeClr val="dk1"/>
                </a:solidFill>
                <a:latin typeface="Tahoma"/>
                <a:ea typeface="Tahoma"/>
                <a:cs typeface="Tahoma"/>
                <a:sym typeface="Tahoma"/>
              </a:rPr>
              <a:t> Action to remove the vulnerability should be taken if possible</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rgbClr val="7030A0"/>
                </a:solidFill>
                <a:latin typeface="Tahoma"/>
                <a:ea typeface="Tahoma"/>
                <a:cs typeface="Tahoma"/>
                <a:sym typeface="Tahoma"/>
              </a:rPr>
              <a:t>Medium-</a:t>
            </a:r>
            <a:r>
              <a:rPr b="0" i="0" lang="en-US" sz="1800" u="none">
                <a:solidFill>
                  <a:schemeClr val="dk1"/>
                </a:solidFill>
                <a:latin typeface="Tahoma"/>
                <a:ea typeface="Tahoma"/>
                <a:cs typeface="Tahoma"/>
                <a:sym typeface="Tahoma"/>
              </a:rPr>
              <a:t> Action to remove the vulnerability is advisable</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rgbClr val="7030A0"/>
                </a:solidFill>
                <a:latin typeface="Tahoma"/>
                <a:ea typeface="Tahoma"/>
                <a:cs typeface="Tahoma"/>
                <a:sym typeface="Tahoma"/>
              </a:rPr>
              <a:t>High-</a:t>
            </a:r>
            <a:r>
              <a:rPr b="0" i="0" lang="en-US" sz="1800" u="none">
                <a:solidFill>
                  <a:schemeClr val="dk1"/>
                </a:solidFill>
                <a:latin typeface="Tahoma"/>
                <a:ea typeface="Tahoma"/>
                <a:cs typeface="Tahoma"/>
                <a:sym typeface="Tahoma"/>
              </a:rPr>
              <a:t> Action should be taken immediately to remove this vulnerability</a:t>
            </a:r>
            <a:endParaRPr/>
          </a:p>
        </p:txBody>
      </p:sp>
      <p:sp>
        <p:nvSpPr>
          <p:cNvPr id="401" name="Google Shape;401;p55"/>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56"/>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Hacking</a:t>
            </a:r>
            <a:endParaRPr/>
          </a:p>
        </p:txBody>
      </p:sp>
      <p:sp>
        <p:nvSpPr>
          <p:cNvPr id="407" name="Google Shape;407;p56"/>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266700" lvl="0" marL="342900" rtl="0" algn="l">
              <a:lnSpc>
                <a:spcPct val="80000"/>
              </a:lnSpc>
              <a:spcBef>
                <a:spcPts val="0"/>
              </a:spcBef>
              <a:spcAft>
                <a:spcPts val="0"/>
              </a:spcAft>
              <a:buClr>
                <a:schemeClr val="folHlink"/>
              </a:buClr>
              <a:buSzPts val="1200"/>
              <a:buFont typeface="Noto Sans Symbols"/>
              <a:buNone/>
            </a:pPr>
            <a:r>
              <a:t/>
            </a:r>
            <a:endParaRPr b="0" i="0" sz="2000" u="none">
              <a:solidFill>
                <a:schemeClr val="dk1"/>
              </a:solidFill>
              <a:latin typeface="Tahoma"/>
              <a:ea typeface="Tahoma"/>
              <a:cs typeface="Tahoma"/>
              <a:sym typeface="Tahoma"/>
            </a:endParaRPr>
          </a:p>
          <a:p>
            <a:pPr indent="-342900" lvl="0" marL="342900" rtl="0" algn="l">
              <a:lnSpc>
                <a:spcPct val="80000"/>
              </a:lnSpc>
              <a:spcBef>
                <a:spcPts val="480"/>
              </a:spcBef>
              <a:spcAft>
                <a:spcPts val="0"/>
              </a:spcAft>
              <a:buClr>
                <a:schemeClr val="folHlink"/>
              </a:buClr>
              <a:buSzPts val="1440"/>
              <a:buFont typeface="Noto Sans Symbols"/>
              <a:buChar char="■"/>
            </a:pPr>
            <a:r>
              <a:rPr b="0" i="0" lang="en-US" sz="2400" u="none">
                <a:solidFill>
                  <a:srgbClr val="7030A0"/>
                </a:solidFill>
                <a:latin typeface="Tahoma"/>
                <a:ea typeface="Tahoma"/>
                <a:cs typeface="Tahoma"/>
                <a:sym typeface="Tahoma"/>
              </a:rPr>
              <a:t>Can be defined positively and negatively:</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To write computer programs for enjoyment.</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To gain access to a computer illegally.</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A person who writes programs in assembly language or in system-level languages, such as C. The term often refers to any programmer, but its true meaning is someone with a strong technical background who is "hacking away" at the bits and bytes.</a:t>
            </a:r>
            <a:endParaRPr/>
          </a:p>
          <a:p>
            <a:pPr indent="-285750" lvl="1" marL="742950" rtl="0" algn="l">
              <a:lnSpc>
                <a:spcPct val="80000"/>
              </a:lnSpc>
              <a:spcBef>
                <a:spcPts val="360"/>
              </a:spcBef>
              <a:spcAft>
                <a:spcPts val="0"/>
              </a:spcAft>
              <a:buClr>
                <a:schemeClr val="hlink"/>
              </a:buClr>
              <a:buSzPts val="990"/>
              <a:buFont typeface="Noto Sans Symbols"/>
              <a:buChar char="■"/>
            </a:pPr>
            <a:r>
              <a:rPr b="0" i="0" lang="en-US" sz="1800" u="none">
                <a:solidFill>
                  <a:schemeClr val="dk1"/>
                </a:solidFill>
                <a:latin typeface="Tahoma"/>
                <a:ea typeface="Tahoma"/>
                <a:cs typeface="Tahoma"/>
                <a:sym typeface="Tahoma"/>
              </a:rPr>
              <a:t>During the 1990s, the term "hacker" became synonymous with "cracker," which is a person who performs some form of computer sabotage. The association is understandable. In order to be an effective cracker, you had to be a good hacker, thus the terms got intertwined, and hacker won out in the popular press. </a:t>
            </a:r>
            <a:endParaRPr/>
          </a:p>
        </p:txBody>
      </p:sp>
      <p:sp>
        <p:nvSpPr>
          <p:cNvPr id="408" name="Google Shape;408;p56"/>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7"/>
          <p:cNvSpPr txBox="1"/>
          <p:nvPr>
            <p:ph type="title"/>
          </p:nvPr>
        </p:nvSpPr>
        <p:spPr>
          <a:xfrm>
            <a:off x="1150937" y="617537"/>
            <a:ext cx="7793037"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ahoma"/>
              <a:buNone/>
            </a:pPr>
            <a:r>
              <a:rPr b="0" i="0" lang="en-US" sz="4000" u="none">
                <a:solidFill>
                  <a:schemeClr val="dk2"/>
                </a:solidFill>
                <a:latin typeface="Tahoma"/>
                <a:ea typeface="Tahoma"/>
                <a:cs typeface="Tahoma"/>
                <a:sym typeface="Tahoma"/>
              </a:rPr>
              <a:t>Summary</a:t>
            </a:r>
            <a:br>
              <a:rPr b="0" i="0" lang="en-US" sz="4000" u="none">
                <a:solidFill>
                  <a:schemeClr val="dk2"/>
                </a:solidFill>
                <a:latin typeface="Tahoma"/>
                <a:ea typeface="Tahoma"/>
                <a:cs typeface="Tahoma"/>
                <a:sym typeface="Tahoma"/>
              </a:rPr>
            </a:br>
            <a:endParaRPr/>
          </a:p>
        </p:txBody>
      </p:sp>
      <p:sp>
        <p:nvSpPr>
          <p:cNvPr id="414" name="Google Shape;414;p57"/>
          <p:cNvSpPr txBox="1"/>
          <p:nvPr>
            <p:ph idx="1" type="body"/>
          </p:nvPr>
        </p:nvSpPr>
        <p:spPr>
          <a:xfrm>
            <a:off x="1182687" y="2017712"/>
            <a:ext cx="77724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440"/>
              <a:buNone/>
            </a:pPr>
            <a:r>
              <a:rPr b="0" i="0" lang="en-US" sz="2400" u="none">
                <a:solidFill>
                  <a:srgbClr val="7030A0"/>
                </a:solidFill>
                <a:latin typeface="Tahoma"/>
                <a:ea typeface="Tahoma"/>
                <a:cs typeface="Tahoma"/>
                <a:sym typeface="Tahoma"/>
              </a:rPr>
              <a:t>What we have studied:</a:t>
            </a:r>
            <a:endParaRPr/>
          </a:p>
          <a:p>
            <a:pPr indent="-342900" lvl="0" marL="342900" rtl="0" algn="l">
              <a:lnSpc>
                <a:spcPct val="100000"/>
              </a:lnSpc>
              <a:spcBef>
                <a:spcPts val="480"/>
              </a:spcBef>
              <a:spcAft>
                <a:spcPts val="0"/>
              </a:spcAft>
              <a:buSzPts val="1440"/>
              <a:buNone/>
            </a:pPr>
            <a:r>
              <a:t/>
            </a:r>
            <a:endParaRPr b="0" i="0" sz="2400" u="none">
              <a:solidFill>
                <a:srgbClr val="7030A0"/>
              </a:solidFill>
              <a:latin typeface="Tahoma"/>
              <a:ea typeface="Tahoma"/>
              <a:cs typeface="Tahoma"/>
              <a:sym typeface="Tahoma"/>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What is Information Security?</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What is Network Security?</a:t>
            </a:r>
            <a:endParaRPr/>
          </a:p>
          <a:p>
            <a:pPr indent="-342900" lvl="0" marL="342900" rtl="0" algn="l">
              <a:lnSpc>
                <a:spcPct val="100000"/>
              </a:lnSpc>
              <a:spcBef>
                <a:spcPts val="480"/>
              </a:spcBef>
              <a:spcAft>
                <a:spcPts val="0"/>
              </a:spcAft>
              <a:buClr>
                <a:schemeClr val="folHlink"/>
              </a:buClr>
              <a:buSzPts val="1440"/>
              <a:buFont typeface="Noto Sans Symbols"/>
              <a:buChar char="■"/>
            </a:pPr>
            <a:r>
              <a:rPr b="0" i="0" lang="en-US" sz="2400" u="none">
                <a:solidFill>
                  <a:schemeClr val="dk1"/>
                </a:solidFill>
                <a:latin typeface="Tahoma"/>
                <a:ea typeface="Tahoma"/>
                <a:cs typeface="Tahoma"/>
                <a:sym typeface="Tahoma"/>
              </a:rPr>
              <a:t>Assets, Threats and Countermeasures.</a:t>
            </a:r>
            <a:endParaRPr/>
          </a:p>
        </p:txBody>
      </p:sp>
      <p:sp>
        <p:nvSpPr>
          <p:cNvPr id="415" name="Google Shape;415;p57"/>
          <p:cNvSpPr txBox="1"/>
          <p:nvPr/>
        </p:nvSpPr>
        <p:spPr>
          <a:xfrm>
            <a:off x="3352800" y="6324600"/>
            <a:ext cx="2895600" cy="4572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ahoma"/>
              <a:buNone/>
            </a:pPr>
            <a:r>
              <a:rPr b="0" i="0" lang="en-US" sz="1400" u="none">
                <a:solidFill>
                  <a:schemeClr val="dk1"/>
                </a:solidFill>
                <a:latin typeface="Tahoma"/>
                <a:ea typeface="Tahoma"/>
                <a:cs typeface="Tahoma"/>
                <a:sym typeface="Tahoma"/>
              </a:rPr>
              <a:t>PU Gujranwala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