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478176" cy="3686015"/>
          </a:xfrm>
        </p:spPr>
        <p:txBody>
          <a:bodyPr>
            <a:normAutofit/>
          </a:bodyPr>
          <a:lstStyle/>
          <a:p>
            <a:r>
              <a:rPr lang="en-US" sz="8000" dirty="0"/>
              <a:t>OPERATING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Multithreaded Programming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DEFINITION</a:t>
            </a:r>
            <a:br>
              <a:rPr lang="en-US" sz="4800" i="1" dirty="0">
                <a:solidFill>
                  <a:srgbClr val="FFFFFF"/>
                </a:solidFill>
              </a:rPr>
            </a:br>
            <a:br>
              <a:rPr lang="en-US" sz="1800" i="1" dirty="0">
                <a:solidFill>
                  <a:srgbClr val="FFFFFF"/>
                </a:solidFill>
              </a:rPr>
            </a:br>
            <a:r>
              <a:rPr lang="en-US" sz="1800" dirty="0"/>
              <a:t> </a:t>
            </a:r>
            <a:r>
              <a:rPr lang="en-US" sz="2800" dirty="0"/>
              <a:t>Multi-Threaded Programming </a:t>
            </a:r>
            <a:br>
              <a:rPr lang="en-US" sz="2800" dirty="0"/>
            </a:br>
            <a:r>
              <a:rPr lang="en-US" sz="2800" dirty="0"/>
              <a:t>• A thread is a basic unit of CPU utilization.</a:t>
            </a:r>
            <a:br>
              <a:rPr lang="en-US" sz="2800" dirty="0"/>
            </a:br>
            <a:r>
              <a:rPr lang="en-US" sz="2800" dirty="0"/>
              <a:t> • It consists of → thread ID → PC → register-set and → stack</a:t>
            </a:r>
            <a:endParaRPr lang="en-US" sz="2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ABED-0C78-AB6C-6336-69CB6BDF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 OF MULTITHREADING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1E41-90E0-D1CC-10B9-98E939E59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a process has multiple threads of control, it can perform more than one task at a time. Such a process is called multi-threaded process</a:t>
            </a:r>
          </a:p>
        </p:txBody>
      </p:sp>
    </p:spTree>
    <p:extLst>
      <p:ext uri="{BB962C8B-B14F-4D97-AF65-F5344CB8AC3E}">
        <p14:creationId xmlns:p14="http://schemas.microsoft.com/office/powerpoint/2010/main" val="3973195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33AE-5D46-5319-6C07-98056C40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D9F4-98B3-868B-64B4-D40483E8F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For ex: A word processor may have → first thread for displaying graphics → second thread for responding to keystrokes and → third thread for performing grammar checking. </a:t>
            </a:r>
          </a:p>
        </p:txBody>
      </p:sp>
    </p:spTree>
    <p:extLst>
      <p:ext uri="{BB962C8B-B14F-4D97-AF65-F5344CB8AC3E}">
        <p14:creationId xmlns:p14="http://schemas.microsoft.com/office/powerpoint/2010/main" val="1914859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E5BA-94A6-9F88-16F5-F7A28512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2711F-0DF8-845E-9D44-2EA2CBDB1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1) Responsiveness </a:t>
            </a:r>
          </a:p>
          <a:p>
            <a:r>
              <a:rPr lang="en-US" dirty="0"/>
              <a:t>• A program may be allowed to continue running even if part of it is blocked. Thus, increasing responsiveness to the user</a:t>
            </a:r>
          </a:p>
          <a:p>
            <a:r>
              <a:rPr lang="en-US" b="1" u="sng" dirty="0"/>
              <a:t>2) Resource Sharing </a:t>
            </a:r>
          </a:p>
          <a:p>
            <a:r>
              <a:rPr lang="en-US" dirty="0"/>
              <a:t>• By default, threads share the memory (and resources) of the process to which they belong. Thus, an application is allowed to have several different threads of activity within the same address-space. </a:t>
            </a:r>
          </a:p>
        </p:txBody>
      </p:sp>
    </p:spTree>
    <p:extLst>
      <p:ext uri="{BB962C8B-B14F-4D97-AF65-F5344CB8AC3E}">
        <p14:creationId xmlns:p14="http://schemas.microsoft.com/office/powerpoint/2010/main" val="1666313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158D-787B-DCFF-66E9-54C54DDB5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DBD95-2E85-D946-A7E5-117616391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3) Economy </a:t>
            </a:r>
          </a:p>
          <a:p>
            <a:r>
              <a:rPr lang="en-US" dirty="0"/>
              <a:t>• Allocating memory and resources for process-creation is costly. Thus, it is more economical to create and context-switch threads. </a:t>
            </a:r>
          </a:p>
          <a:p>
            <a:r>
              <a:rPr lang="en-US" b="1" u="sng" dirty="0"/>
              <a:t>4) Utilization of Multiprocessor Architectures </a:t>
            </a:r>
          </a:p>
          <a:p>
            <a:r>
              <a:rPr lang="en-US" dirty="0"/>
              <a:t>• In a multiprocessor architecture, threads may be running in parallel on different processors. Thus, parallelism will be increased.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0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37CC-BB72-FD6B-42F0-3C1C0F0D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841C-6E7D-74C7-9925-75857716A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4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{7B86DB84-6611-41C2-B7F0-1BF3B1EC8701}tf56160789_win32</Template>
  <TotalTime>15</TotalTime>
  <Words>228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Bookman Old Style</vt:lpstr>
      <vt:lpstr>Calibri</vt:lpstr>
      <vt:lpstr>Franklin Gothic Book</vt:lpstr>
      <vt:lpstr>Custom</vt:lpstr>
      <vt:lpstr>OPERATING SYSTEM</vt:lpstr>
      <vt:lpstr>DEFINITION   Multi-Threaded Programming  • A thread is a basic unit of CPU utilization.  • It consists of → thread ID → PC → register-set and → stack</vt:lpstr>
      <vt:lpstr>DEF OF MULTITHREADING PROCESS</vt:lpstr>
      <vt:lpstr>EXAMPLE</vt:lpstr>
      <vt:lpstr>Benefits</vt:lpstr>
      <vt:lpstr>CONT.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Muhammad Ikram</dc:creator>
  <cp:lastModifiedBy>Muhammad Ikram</cp:lastModifiedBy>
  <cp:revision>6</cp:revision>
  <dcterms:created xsi:type="dcterms:W3CDTF">2024-03-20T05:25:18Z</dcterms:created>
  <dcterms:modified xsi:type="dcterms:W3CDTF">2024-03-20T05:40:21Z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