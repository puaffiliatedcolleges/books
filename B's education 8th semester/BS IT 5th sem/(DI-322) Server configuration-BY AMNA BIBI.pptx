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6" r:id="rId1"/>
    <p:sldMasterId id="2147483667" r:id="rId2"/>
  </p:sldMasterIdLst>
  <p:notesMasterIdLst>
    <p:notesMasterId r:id="rId20"/>
  </p:notesMasterIdLst>
  <p:sldIdLst>
    <p:sldId id="256" r:id="rId3"/>
    <p:sldId id="257" r:id="rId4"/>
    <p:sldId id="258" r:id="rId5"/>
    <p:sldId id="259" r:id="rId6"/>
    <p:sldId id="260" r:id="rId7"/>
    <p:sldId id="261" r:id="rId8"/>
    <p:sldId id="262" r:id="rId9"/>
    <p:sldId id="297" r:id="rId10"/>
    <p:sldId id="263" r:id="rId11"/>
    <p:sldId id="264" r:id="rId12"/>
    <p:sldId id="298" r:id="rId13"/>
    <p:sldId id="300" r:id="rId14"/>
    <p:sldId id="302" r:id="rId15"/>
    <p:sldId id="303" r:id="rId16"/>
    <p:sldId id="304" r:id="rId17"/>
    <p:sldId id="305" r:id="rId18"/>
    <p:sldId id="295" r:id="rId19"/>
  </p:sldIdLst>
  <p:sldSz cx="9144000" cy="5143500" type="screen16x9"/>
  <p:notesSz cx="6858000" cy="9144000"/>
  <p:embeddedFontLst>
    <p:embeddedFont>
      <p:font typeface="Arial Black" panose="020B0A04020102020204" pitchFamily="34" charset="0"/>
      <p:bold r:id="rId21"/>
    </p:embeddedFont>
    <p:embeddedFont>
      <p:font typeface="Didact Gothic" panose="00000500000000000000" pitchFamily="2" charset="0"/>
      <p:regular r:id="rId22"/>
    </p:embeddedFont>
    <p:embeddedFont>
      <p:font typeface="Proxima Nova" panose="020B0604020202020204" charset="0"/>
      <p:regular r:id="rId23"/>
      <p:bold r:id="rId24"/>
      <p:italic r:id="rId25"/>
      <p:boldItalic r:id="rId26"/>
    </p:embeddedFont>
    <p:embeddedFont>
      <p:font typeface="Proxima Nova Semibold" panose="020B0604020202020204" charset="0"/>
      <p:regular r:id="rId27"/>
      <p:bold r:id="rId28"/>
      <p:boldItalic r:id="rId29"/>
    </p:embeddedFont>
    <p:embeddedFont>
      <p:font typeface="Roboto Black" panose="02000000000000000000" pitchFamily="2" charset="0"/>
      <p:bold r:id="rId30"/>
      <p:boldItalic r:id="rId31"/>
    </p:embeddedFont>
    <p:embeddedFont>
      <p:font typeface="Roboto Light" panose="02000000000000000000" pitchFamily="2" charset="0"/>
      <p:regular r:id="rId32"/>
      <p:bold r:id="rId33"/>
      <p:italic r:id="rId34"/>
      <p:boldItalic r:id="rId35"/>
    </p:embeddedFont>
    <p:embeddedFont>
      <p:font typeface="Roboto Mono Thin" panose="00000009000000000000"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F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E985A9-E1A7-45A8-AAB7-9EE5887BB726}">
  <a:tblStyle styleId="{B4E985A9-E1A7-45A8-AAB7-9EE5887BB7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34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9" Type="http://schemas.openxmlformats.org/officeDocument/2006/relationships/font" Target="fonts/font19.fntdata"/><Relationship Id="rId3" Type="http://schemas.openxmlformats.org/officeDocument/2006/relationships/slide" Target="slides/slide1.xml"/><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5dc4e38d75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5dc4e38d75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5c99e1ede3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5c99e1ede3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5ba3f769e1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5ba3f769e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5c99e1ede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5c99e1ede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5dc4e38d7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5dc4e38d7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5c99e1ede3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5c99e1ede3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5d564c3ce1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5d564c3ce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a:extLst>
            <a:ext uri="{FF2B5EF4-FFF2-40B4-BE49-F238E27FC236}">
              <a16:creationId xmlns:a16="http://schemas.microsoft.com/office/drawing/2014/main" id="{606D9520-4DE5-43B9-700D-D1E322BAE029}"/>
            </a:ext>
          </a:extLst>
        </p:cNvPr>
        <p:cNvGrpSpPr/>
        <p:nvPr/>
      </p:nvGrpSpPr>
      <p:grpSpPr>
        <a:xfrm>
          <a:off x="0" y="0"/>
          <a:ext cx="0" cy="0"/>
          <a:chOff x="0" y="0"/>
          <a:chExt cx="0" cy="0"/>
        </a:xfrm>
      </p:grpSpPr>
      <p:sp>
        <p:nvSpPr>
          <p:cNvPr id="374" name="Google Shape;374;g5c99e1ede3_0_154:notes">
            <a:extLst>
              <a:ext uri="{FF2B5EF4-FFF2-40B4-BE49-F238E27FC236}">
                <a16:creationId xmlns:a16="http://schemas.microsoft.com/office/drawing/2014/main" id="{D9778336-4B97-12CD-F1F8-EA4A08C242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5c99e1ede3_0_154:notes">
            <a:extLst>
              <a:ext uri="{FF2B5EF4-FFF2-40B4-BE49-F238E27FC236}">
                <a16:creationId xmlns:a16="http://schemas.microsoft.com/office/drawing/2014/main" id="{217485F9-5431-E27C-0AD1-DD47C3CDC6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796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5dc4e38d75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5dc4e38d7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5bb3dc62f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5bb3dc62f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a:extLst>
            <a:ext uri="{FF2B5EF4-FFF2-40B4-BE49-F238E27FC236}">
              <a16:creationId xmlns:a16="http://schemas.microsoft.com/office/drawing/2014/main" id="{57469772-AD15-DC61-189E-B99D19840AF5}"/>
            </a:ext>
          </a:extLst>
        </p:cNvPr>
        <p:cNvGrpSpPr/>
        <p:nvPr/>
      </p:nvGrpSpPr>
      <p:grpSpPr>
        <a:xfrm>
          <a:off x="0" y="0"/>
          <a:ext cx="0" cy="0"/>
          <a:chOff x="0" y="0"/>
          <a:chExt cx="0" cy="0"/>
        </a:xfrm>
      </p:grpSpPr>
      <p:sp>
        <p:nvSpPr>
          <p:cNvPr id="374" name="Google Shape;374;g5c99e1ede3_0_154:notes">
            <a:extLst>
              <a:ext uri="{FF2B5EF4-FFF2-40B4-BE49-F238E27FC236}">
                <a16:creationId xmlns:a16="http://schemas.microsoft.com/office/drawing/2014/main" id="{22599876-600F-9CDD-C4B9-EF1725AAF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5c99e1ede3_0_154:notes">
            <a:extLst>
              <a:ext uri="{FF2B5EF4-FFF2-40B4-BE49-F238E27FC236}">
                <a16:creationId xmlns:a16="http://schemas.microsoft.com/office/drawing/2014/main" id="{5C156C17-3795-4978-5014-5B9B5114DC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3296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gradFill>
          <a:gsLst>
            <a:gs pos="0">
              <a:srgbClr val="052643"/>
            </a:gs>
            <a:gs pos="100000">
              <a:srgbClr val="041523"/>
            </a:gs>
          </a:gsLst>
          <a:path path="circle">
            <a:fillToRect l="50000" t="50000" r="50000" b="50000"/>
          </a:path>
          <a:tileRect/>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237375" y="3670025"/>
            <a:ext cx="3129600" cy="6066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48FFD5"/>
              </a:buClr>
              <a:buSzPts val="3000"/>
              <a:buFont typeface="Roboto Black"/>
              <a:buNone/>
              <a:defRPr sz="3000" b="0">
                <a:solidFill>
                  <a:srgbClr val="48FFD5"/>
                </a:solidFill>
                <a:latin typeface="Roboto Black"/>
                <a:ea typeface="Roboto Black"/>
                <a:cs typeface="Roboto Black"/>
                <a:sym typeface="Roboto Black"/>
              </a:defRPr>
            </a:lvl1pPr>
            <a:lvl2pPr lvl="1" algn="r">
              <a:spcBef>
                <a:spcPts val="0"/>
              </a:spcBef>
              <a:spcAft>
                <a:spcPts val="0"/>
              </a:spcAft>
              <a:buClr>
                <a:srgbClr val="48FFD5"/>
              </a:buClr>
              <a:buSzPts val="3600"/>
              <a:buNone/>
              <a:defRPr sz="3600">
                <a:solidFill>
                  <a:srgbClr val="48FFD5"/>
                </a:solidFill>
              </a:defRPr>
            </a:lvl2pPr>
            <a:lvl3pPr lvl="2" algn="r">
              <a:spcBef>
                <a:spcPts val="0"/>
              </a:spcBef>
              <a:spcAft>
                <a:spcPts val="0"/>
              </a:spcAft>
              <a:buClr>
                <a:srgbClr val="48FFD5"/>
              </a:buClr>
              <a:buSzPts val="3600"/>
              <a:buNone/>
              <a:defRPr sz="3600">
                <a:solidFill>
                  <a:srgbClr val="48FFD5"/>
                </a:solidFill>
              </a:defRPr>
            </a:lvl3pPr>
            <a:lvl4pPr lvl="3" algn="r">
              <a:spcBef>
                <a:spcPts val="0"/>
              </a:spcBef>
              <a:spcAft>
                <a:spcPts val="0"/>
              </a:spcAft>
              <a:buClr>
                <a:srgbClr val="48FFD5"/>
              </a:buClr>
              <a:buSzPts val="3600"/>
              <a:buNone/>
              <a:defRPr sz="3600">
                <a:solidFill>
                  <a:srgbClr val="48FFD5"/>
                </a:solidFill>
              </a:defRPr>
            </a:lvl4pPr>
            <a:lvl5pPr lvl="4" algn="r">
              <a:spcBef>
                <a:spcPts val="0"/>
              </a:spcBef>
              <a:spcAft>
                <a:spcPts val="0"/>
              </a:spcAft>
              <a:buClr>
                <a:srgbClr val="48FFD5"/>
              </a:buClr>
              <a:buSzPts val="3600"/>
              <a:buNone/>
              <a:defRPr sz="3600">
                <a:solidFill>
                  <a:srgbClr val="48FFD5"/>
                </a:solidFill>
              </a:defRPr>
            </a:lvl5pPr>
            <a:lvl6pPr lvl="5" algn="r">
              <a:spcBef>
                <a:spcPts val="0"/>
              </a:spcBef>
              <a:spcAft>
                <a:spcPts val="0"/>
              </a:spcAft>
              <a:buClr>
                <a:srgbClr val="48FFD5"/>
              </a:buClr>
              <a:buSzPts val="3600"/>
              <a:buNone/>
              <a:defRPr sz="3600">
                <a:solidFill>
                  <a:srgbClr val="48FFD5"/>
                </a:solidFill>
              </a:defRPr>
            </a:lvl6pPr>
            <a:lvl7pPr lvl="6" algn="r">
              <a:spcBef>
                <a:spcPts val="0"/>
              </a:spcBef>
              <a:spcAft>
                <a:spcPts val="0"/>
              </a:spcAft>
              <a:buClr>
                <a:srgbClr val="48FFD5"/>
              </a:buClr>
              <a:buSzPts val="3600"/>
              <a:buNone/>
              <a:defRPr sz="3600">
                <a:solidFill>
                  <a:srgbClr val="48FFD5"/>
                </a:solidFill>
              </a:defRPr>
            </a:lvl7pPr>
            <a:lvl8pPr lvl="7" algn="r">
              <a:spcBef>
                <a:spcPts val="0"/>
              </a:spcBef>
              <a:spcAft>
                <a:spcPts val="0"/>
              </a:spcAft>
              <a:buClr>
                <a:srgbClr val="48FFD5"/>
              </a:buClr>
              <a:buSzPts val="3600"/>
              <a:buNone/>
              <a:defRPr sz="3600">
                <a:solidFill>
                  <a:srgbClr val="48FFD5"/>
                </a:solidFill>
              </a:defRPr>
            </a:lvl8pPr>
            <a:lvl9pPr lvl="8" algn="r">
              <a:spcBef>
                <a:spcPts val="0"/>
              </a:spcBef>
              <a:spcAft>
                <a:spcPts val="0"/>
              </a:spcAft>
              <a:buClr>
                <a:srgbClr val="48FFD5"/>
              </a:buClr>
              <a:buSzPts val="3600"/>
              <a:buNone/>
              <a:defRPr sz="3600">
                <a:solidFill>
                  <a:srgbClr val="48FFD5"/>
                </a:solidFill>
              </a:defRPr>
            </a:lvl9pPr>
          </a:lstStyle>
          <a:p>
            <a:endParaRPr/>
          </a:p>
        </p:txBody>
      </p:sp>
      <p:sp>
        <p:nvSpPr>
          <p:cNvPr id="10" name="Google Shape;10;p2"/>
          <p:cNvSpPr txBox="1">
            <a:spLocks noGrp="1"/>
          </p:cNvSpPr>
          <p:nvPr>
            <p:ph type="subTitle" idx="1"/>
          </p:nvPr>
        </p:nvSpPr>
        <p:spPr>
          <a:xfrm>
            <a:off x="5237375" y="4181150"/>
            <a:ext cx="3129600" cy="606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rgbClr val="FFFFFF"/>
              </a:buClr>
              <a:buSzPts val="1200"/>
              <a:buNone/>
              <a:defRPr sz="1200">
                <a:solidFill>
                  <a:srgbClr val="FFFFFF"/>
                </a:solidFill>
              </a:defRPr>
            </a:lvl1pPr>
            <a:lvl2pPr lvl="1" algn="r">
              <a:lnSpc>
                <a:spcPct val="100000"/>
              </a:lnSpc>
              <a:spcBef>
                <a:spcPts val="0"/>
              </a:spcBef>
              <a:spcAft>
                <a:spcPts val="0"/>
              </a:spcAft>
              <a:buClr>
                <a:srgbClr val="48FFD5"/>
              </a:buClr>
              <a:buSzPts val="1200"/>
              <a:buNone/>
              <a:defRPr sz="1200">
                <a:solidFill>
                  <a:srgbClr val="48FFD5"/>
                </a:solidFill>
              </a:defRPr>
            </a:lvl2pPr>
            <a:lvl3pPr lvl="2" algn="r">
              <a:lnSpc>
                <a:spcPct val="100000"/>
              </a:lnSpc>
              <a:spcBef>
                <a:spcPts val="0"/>
              </a:spcBef>
              <a:spcAft>
                <a:spcPts val="0"/>
              </a:spcAft>
              <a:buClr>
                <a:srgbClr val="48FFD5"/>
              </a:buClr>
              <a:buSzPts val="1200"/>
              <a:buNone/>
              <a:defRPr sz="1200">
                <a:solidFill>
                  <a:srgbClr val="48FFD5"/>
                </a:solidFill>
              </a:defRPr>
            </a:lvl3pPr>
            <a:lvl4pPr lvl="3" algn="r">
              <a:lnSpc>
                <a:spcPct val="100000"/>
              </a:lnSpc>
              <a:spcBef>
                <a:spcPts val="0"/>
              </a:spcBef>
              <a:spcAft>
                <a:spcPts val="0"/>
              </a:spcAft>
              <a:buClr>
                <a:srgbClr val="48FFD5"/>
              </a:buClr>
              <a:buSzPts val="1200"/>
              <a:buNone/>
              <a:defRPr sz="1200">
                <a:solidFill>
                  <a:srgbClr val="48FFD5"/>
                </a:solidFill>
              </a:defRPr>
            </a:lvl4pPr>
            <a:lvl5pPr lvl="4" algn="r">
              <a:lnSpc>
                <a:spcPct val="100000"/>
              </a:lnSpc>
              <a:spcBef>
                <a:spcPts val="0"/>
              </a:spcBef>
              <a:spcAft>
                <a:spcPts val="0"/>
              </a:spcAft>
              <a:buClr>
                <a:srgbClr val="48FFD5"/>
              </a:buClr>
              <a:buSzPts val="1200"/>
              <a:buNone/>
              <a:defRPr sz="1200">
                <a:solidFill>
                  <a:srgbClr val="48FFD5"/>
                </a:solidFill>
              </a:defRPr>
            </a:lvl5pPr>
            <a:lvl6pPr lvl="5" algn="r">
              <a:lnSpc>
                <a:spcPct val="100000"/>
              </a:lnSpc>
              <a:spcBef>
                <a:spcPts val="0"/>
              </a:spcBef>
              <a:spcAft>
                <a:spcPts val="0"/>
              </a:spcAft>
              <a:buClr>
                <a:srgbClr val="48FFD5"/>
              </a:buClr>
              <a:buSzPts val="1200"/>
              <a:buNone/>
              <a:defRPr sz="1200">
                <a:solidFill>
                  <a:srgbClr val="48FFD5"/>
                </a:solidFill>
              </a:defRPr>
            </a:lvl6pPr>
            <a:lvl7pPr lvl="6" algn="r">
              <a:lnSpc>
                <a:spcPct val="100000"/>
              </a:lnSpc>
              <a:spcBef>
                <a:spcPts val="0"/>
              </a:spcBef>
              <a:spcAft>
                <a:spcPts val="0"/>
              </a:spcAft>
              <a:buClr>
                <a:srgbClr val="48FFD5"/>
              </a:buClr>
              <a:buSzPts val="1200"/>
              <a:buNone/>
              <a:defRPr sz="1200">
                <a:solidFill>
                  <a:srgbClr val="48FFD5"/>
                </a:solidFill>
              </a:defRPr>
            </a:lvl7pPr>
            <a:lvl8pPr lvl="7" algn="r">
              <a:lnSpc>
                <a:spcPct val="100000"/>
              </a:lnSpc>
              <a:spcBef>
                <a:spcPts val="0"/>
              </a:spcBef>
              <a:spcAft>
                <a:spcPts val="0"/>
              </a:spcAft>
              <a:buClr>
                <a:srgbClr val="48FFD5"/>
              </a:buClr>
              <a:buSzPts val="1200"/>
              <a:buNone/>
              <a:defRPr sz="1200">
                <a:solidFill>
                  <a:srgbClr val="48FFD5"/>
                </a:solidFill>
              </a:defRPr>
            </a:lvl8pPr>
            <a:lvl9pPr lvl="8" algn="r">
              <a:lnSpc>
                <a:spcPct val="100000"/>
              </a:lnSpc>
              <a:spcBef>
                <a:spcPts val="0"/>
              </a:spcBef>
              <a:spcAft>
                <a:spcPts val="0"/>
              </a:spcAft>
              <a:buClr>
                <a:srgbClr val="48FFD5"/>
              </a:buClr>
              <a:buSzPts val="1200"/>
              <a:buNone/>
              <a:defRPr sz="1200">
                <a:solidFill>
                  <a:srgbClr val="48FFD5"/>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
  <p:cSld name="TITLE_1">
    <p:bg>
      <p:bgPr>
        <a:gradFill>
          <a:gsLst>
            <a:gs pos="0">
              <a:srgbClr val="052643"/>
            </a:gs>
            <a:gs pos="100000">
              <a:srgbClr val="041523"/>
            </a:gs>
          </a:gsLst>
          <a:path path="circle">
            <a:fillToRect l="50000" t="50000" r="50000" b="50000"/>
          </a:path>
          <a:tileRect/>
        </a:gra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13" name="Google Shape;13;p3"/>
          <p:cNvSpPr txBox="1">
            <a:spLocks noGrp="1"/>
          </p:cNvSpPr>
          <p:nvPr>
            <p:ph type="subTitle" idx="1"/>
          </p:nvPr>
        </p:nvSpPr>
        <p:spPr>
          <a:xfrm>
            <a:off x="6411225" y="2121900"/>
            <a:ext cx="1889400" cy="50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8FFD5"/>
              </a:buClr>
              <a:buSzPts val="900"/>
              <a:buNone/>
              <a:defRPr sz="900">
                <a:solidFill>
                  <a:srgbClr val="48FFD5"/>
                </a:solidFill>
              </a:defRPr>
            </a:lvl1pPr>
            <a:lvl2pPr lvl="1" algn="ctr" rtl="0">
              <a:lnSpc>
                <a:spcPct val="100000"/>
              </a:lnSpc>
              <a:spcBef>
                <a:spcPts val="0"/>
              </a:spcBef>
              <a:spcAft>
                <a:spcPts val="0"/>
              </a:spcAft>
              <a:buClr>
                <a:srgbClr val="48FFD5"/>
              </a:buClr>
              <a:buSzPts val="900"/>
              <a:buNone/>
              <a:defRPr sz="900">
                <a:solidFill>
                  <a:srgbClr val="48FFD5"/>
                </a:solidFill>
              </a:defRPr>
            </a:lvl2pPr>
            <a:lvl3pPr lvl="2" algn="ctr" rtl="0">
              <a:lnSpc>
                <a:spcPct val="100000"/>
              </a:lnSpc>
              <a:spcBef>
                <a:spcPts val="0"/>
              </a:spcBef>
              <a:spcAft>
                <a:spcPts val="0"/>
              </a:spcAft>
              <a:buClr>
                <a:srgbClr val="48FFD5"/>
              </a:buClr>
              <a:buSzPts val="900"/>
              <a:buNone/>
              <a:defRPr sz="900">
                <a:solidFill>
                  <a:srgbClr val="48FFD5"/>
                </a:solidFill>
              </a:defRPr>
            </a:lvl3pPr>
            <a:lvl4pPr lvl="3" algn="ctr" rtl="0">
              <a:lnSpc>
                <a:spcPct val="100000"/>
              </a:lnSpc>
              <a:spcBef>
                <a:spcPts val="0"/>
              </a:spcBef>
              <a:spcAft>
                <a:spcPts val="0"/>
              </a:spcAft>
              <a:buClr>
                <a:srgbClr val="48FFD5"/>
              </a:buClr>
              <a:buSzPts val="900"/>
              <a:buNone/>
              <a:defRPr sz="900">
                <a:solidFill>
                  <a:srgbClr val="48FFD5"/>
                </a:solidFill>
              </a:defRPr>
            </a:lvl4pPr>
            <a:lvl5pPr lvl="4" algn="ctr" rtl="0">
              <a:lnSpc>
                <a:spcPct val="100000"/>
              </a:lnSpc>
              <a:spcBef>
                <a:spcPts val="0"/>
              </a:spcBef>
              <a:spcAft>
                <a:spcPts val="0"/>
              </a:spcAft>
              <a:buClr>
                <a:srgbClr val="48FFD5"/>
              </a:buClr>
              <a:buSzPts val="900"/>
              <a:buNone/>
              <a:defRPr sz="900">
                <a:solidFill>
                  <a:srgbClr val="48FFD5"/>
                </a:solidFill>
              </a:defRPr>
            </a:lvl5pPr>
            <a:lvl6pPr lvl="5" algn="ctr" rtl="0">
              <a:lnSpc>
                <a:spcPct val="100000"/>
              </a:lnSpc>
              <a:spcBef>
                <a:spcPts val="0"/>
              </a:spcBef>
              <a:spcAft>
                <a:spcPts val="0"/>
              </a:spcAft>
              <a:buClr>
                <a:srgbClr val="48FFD5"/>
              </a:buClr>
              <a:buSzPts val="900"/>
              <a:buNone/>
              <a:defRPr sz="900">
                <a:solidFill>
                  <a:srgbClr val="48FFD5"/>
                </a:solidFill>
              </a:defRPr>
            </a:lvl6pPr>
            <a:lvl7pPr lvl="6" algn="ctr" rtl="0">
              <a:lnSpc>
                <a:spcPct val="100000"/>
              </a:lnSpc>
              <a:spcBef>
                <a:spcPts val="0"/>
              </a:spcBef>
              <a:spcAft>
                <a:spcPts val="0"/>
              </a:spcAft>
              <a:buClr>
                <a:srgbClr val="48FFD5"/>
              </a:buClr>
              <a:buSzPts val="900"/>
              <a:buNone/>
              <a:defRPr sz="900">
                <a:solidFill>
                  <a:srgbClr val="48FFD5"/>
                </a:solidFill>
              </a:defRPr>
            </a:lvl7pPr>
            <a:lvl8pPr lvl="7" algn="ctr" rtl="0">
              <a:lnSpc>
                <a:spcPct val="100000"/>
              </a:lnSpc>
              <a:spcBef>
                <a:spcPts val="0"/>
              </a:spcBef>
              <a:spcAft>
                <a:spcPts val="0"/>
              </a:spcAft>
              <a:buClr>
                <a:srgbClr val="48FFD5"/>
              </a:buClr>
              <a:buSzPts val="900"/>
              <a:buNone/>
              <a:defRPr sz="900">
                <a:solidFill>
                  <a:srgbClr val="48FFD5"/>
                </a:solidFill>
              </a:defRPr>
            </a:lvl8pPr>
            <a:lvl9pPr lvl="8" algn="ct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14" name="Google Shape;14;p3"/>
          <p:cNvSpPr txBox="1">
            <a:spLocks noGrp="1"/>
          </p:cNvSpPr>
          <p:nvPr>
            <p:ph type="title" idx="2" hasCustomPrompt="1"/>
          </p:nvPr>
        </p:nvSpPr>
        <p:spPr>
          <a:xfrm>
            <a:off x="5167125" y="1901250"/>
            <a:ext cx="1176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15" name="Google Shape;15;p3"/>
          <p:cNvSpPr txBox="1">
            <a:spLocks noGrp="1"/>
          </p:cNvSpPr>
          <p:nvPr>
            <p:ph type="subTitle" idx="3"/>
          </p:nvPr>
        </p:nvSpPr>
        <p:spPr>
          <a:xfrm>
            <a:off x="6411225" y="3046600"/>
            <a:ext cx="1889400" cy="50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8FFD5"/>
              </a:buClr>
              <a:buSzPts val="900"/>
              <a:buNone/>
              <a:defRPr sz="900">
                <a:solidFill>
                  <a:srgbClr val="48FFD5"/>
                </a:solidFill>
              </a:defRPr>
            </a:lvl1pPr>
            <a:lvl2pPr lvl="1" algn="ctr" rtl="0">
              <a:lnSpc>
                <a:spcPct val="100000"/>
              </a:lnSpc>
              <a:spcBef>
                <a:spcPts val="0"/>
              </a:spcBef>
              <a:spcAft>
                <a:spcPts val="0"/>
              </a:spcAft>
              <a:buClr>
                <a:srgbClr val="48FFD5"/>
              </a:buClr>
              <a:buSzPts val="900"/>
              <a:buNone/>
              <a:defRPr sz="900">
                <a:solidFill>
                  <a:srgbClr val="48FFD5"/>
                </a:solidFill>
              </a:defRPr>
            </a:lvl2pPr>
            <a:lvl3pPr lvl="2" algn="ctr" rtl="0">
              <a:lnSpc>
                <a:spcPct val="100000"/>
              </a:lnSpc>
              <a:spcBef>
                <a:spcPts val="0"/>
              </a:spcBef>
              <a:spcAft>
                <a:spcPts val="0"/>
              </a:spcAft>
              <a:buClr>
                <a:srgbClr val="48FFD5"/>
              </a:buClr>
              <a:buSzPts val="900"/>
              <a:buNone/>
              <a:defRPr sz="900">
                <a:solidFill>
                  <a:srgbClr val="48FFD5"/>
                </a:solidFill>
              </a:defRPr>
            </a:lvl3pPr>
            <a:lvl4pPr lvl="3" algn="ctr" rtl="0">
              <a:lnSpc>
                <a:spcPct val="100000"/>
              </a:lnSpc>
              <a:spcBef>
                <a:spcPts val="0"/>
              </a:spcBef>
              <a:spcAft>
                <a:spcPts val="0"/>
              </a:spcAft>
              <a:buClr>
                <a:srgbClr val="48FFD5"/>
              </a:buClr>
              <a:buSzPts val="900"/>
              <a:buNone/>
              <a:defRPr sz="900">
                <a:solidFill>
                  <a:srgbClr val="48FFD5"/>
                </a:solidFill>
              </a:defRPr>
            </a:lvl4pPr>
            <a:lvl5pPr lvl="4" algn="ctr" rtl="0">
              <a:lnSpc>
                <a:spcPct val="100000"/>
              </a:lnSpc>
              <a:spcBef>
                <a:spcPts val="0"/>
              </a:spcBef>
              <a:spcAft>
                <a:spcPts val="0"/>
              </a:spcAft>
              <a:buClr>
                <a:srgbClr val="48FFD5"/>
              </a:buClr>
              <a:buSzPts val="900"/>
              <a:buNone/>
              <a:defRPr sz="900">
                <a:solidFill>
                  <a:srgbClr val="48FFD5"/>
                </a:solidFill>
              </a:defRPr>
            </a:lvl5pPr>
            <a:lvl6pPr lvl="5" algn="ctr" rtl="0">
              <a:lnSpc>
                <a:spcPct val="100000"/>
              </a:lnSpc>
              <a:spcBef>
                <a:spcPts val="0"/>
              </a:spcBef>
              <a:spcAft>
                <a:spcPts val="0"/>
              </a:spcAft>
              <a:buClr>
                <a:srgbClr val="48FFD5"/>
              </a:buClr>
              <a:buSzPts val="900"/>
              <a:buNone/>
              <a:defRPr sz="900">
                <a:solidFill>
                  <a:srgbClr val="48FFD5"/>
                </a:solidFill>
              </a:defRPr>
            </a:lvl6pPr>
            <a:lvl7pPr lvl="6" algn="ctr" rtl="0">
              <a:lnSpc>
                <a:spcPct val="100000"/>
              </a:lnSpc>
              <a:spcBef>
                <a:spcPts val="0"/>
              </a:spcBef>
              <a:spcAft>
                <a:spcPts val="0"/>
              </a:spcAft>
              <a:buClr>
                <a:srgbClr val="48FFD5"/>
              </a:buClr>
              <a:buSzPts val="900"/>
              <a:buNone/>
              <a:defRPr sz="900">
                <a:solidFill>
                  <a:srgbClr val="48FFD5"/>
                </a:solidFill>
              </a:defRPr>
            </a:lvl7pPr>
            <a:lvl8pPr lvl="7" algn="ctr" rtl="0">
              <a:lnSpc>
                <a:spcPct val="100000"/>
              </a:lnSpc>
              <a:spcBef>
                <a:spcPts val="0"/>
              </a:spcBef>
              <a:spcAft>
                <a:spcPts val="0"/>
              </a:spcAft>
              <a:buClr>
                <a:srgbClr val="48FFD5"/>
              </a:buClr>
              <a:buSzPts val="900"/>
              <a:buNone/>
              <a:defRPr sz="900">
                <a:solidFill>
                  <a:srgbClr val="48FFD5"/>
                </a:solidFill>
              </a:defRPr>
            </a:lvl8pPr>
            <a:lvl9pPr lvl="8" algn="ct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16" name="Google Shape;16;p3"/>
          <p:cNvSpPr txBox="1">
            <a:spLocks noGrp="1"/>
          </p:cNvSpPr>
          <p:nvPr>
            <p:ph type="title" idx="4" hasCustomPrompt="1"/>
          </p:nvPr>
        </p:nvSpPr>
        <p:spPr>
          <a:xfrm>
            <a:off x="5167125" y="2797975"/>
            <a:ext cx="1176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17" name="Google Shape;17;p3"/>
          <p:cNvSpPr txBox="1">
            <a:spLocks noGrp="1"/>
          </p:cNvSpPr>
          <p:nvPr>
            <p:ph type="subTitle" idx="5"/>
          </p:nvPr>
        </p:nvSpPr>
        <p:spPr>
          <a:xfrm>
            <a:off x="6411225" y="3935450"/>
            <a:ext cx="1889400" cy="50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8FFD5"/>
              </a:buClr>
              <a:buSzPts val="900"/>
              <a:buNone/>
              <a:defRPr sz="900">
                <a:solidFill>
                  <a:srgbClr val="48FFD5"/>
                </a:solidFill>
              </a:defRPr>
            </a:lvl1pPr>
            <a:lvl2pPr lvl="1" algn="ctr" rtl="0">
              <a:lnSpc>
                <a:spcPct val="100000"/>
              </a:lnSpc>
              <a:spcBef>
                <a:spcPts val="0"/>
              </a:spcBef>
              <a:spcAft>
                <a:spcPts val="0"/>
              </a:spcAft>
              <a:buClr>
                <a:srgbClr val="48FFD5"/>
              </a:buClr>
              <a:buSzPts val="900"/>
              <a:buNone/>
              <a:defRPr sz="900">
                <a:solidFill>
                  <a:srgbClr val="48FFD5"/>
                </a:solidFill>
              </a:defRPr>
            </a:lvl2pPr>
            <a:lvl3pPr lvl="2" algn="ctr" rtl="0">
              <a:lnSpc>
                <a:spcPct val="100000"/>
              </a:lnSpc>
              <a:spcBef>
                <a:spcPts val="0"/>
              </a:spcBef>
              <a:spcAft>
                <a:spcPts val="0"/>
              </a:spcAft>
              <a:buClr>
                <a:srgbClr val="48FFD5"/>
              </a:buClr>
              <a:buSzPts val="900"/>
              <a:buNone/>
              <a:defRPr sz="900">
                <a:solidFill>
                  <a:srgbClr val="48FFD5"/>
                </a:solidFill>
              </a:defRPr>
            </a:lvl3pPr>
            <a:lvl4pPr lvl="3" algn="ctr" rtl="0">
              <a:lnSpc>
                <a:spcPct val="100000"/>
              </a:lnSpc>
              <a:spcBef>
                <a:spcPts val="0"/>
              </a:spcBef>
              <a:spcAft>
                <a:spcPts val="0"/>
              </a:spcAft>
              <a:buClr>
                <a:srgbClr val="48FFD5"/>
              </a:buClr>
              <a:buSzPts val="900"/>
              <a:buNone/>
              <a:defRPr sz="900">
                <a:solidFill>
                  <a:srgbClr val="48FFD5"/>
                </a:solidFill>
              </a:defRPr>
            </a:lvl4pPr>
            <a:lvl5pPr lvl="4" algn="ctr" rtl="0">
              <a:lnSpc>
                <a:spcPct val="100000"/>
              </a:lnSpc>
              <a:spcBef>
                <a:spcPts val="0"/>
              </a:spcBef>
              <a:spcAft>
                <a:spcPts val="0"/>
              </a:spcAft>
              <a:buClr>
                <a:srgbClr val="48FFD5"/>
              </a:buClr>
              <a:buSzPts val="900"/>
              <a:buNone/>
              <a:defRPr sz="900">
                <a:solidFill>
                  <a:srgbClr val="48FFD5"/>
                </a:solidFill>
              </a:defRPr>
            </a:lvl5pPr>
            <a:lvl6pPr lvl="5" algn="ctr" rtl="0">
              <a:lnSpc>
                <a:spcPct val="100000"/>
              </a:lnSpc>
              <a:spcBef>
                <a:spcPts val="0"/>
              </a:spcBef>
              <a:spcAft>
                <a:spcPts val="0"/>
              </a:spcAft>
              <a:buClr>
                <a:srgbClr val="48FFD5"/>
              </a:buClr>
              <a:buSzPts val="900"/>
              <a:buNone/>
              <a:defRPr sz="900">
                <a:solidFill>
                  <a:srgbClr val="48FFD5"/>
                </a:solidFill>
              </a:defRPr>
            </a:lvl6pPr>
            <a:lvl7pPr lvl="6" algn="ctr" rtl="0">
              <a:lnSpc>
                <a:spcPct val="100000"/>
              </a:lnSpc>
              <a:spcBef>
                <a:spcPts val="0"/>
              </a:spcBef>
              <a:spcAft>
                <a:spcPts val="0"/>
              </a:spcAft>
              <a:buClr>
                <a:srgbClr val="48FFD5"/>
              </a:buClr>
              <a:buSzPts val="900"/>
              <a:buNone/>
              <a:defRPr sz="900">
                <a:solidFill>
                  <a:srgbClr val="48FFD5"/>
                </a:solidFill>
              </a:defRPr>
            </a:lvl7pPr>
            <a:lvl8pPr lvl="7" algn="ctr" rtl="0">
              <a:lnSpc>
                <a:spcPct val="100000"/>
              </a:lnSpc>
              <a:spcBef>
                <a:spcPts val="0"/>
              </a:spcBef>
              <a:spcAft>
                <a:spcPts val="0"/>
              </a:spcAft>
              <a:buClr>
                <a:srgbClr val="48FFD5"/>
              </a:buClr>
              <a:buSzPts val="900"/>
              <a:buNone/>
              <a:defRPr sz="900">
                <a:solidFill>
                  <a:srgbClr val="48FFD5"/>
                </a:solidFill>
              </a:defRPr>
            </a:lvl8pPr>
            <a:lvl9pPr lvl="8" algn="ct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18" name="Google Shape;18;p3"/>
          <p:cNvSpPr txBox="1">
            <a:spLocks noGrp="1"/>
          </p:cNvSpPr>
          <p:nvPr>
            <p:ph type="title" idx="6" hasCustomPrompt="1"/>
          </p:nvPr>
        </p:nvSpPr>
        <p:spPr>
          <a:xfrm>
            <a:off x="5167125" y="3694700"/>
            <a:ext cx="1176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algn="r"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19" name="Google Shape;19;p3"/>
          <p:cNvSpPr txBox="1">
            <a:spLocks noGrp="1"/>
          </p:cNvSpPr>
          <p:nvPr>
            <p:ph type="subTitle" idx="7"/>
          </p:nvPr>
        </p:nvSpPr>
        <p:spPr>
          <a:xfrm>
            <a:off x="725750" y="2121900"/>
            <a:ext cx="2010000" cy="502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8FFD5"/>
              </a:buClr>
              <a:buSzPts val="900"/>
              <a:buNone/>
              <a:defRPr sz="900">
                <a:solidFill>
                  <a:srgbClr val="48FFD5"/>
                </a:solidFill>
              </a:defRPr>
            </a:lvl1pPr>
            <a:lvl2pPr lvl="1" algn="r" rtl="0">
              <a:lnSpc>
                <a:spcPct val="100000"/>
              </a:lnSpc>
              <a:spcBef>
                <a:spcPts val="0"/>
              </a:spcBef>
              <a:spcAft>
                <a:spcPts val="0"/>
              </a:spcAft>
              <a:buClr>
                <a:srgbClr val="48FFD5"/>
              </a:buClr>
              <a:buSzPts val="900"/>
              <a:buNone/>
              <a:defRPr sz="900">
                <a:solidFill>
                  <a:srgbClr val="48FFD5"/>
                </a:solidFill>
              </a:defRPr>
            </a:lvl2pPr>
            <a:lvl3pPr lvl="2" algn="r" rtl="0">
              <a:lnSpc>
                <a:spcPct val="100000"/>
              </a:lnSpc>
              <a:spcBef>
                <a:spcPts val="0"/>
              </a:spcBef>
              <a:spcAft>
                <a:spcPts val="0"/>
              </a:spcAft>
              <a:buClr>
                <a:srgbClr val="48FFD5"/>
              </a:buClr>
              <a:buSzPts val="900"/>
              <a:buNone/>
              <a:defRPr sz="900">
                <a:solidFill>
                  <a:srgbClr val="48FFD5"/>
                </a:solidFill>
              </a:defRPr>
            </a:lvl3pPr>
            <a:lvl4pPr lvl="3" algn="r" rtl="0">
              <a:lnSpc>
                <a:spcPct val="100000"/>
              </a:lnSpc>
              <a:spcBef>
                <a:spcPts val="0"/>
              </a:spcBef>
              <a:spcAft>
                <a:spcPts val="0"/>
              </a:spcAft>
              <a:buClr>
                <a:srgbClr val="48FFD5"/>
              </a:buClr>
              <a:buSzPts val="900"/>
              <a:buNone/>
              <a:defRPr sz="900">
                <a:solidFill>
                  <a:srgbClr val="48FFD5"/>
                </a:solidFill>
              </a:defRPr>
            </a:lvl4pPr>
            <a:lvl5pPr lvl="4" algn="r" rtl="0">
              <a:lnSpc>
                <a:spcPct val="100000"/>
              </a:lnSpc>
              <a:spcBef>
                <a:spcPts val="0"/>
              </a:spcBef>
              <a:spcAft>
                <a:spcPts val="0"/>
              </a:spcAft>
              <a:buClr>
                <a:srgbClr val="48FFD5"/>
              </a:buClr>
              <a:buSzPts val="900"/>
              <a:buNone/>
              <a:defRPr sz="900">
                <a:solidFill>
                  <a:srgbClr val="48FFD5"/>
                </a:solidFill>
              </a:defRPr>
            </a:lvl5pPr>
            <a:lvl6pPr lvl="5" algn="r" rtl="0">
              <a:lnSpc>
                <a:spcPct val="100000"/>
              </a:lnSpc>
              <a:spcBef>
                <a:spcPts val="0"/>
              </a:spcBef>
              <a:spcAft>
                <a:spcPts val="0"/>
              </a:spcAft>
              <a:buClr>
                <a:srgbClr val="48FFD5"/>
              </a:buClr>
              <a:buSzPts val="900"/>
              <a:buNone/>
              <a:defRPr sz="900">
                <a:solidFill>
                  <a:srgbClr val="48FFD5"/>
                </a:solidFill>
              </a:defRPr>
            </a:lvl6pPr>
            <a:lvl7pPr lvl="6" algn="r" rtl="0">
              <a:lnSpc>
                <a:spcPct val="100000"/>
              </a:lnSpc>
              <a:spcBef>
                <a:spcPts val="0"/>
              </a:spcBef>
              <a:spcAft>
                <a:spcPts val="0"/>
              </a:spcAft>
              <a:buClr>
                <a:srgbClr val="48FFD5"/>
              </a:buClr>
              <a:buSzPts val="900"/>
              <a:buNone/>
              <a:defRPr sz="900">
                <a:solidFill>
                  <a:srgbClr val="48FFD5"/>
                </a:solidFill>
              </a:defRPr>
            </a:lvl7pPr>
            <a:lvl8pPr lvl="7" algn="r" rtl="0">
              <a:lnSpc>
                <a:spcPct val="100000"/>
              </a:lnSpc>
              <a:spcBef>
                <a:spcPts val="0"/>
              </a:spcBef>
              <a:spcAft>
                <a:spcPts val="0"/>
              </a:spcAft>
              <a:buClr>
                <a:srgbClr val="48FFD5"/>
              </a:buClr>
              <a:buSzPts val="900"/>
              <a:buNone/>
              <a:defRPr sz="900">
                <a:solidFill>
                  <a:srgbClr val="48FFD5"/>
                </a:solidFill>
              </a:defRPr>
            </a:lvl8pPr>
            <a:lvl9pPr lvl="8" algn="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20" name="Google Shape;20;p3"/>
          <p:cNvSpPr txBox="1">
            <a:spLocks noGrp="1"/>
          </p:cNvSpPr>
          <p:nvPr>
            <p:ph type="title" idx="8" hasCustomPrompt="1"/>
          </p:nvPr>
        </p:nvSpPr>
        <p:spPr>
          <a:xfrm>
            <a:off x="2827575" y="1901250"/>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21" name="Google Shape;21;p3"/>
          <p:cNvSpPr txBox="1">
            <a:spLocks noGrp="1"/>
          </p:cNvSpPr>
          <p:nvPr>
            <p:ph type="subTitle" idx="9"/>
          </p:nvPr>
        </p:nvSpPr>
        <p:spPr>
          <a:xfrm>
            <a:off x="725750" y="3046600"/>
            <a:ext cx="2010000" cy="502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8FFD5"/>
              </a:buClr>
              <a:buSzPts val="900"/>
              <a:buNone/>
              <a:defRPr sz="900">
                <a:solidFill>
                  <a:srgbClr val="48FFD5"/>
                </a:solidFill>
              </a:defRPr>
            </a:lvl1pPr>
            <a:lvl2pPr lvl="1" algn="r" rtl="0">
              <a:lnSpc>
                <a:spcPct val="100000"/>
              </a:lnSpc>
              <a:spcBef>
                <a:spcPts val="0"/>
              </a:spcBef>
              <a:spcAft>
                <a:spcPts val="0"/>
              </a:spcAft>
              <a:buClr>
                <a:srgbClr val="48FFD5"/>
              </a:buClr>
              <a:buSzPts val="900"/>
              <a:buNone/>
              <a:defRPr sz="900">
                <a:solidFill>
                  <a:srgbClr val="48FFD5"/>
                </a:solidFill>
              </a:defRPr>
            </a:lvl2pPr>
            <a:lvl3pPr lvl="2" algn="r" rtl="0">
              <a:lnSpc>
                <a:spcPct val="100000"/>
              </a:lnSpc>
              <a:spcBef>
                <a:spcPts val="0"/>
              </a:spcBef>
              <a:spcAft>
                <a:spcPts val="0"/>
              </a:spcAft>
              <a:buClr>
                <a:srgbClr val="48FFD5"/>
              </a:buClr>
              <a:buSzPts val="900"/>
              <a:buNone/>
              <a:defRPr sz="900">
                <a:solidFill>
                  <a:srgbClr val="48FFD5"/>
                </a:solidFill>
              </a:defRPr>
            </a:lvl3pPr>
            <a:lvl4pPr lvl="3" algn="r" rtl="0">
              <a:lnSpc>
                <a:spcPct val="100000"/>
              </a:lnSpc>
              <a:spcBef>
                <a:spcPts val="0"/>
              </a:spcBef>
              <a:spcAft>
                <a:spcPts val="0"/>
              </a:spcAft>
              <a:buClr>
                <a:srgbClr val="48FFD5"/>
              </a:buClr>
              <a:buSzPts val="900"/>
              <a:buNone/>
              <a:defRPr sz="900">
                <a:solidFill>
                  <a:srgbClr val="48FFD5"/>
                </a:solidFill>
              </a:defRPr>
            </a:lvl4pPr>
            <a:lvl5pPr lvl="4" algn="r" rtl="0">
              <a:lnSpc>
                <a:spcPct val="100000"/>
              </a:lnSpc>
              <a:spcBef>
                <a:spcPts val="0"/>
              </a:spcBef>
              <a:spcAft>
                <a:spcPts val="0"/>
              </a:spcAft>
              <a:buClr>
                <a:srgbClr val="48FFD5"/>
              </a:buClr>
              <a:buSzPts val="900"/>
              <a:buNone/>
              <a:defRPr sz="900">
                <a:solidFill>
                  <a:srgbClr val="48FFD5"/>
                </a:solidFill>
              </a:defRPr>
            </a:lvl5pPr>
            <a:lvl6pPr lvl="5" algn="r" rtl="0">
              <a:lnSpc>
                <a:spcPct val="100000"/>
              </a:lnSpc>
              <a:spcBef>
                <a:spcPts val="0"/>
              </a:spcBef>
              <a:spcAft>
                <a:spcPts val="0"/>
              </a:spcAft>
              <a:buClr>
                <a:srgbClr val="48FFD5"/>
              </a:buClr>
              <a:buSzPts val="900"/>
              <a:buNone/>
              <a:defRPr sz="900">
                <a:solidFill>
                  <a:srgbClr val="48FFD5"/>
                </a:solidFill>
              </a:defRPr>
            </a:lvl6pPr>
            <a:lvl7pPr lvl="6" algn="r" rtl="0">
              <a:lnSpc>
                <a:spcPct val="100000"/>
              </a:lnSpc>
              <a:spcBef>
                <a:spcPts val="0"/>
              </a:spcBef>
              <a:spcAft>
                <a:spcPts val="0"/>
              </a:spcAft>
              <a:buClr>
                <a:srgbClr val="48FFD5"/>
              </a:buClr>
              <a:buSzPts val="900"/>
              <a:buNone/>
              <a:defRPr sz="900">
                <a:solidFill>
                  <a:srgbClr val="48FFD5"/>
                </a:solidFill>
              </a:defRPr>
            </a:lvl7pPr>
            <a:lvl8pPr lvl="7" algn="r" rtl="0">
              <a:lnSpc>
                <a:spcPct val="100000"/>
              </a:lnSpc>
              <a:spcBef>
                <a:spcPts val="0"/>
              </a:spcBef>
              <a:spcAft>
                <a:spcPts val="0"/>
              </a:spcAft>
              <a:buClr>
                <a:srgbClr val="48FFD5"/>
              </a:buClr>
              <a:buSzPts val="900"/>
              <a:buNone/>
              <a:defRPr sz="900">
                <a:solidFill>
                  <a:srgbClr val="48FFD5"/>
                </a:solidFill>
              </a:defRPr>
            </a:lvl8pPr>
            <a:lvl9pPr lvl="8" algn="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22" name="Google Shape;22;p3"/>
          <p:cNvSpPr txBox="1">
            <a:spLocks noGrp="1"/>
          </p:cNvSpPr>
          <p:nvPr>
            <p:ph type="title" idx="13" hasCustomPrompt="1"/>
          </p:nvPr>
        </p:nvSpPr>
        <p:spPr>
          <a:xfrm>
            <a:off x="2827575" y="2797975"/>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23" name="Google Shape;23;p3"/>
          <p:cNvSpPr txBox="1">
            <a:spLocks noGrp="1"/>
          </p:cNvSpPr>
          <p:nvPr>
            <p:ph type="subTitle" idx="14"/>
          </p:nvPr>
        </p:nvSpPr>
        <p:spPr>
          <a:xfrm>
            <a:off x="725750" y="3935450"/>
            <a:ext cx="2010000" cy="5025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48FFD5"/>
              </a:buClr>
              <a:buSzPts val="900"/>
              <a:buNone/>
              <a:defRPr sz="900">
                <a:solidFill>
                  <a:srgbClr val="48FFD5"/>
                </a:solidFill>
              </a:defRPr>
            </a:lvl1pPr>
            <a:lvl2pPr lvl="1" algn="r" rtl="0">
              <a:lnSpc>
                <a:spcPct val="100000"/>
              </a:lnSpc>
              <a:spcBef>
                <a:spcPts val="0"/>
              </a:spcBef>
              <a:spcAft>
                <a:spcPts val="0"/>
              </a:spcAft>
              <a:buClr>
                <a:srgbClr val="48FFD5"/>
              </a:buClr>
              <a:buSzPts val="900"/>
              <a:buNone/>
              <a:defRPr sz="900">
                <a:solidFill>
                  <a:srgbClr val="48FFD5"/>
                </a:solidFill>
              </a:defRPr>
            </a:lvl2pPr>
            <a:lvl3pPr lvl="2" algn="r" rtl="0">
              <a:lnSpc>
                <a:spcPct val="100000"/>
              </a:lnSpc>
              <a:spcBef>
                <a:spcPts val="0"/>
              </a:spcBef>
              <a:spcAft>
                <a:spcPts val="0"/>
              </a:spcAft>
              <a:buClr>
                <a:srgbClr val="48FFD5"/>
              </a:buClr>
              <a:buSzPts val="900"/>
              <a:buNone/>
              <a:defRPr sz="900">
                <a:solidFill>
                  <a:srgbClr val="48FFD5"/>
                </a:solidFill>
              </a:defRPr>
            </a:lvl3pPr>
            <a:lvl4pPr lvl="3" algn="r" rtl="0">
              <a:lnSpc>
                <a:spcPct val="100000"/>
              </a:lnSpc>
              <a:spcBef>
                <a:spcPts val="0"/>
              </a:spcBef>
              <a:spcAft>
                <a:spcPts val="0"/>
              </a:spcAft>
              <a:buClr>
                <a:srgbClr val="48FFD5"/>
              </a:buClr>
              <a:buSzPts val="900"/>
              <a:buNone/>
              <a:defRPr sz="900">
                <a:solidFill>
                  <a:srgbClr val="48FFD5"/>
                </a:solidFill>
              </a:defRPr>
            </a:lvl4pPr>
            <a:lvl5pPr lvl="4" algn="r" rtl="0">
              <a:lnSpc>
                <a:spcPct val="100000"/>
              </a:lnSpc>
              <a:spcBef>
                <a:spcPts val="0"/>
              </a:spcBef>
              <a:spcAft>
                <a:spcPts val="0"/>
              </a:spcAft>
              <a:buClr>
                <a:srgbClr val="48FFD5"/>
              </a:buClr>
              <a:buSzPts val="900"/>
              <a:buNone/>
              <a:defRPr sz="900">
                <a:solidFill>
                  <a:srgbClr val="48FFD5"/>
                </a:solidFill>
              </a:defRPr>
            </a:lvl5pPr>
            <a:lvl6pPr lvl="5" algn="r" rtl="0">
              <a:lnSpc>
                <a:spcPct val="100000"/>
              </a:lnSpc>
              <a:spcBef>
                <a:spcPts val="0"/>
              </a:spcBef>
              <a:spcAft>
                <a:spcPts val="0"/>
              </a:spcAft>
              <a:buClr>
                <a:srgbClr val="48FFD5"/>
              </a:buClr>
              <a:buSzPts val="900"/>
              <a:buNone/>
              <a:defRPr sz="900">
                <a:solidFill>
                  <a:srgbClr val="48FFD5"/>
                </a:solidFill>
              </a:defRPr>
            </a:lvl6pPr>
            <a:lvl7pPr lvl="6" algn="r" rtl="0">
              <a:lnSpc>
                <a:spcPct val="100000"/>
              </a:lnSpc>
              <a:spcBef>
                <a:spcPts val="0"/>
              </a:spcBef>
              <a:spcAft>
                <a:spcPts val="0"/>
              </a:spcAft>
              <a:buClr>
                <a:srgbClr val="48FFD5"/>
              </a:buClr>
              <a:buSzPts val="900"/>
              <a:buNone/>
              <a:defRPr sz="900">
                <a:solidFill>
                  <a:srgbClr val="48FFD5"/>
                </a:solidFill>
              </a:defRPr>
            </a:lvl7pPr>
            <a:lvl8pPr lvl="7" algn="r" rtl="0">
              <a:lnSpc>
                <a:spcPct val="100000"/>
              </a:lnSpc>
              <a:spcBef>
                <a:spcPts val="0"/>
              </a:spcBef>
              <a:spcAft>
                <a:spcPts val="0"/>
              </a:spcAft>
              <a:buClr>
                <a:srgbClr val="48FFD5"/>
              </a:buClr>
              <a:buSzPts val="900"/>
              <a:buNone/>
              <a:defRPr sz="900">
                <a:solidFill>
                  <a:srgbClr val="48FFD5"/>
                </a:solidFill>
              </a:defRPr>
            </a:lvl8pPr>
            <a:lvl9pPr lvl="8" algn="r" rtl="0">
              <a:lnSpc>
                <a:spcPct val="100000"/>
              </a:lnSpc>
              <a:spcBef>
                <a:spcPts val="0"/>
              </a:spcBef>
              <a:spcAft>
                <a:spcPts val="0"/>
              </a:spcAft>
              <a:buClr>
                <a:srgbClr val="48FFD5"/>
              </a:buClr>
              <a:buSzPts val="900"/>
              <a:buNone/>
              <a:defRPr sz="900">
                <a:solidFill>
                  <a:srgbClr val="48FFD5"/>
                </a:solidFill>
              </a:defRPr>
            </a:lvl9pPr>
          </a:lstStyle>
          <a:p>
            <a:endParaRPr/>
          </a:p>
        </p:txBody>
      </p:sp>
      <p:sp>
        <p:nvSpPr>
          <p:cNvPr id="24" name="Google Shape;24;p3"/>
          <p:cNvSpPr txBox="1">
            <a:spLocks noGrp="1"/>
          </p:cNvSpPr>
          <p:nvPr>
            <p:ph type="title" idx="15" hasCustomPrompt="1"/>
          </p:nvPr>
        </p:nvSpPr>
        <p:spPr>
          <a:xfrm>
            <a:off x="2827575" y="3694700"/>
            <a:ext cx="1176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1pPr>
            <a:lvl2pPr lvl="1"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2pPr>
            <a:lvl3pPr lvl="2"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3pPr>
            <a:lvl4pPr lvl="3"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4pPr>
            <a:lvl5pPr lvl="4"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5pPr>
            <a:lvl6pPr lvl="5"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6pPr>
            <a:lvl7pPr lvl="6"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7pPr>
            <a:lvl8pPr lvl="7"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8pPr>
            <a:lvl9pPr lvl="8" rtl="0">
              <a:spcBef>
                <a:spcPts val="0"/>
              </a:spcBef>
              <a:spcAft>
                <a:spcPts val="0"/>
              </a:spcAft>
              <a:buClr>
                <a:srgbClr val="48FFD5"/>
              </a:buClr>
              <a:buSzPts val="2400"/>
              <a:buFont typeface="Roboto Black"/>
              <a:buNone/>
              <a:defRPr sz="2400" b="0">
                <a:solidFill>
                  <a:srgbClr val="48FFD5"/>
                </a:solidFill>
                <a:latin typeface="Roboto Black"/>
                <a:ea typeface="Roboto Black"/>
                <a:cs typeface="Roboto Black"/>
                <a:sym typeface="Roboto Black"/>
              </a:defRPr>
            </a:lvl9pPr>
          </a:lstStyle>
          <a:p>
            <a:r>
              <a:t>xx%</a:t>
            </a:r>
          </a:p>
        </p:txBody>
      </p:sp>
      <p:sp>
        <p:nvSpPr>
          <p:cNvPr id="25" name="Google Shape;25;p3"/>
          <p:cNvSpPr txBox="1">
            <a:spLocks noGrp="1"/>
          </p:cNvSpPr>
          <p:nvPr>
            <p:ph type="ctrTitle" idx="16"/>
          </p:nvPr>
        </p:nvSpPr>
        <p:spPr>
          <a:xfrm>
            <a:off x="643488" y="2050763"/>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6" name="Google Shape;26;p3"/>
          <p:cNvSpPr txBox="1">
            <a:spLocks noGrp="1"/>
          </p:cNvSpPr>
          <p:nvPr>
            <p:ph type="ctrTitle" idx="17"/>
          </p:nvPr>
        </p:nvSpPr>
        <p:spPr>
          <a:xfrm>
            <a:off x="643488" y="2974963"/>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7" name="Google Shape;27;p3"/>
          <p:cNvSpPr txBox="1">
            <a:spLocks noGrp="1"/>
          </p:cNvSpPr>
          <p:nvPr>
            <p:ph type="ctrTitle" idx="18"/>
          </p:nvPr>
        </p:nvSpPr>
        <p:spPr>
          <a:xfrm>
            <a:off x="643488" y="3863900"/>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8" name="Google Shape;28;p3"/>
          <p:cNvSpPr txBox="1">
            <a:spLocks noGrp="1"/>
          </p:cNvSpPr>
          <p:nvPr>
            <p:ph type="ctrTitle" idx="19"/>
          </p:nvPr>
        </p:nvSpPr>
        <p:spPr>
          <a:xfrm>
            <a:off x="6424513" y="205076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29" name="Google Shape;29;p3"/>
          <p:cNvSpPr txBox="1">
            <a:spLocks noGrp="1"/>
          </p:cNvSpPr>
          <p:nvPr>
            <p:ph type="ctrTitle" idx="20"/>
          </p:nvPr>
        </p:nvSpPr>
        <p:spPr>
          <a:xfrm>
            <a:off x="6424513" y="297496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30" name="Google Shape;30;p3"/>
          <p:cNvSpPr txBox="1">
            <a:spLocks noGrp="1"/>
          </p:cNvSpPr>
          <p:nvPr>
            <p:ph type="ctrTitle" idx="21"/>
          </p:nvPr>
        </p:nvSpPr>
        <p:spPr>
          <a:xfrm>
            <a:off x="6424513" y="3863900"/>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 IMAGE">
  <p:cSld name="TITLE_2">
    <p:bg>
      <p:bgPr>
        <a:gradFill>
          <a:gsLst>
            <a:gs pos="0">
              <a:srgbClr val="052643"/>
            </a:gs>
            <a:gs pos="100000">
              <a:srgbClr val="041523"/>
            </a:gs>
          </a:gsLst>
          <a:path path="circle">
            <a:fillToRect l="50000" t="50000" r="50000" b="50000"/>
          </a:path>
          <a:tileRect/>
        </a:grad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a:off x="4893700" y="1737500"/>
            <a:ext cx="35304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3600"/>
              <a:buFont typeface="Roboto Black"/>
              <a:buNone/>
              <a:defRPr sz="36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
        <p:nvSpPr>
          <p:cNvPr id="33" name="Google Shape;33;p4"/>
          <p:cNvSpPr txBox="1">
            <a:spLocks noGrp="1"/>
          </p:cNvSpPr>
          <p:nvPr>
            <p:ph type="subTitle" idx="1"/>
          </p:nvPr>
        </p:nvSpPr>
        <p:spPr>
          <a:xfrm>
            <a:off x="4893700" y="2746375"/>
            <a:ext cx="3457500" cy="142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100"/>
              <a:buNone/>
              <a:defRPr sz="1100">
                <a:solidFill>
                  <a:srgbClr val="FFFFFF"/>
                </a:solidFill>
              </a:defRPr>
            </a:lvl1pPr>
            <a:lvl2pPr lvl="1"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2pPr>
            <a:lvl3pPr lvl="2"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3pPr>
            <a:lvl4pPr lvl="3"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4pPr>
            <a:lvl5pPr lvl="4"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5pPr>
            <a:lvl6pPr lvl="5"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6pPr>
            <a:lvl7pPr lvl="6"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7pPr>
            <a:lvl8pPr lvl="7"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8pPr>
            <a:lvl9pPr lvl="8" rtl="0">
              <a:lnSpc>
                <a:spcPct val="100000"/>
              </a:lnSpc>
              <a:spcBef>
                <a:spcPts val="0"/>
              </a:spcBef>
              <a:spcAft>
                <a:spcPts val="0"/>
              </a:spcAft>
              <a:buClr>
                <a:srgbClr val="FFFFFF"/>
              </a:buClr>
              <a:buSzPts val="1200"/>
              <a:buFont typeface="Roboto Mono Thin"/>
              <a:buNone/>
              <a:defRPr sz="1200">
                <a:solidFill>
                  <a:srgbClr val="FFFFFF"/>
                </a:solidFill>
                <a:latin typeface="Roboto Mono Thin"/>
                <a:ea typeface="Roboto Mono Thin"/>
                <a:cs typeface="Roboto Mono Thin"/>
                <a:sym typeface="Roboto Mono Thin"/>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LUMNS">
  <p:cSld name="TITLE_1_1">
    <p:bg>
      <p:bgPr>
        <a:gradFill>
          <a:gsLst>
            <a:gs pos="0">
              <a:srgbClr val="052643"/>
            </a:gs>
            <a:gs pos="100000">
              <a:srgbClr val="041523"/>
            </a:gs>
          </a:gsLst>
          <a:path path="circle">
            <a:fillToRect l="50000" t="50000" r="50000" b="50000"/>
          </a:path>
          <a:tileRect/>
        </a:gradFill>
        <a:effectLst/>
      </p:bgPr>
    </p:bg>
    <p:spTree>
      <p:nvGrpSpPr>
        <p:cNvPr id="1" name="Shape 34"/>
        <p:cNvGrpSpPr/>
        <p:nvPr/>
      </p:nvGrpSpPr>
      <p:grpSpPr>
        <a:xfrm>
          <a:off x="0" y="0"/>
          <a:ext cx="0" cy="0"/>
          <a:chOff x="0" y="0"/>
          <a:chExt cx="0" cy="0"/>
        </a:xfrm>
      </p:grpSpPr>
      <p:sp>
        <p:nvSpPr>
          <p:cNvPr id="35" name="Google Shape;35;p5"/>
          <p:cNvSpPr txBox="1">
            <a:spLocks noGrp="1"/>
          </p:cNvSpPr>
          <p:nvPr>
            <p:ph type="subTitle" idx="1"/>
          </p:nvPr>
        </p:nvSpPr>
        <p:spPr>
          <a:xfrm>
            <a:off x="819931"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100"/>
              <a:buNone/>
              <a:defRPr sz="1100">
                <a:solidFill>
                  <a:srgbClr val="FFFFFF"/>
                </a:solidFill>
              </a:defRPr>
            </a:lvl1pPr>
            <a:lvl2pPr lvl="1" algn="ctr" rtl="0">
              <a:lnSpc>
                <a:spcPct val="100000"/>
              </a:lnSpc>
              <a:spcBef>
                <a:spcPts val="0"/>
              </a:spcBef>
              <a:spcAft>
                <a:spcPts val="0"/>
              </a:spcAft>
              <a:buClr>
                <a:srgbClr val="FFFFFF"/>
              </a:buClr>
              <a:buSzPts val="1100"/>
              <a:buNone/>
              <a:defRPr sz="1100">
                <a:solidFill>
                  <a:srgbClr val="FFFFFF"/>
                </a:solidFill>
              </a:defRPr>
            </a:lvl2pPr>
            <a:lvl3pPr lvl="2" algn="ctr" rtl="0">
              <a:lnSpc>
                <a:spcPct val="100000"/>
              </a:lnSpc>
              <a:spcBef>
                <a:spcPts val="0"/>
              </a:spcBef>
              <a:spcAft>
                <a:spcPts val="0"/>
              </a:spcAft>
              <a:buClr>
                <a:srgbClr val="FFFFFF"/>
              </a:buClr>
              <a:buSzPts val="1100"/>
              <a:buNone/>
              <a:defRPr sz="1100">
                <a:solidFill>
                  <a:srgbClr val="FFFFFF"/>
                </a:solidFill>
              </a:defRPr>
            </a:lvl3pPr>
            <a:lvl4pPr lvl="3" algn="ctr" rtl="0">
              <a:lnSpc>
                <a:spcPct val="100000"/>
              </a:lnSpc>
              <a:spcBef>
                <a:spcPts val="0"/>
              </a:spcBef>
              <a:spcAft>
                <a:spcPts val="0"/>
              </a:spcAft>
              <a:buClr>
                <a:srgbClr val="FFFFFF"/>
              </a:buClr>
              <a:buSzPts val="1100"/>
              <a:buNone/>
              <a:defRPr sz="1100">
                <a:solidFill>
                  <a:srgbClr val="FFFFFF"/>
                </a:solidFill>
              </a:defRPr>
            </a:lvl4pPr>
            <a:lvl5pPr lvl="4" algn="ctr" rtl="0">
              <a:lnSpc>
                <a:spcPct val="100000"/>
              </a:lnSpc>
              <a:spcBef>
                <a:spcPts val="0"/>
              </a:spcBef>
              <a:spcAft>
                <a:spcPts val="0"/>
              </a:spcAft>
              <a:buClr>
                <a:srgbClr val="FFFFFF"/>
              </a:buClr>
              <a:buSzPts val="1100"/>
              <a:buNone/>
              <a:defRPr sz="1100">
                <a:solidFill>
                  <a:srgbClr val="FFFFFF"/>
                </a:solidFill>
              </a:defRPr>
            </a:lvl5pPr>
            <a:lvl6pPr lvl="5" algn="ctr" rtl="0">
              <a:lnSpc>
                <a:spcPct val="100000"/>
              </a:lnSpc>
              <a:spcBef>
                <a:spcPts val="0"/>
              </a:spcBef>
              <a:spcAft>
                <a:spcPts val="0"/>
              </a:spcAft>
              <a:buClr>
                <a:srgbClr val="FFFFFF"/>
              </a:buClr>
              <a:buSzPts val="1100"/>
              <a:buNone/>
              <a:defRPr sz="1100">
                <a:solidFill>
                  <a:srgbClr val="FFFFFF"/>
                </a:solidFill>
              </a:defRPr>
            </a:lvl6pPr>
            <a:lvl7pPr lvl="6" algn="ctr" rtl="0">
              <a:lnSpc>
                <a:spcPct val="100000"/>
              </a:lnSpc>
              <a:spcBef>
                <a:spcPts val="0"/>
              </a:spcBef>
              <a:spcAft>
                <a:spcPts val="0"/>
              </a:spcAft>
              <a:buClr>
                <a:srgbClr val="FFFFFF"/>
              </a:buClr>
              <a:buSzPts val="1100"/>
              <a:buNone/>
              <a:defRPr sz="1100">
                <a:solidFill>
                  <a:srgbClr val="FFFFFF"/>
                </a:solidFill>
              </a:defRPr>
            </a:lvl7pPr>
            <a:lvl8pPr lvl="7" algn="ctr" rtl="0">
              <a:lnSpc>
                <a:spcPct val="100000"/>
              </a:lnSpc>
              <a:spcBef>
                <a:spcPts val="0"/>
              </a:spcBef>
              <a:spcAft>
                <a:spcPts val="0"/>
              </a:spcAft>
              <a:buClr>
                <a:srgbClr val="FFFFFF"/>
              </a:buClr>
              <a:buSzPts val="1100"/>
              <a:buNone/>
              <a:defRPr sz="1100">
                <a:solidFill>
                  <a:srgbClr val="FFFFFF"/>
                </a:solidFill>
              </a:defRPr>
            </a:lvl8pPr>
            <a:lvl9pPr lvl="8" algn="ctr" rtl="0">
              <a:lnSpc>
                <a:spcPct val="100000"/>
              </a:lnSpc>
              <a:spcBef>
                <a:spcPts val="0"/>
              </a:spcBef>
              <a:spcAft>
                <a:spcPts val="0"/>
              </a:spcAft>
              <a:buClr>
                <a:srgbClr val="FFFFFF"/>
              </a:buClr>
              <a:buSzPts val="1100"/>
              <a:buNone/>
              <a:defRPr sz="1100">
                <a:solidFill>
                  <a:srgbClr val="FFFFFF"/>
                </a:solidFill>
              </a:defRPr>
            </a:lvl9pPr>
          </a:lstStyle>
          <a:p>
            <a:endParaRPr/>
          </a:p>
        </p:txBody>
      </p:sp>
      <p:sp>
        <p:nvSpPr>
          <p:cNvPr id="36" name="Google Shape;36;p5"/>
          <p:cNvSpPr txBox="1">
            <a:spLocks noGrp="1"/>
          </p:cNvSpPr>
          <p:nvPr>
            <p:ph type="subTitle" idx="2"/>
          </p:nvPr>
        </p:nvSpPr>
        <p:spPr>
          <a:xfrm>
            <a:off x="6434656"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100"/>
              <a:buNone/>
              <a:defRPr sz="1100">
                <a:solidFill>
                  <a:srgbClr val="FFFFFF"/>
                </a:solidFill>
              </a:defRPr>
            </a:lvl1pPr>
            <a:lvl2pPr lvl="1" algn="ctr" rtl="0">
              <a:lnSpc>
                <a:spcPct val="100000"/>
              </a:lnSpc>
              <a:spcBef>
                <a:spcPts val="0"/>
              </a:spcBef>
              <a:spcAft>
                <a:spcPts val="0"/>
              </a:spcAft>
              <a:buClr>
                <a:srgbClr val="FFFFFF"/>
              </a:buClr>
              <a:buSzPts val="1100"/>
              <a:buNone/>
              <a:defRPr sz="1100">
                <a:solidFill>
                  <a:srgbClr val="FFFFFF"/>
                </a:solidFill>
              </a:defRPr>
            </a:lvl2pPr>
            <a:lvl3pPr lvl="2" algn="ctr" rtl="0">
              <a:lnSpc>
                <a:spcPct val="100000"/>
              </a:lnSpc>
              <a:spcBef>
                <a:spcPts val="0"/>
              </a:spcBef>
              <a:spcAft>
                <a:spcPts val="0"/>
              </a:spcAft>
              <a:buClr>
                <a:srgbClr val="FFFFFF"/>
              </a:buClr>
              <a:buSzPts val="1100"/>
              <a:buNone/>
              <a:defRPr sz="1100">
                <a:solidFill>
                  <a:srgbClr val="FFFFFF"/>
                </a:solidFill>
              </a:defRPr>
            </a:lvl3pPr>
            <a:lvl4pPr lvl="3" algn="ctr" rtl="0">
              <a:lnSpc>
                <a:spcPct val="100000"/>
              </a:lnSpc>
              <a:spcBef>
                <a:spcPts val="0"/>
              </a:spcBef>
              <a:spcAft>
                <a:spcPts val="0"/>
              </a:spcAft>
              <a:buClr>
                <a:srgbClr val="FFFFFF"/>
              </a:buClr>
              <a:buSzPts val="1100"/>
              <a:buNone/>
              <a:defRPr sz="1100">
                <a:solidFill>
                  <a:srgbClr val="FFFFFF"/>
                </a:solidFill>
              </a:defRPr>
            </a:lvl4pPr>
            <a:lvl5pPr lvl="4" algn="ctr" rtl="0">
              <a:lnSpc>
                <a:spcPct val="100000"/>
              </a:lnSpc>
              <a:spcBef>
                <a:spcPts val="0"/>
              </a:spcBef>
              <a:spcAft>
                <a:spcPts val="0"/>
              </a:spcAft>
              <a:buClr>
                <a:srgbClr val="FFFFFF"/>
              </a:buClr>
              <a:buSzPts val="1100"/>
              <a:buNone/>
              <a:defRPr sz="1100">
                <a:solidFill>
                  <a:srgbClr val="FFFFFF"/>
                </a:solidFill>
              </a:defRPr>
            </a:lvl5pPr>
            <a:lvl6pPr lvl="5" algn="ctr" rtl="0">
              <a:lnSpc>
                <a:spcPct val="100000"/>
              </a:lnSpc>
              <a:spcBef>
                <a:spcPts val="0"/>
              </a:spcBef>
              <a:spcAft>
                <a:spcPts val="0"/>
              </a:spcAft>
              <a:buClr>
                <a:srgbClr val="FFFFFF"/>
              </a:buClr>
              <a:buSzPts val="1100"/>
              <a:buNone/>
              <a:defRPr sz="1100">
                <a:solidFill>
                  <a:srgbClr val="FFFFFF"/>
                </a:solidFill>
              </a:defRPr>
            </a:lvl6pPr>
            <a:lvl7pPr lvl="6" algn="ctr" rtl="0">
              <a:lnSpc>
                <a:spcPct val="100000"/>
              </a:lnSpc>
              <a:spcBef>
                <a:spcPts val="0"/>
              </a:spcBef>
              <a:spcAft>
                <a:spcPts val="0"/>
              </a:spcAft>
              <a:buClr>
                <a:srgbClr val="FFFFFF"/>
              </a:buClr>
              <a:buSzPts val="1100"/>
              <a:buNone/>
              <a:defRPr sz="1100">
                <a:solidFill>
                  <a:srgbClr val="FFFFFF"/>
                </a:solidFill>
              </a:defRPr>
            </a:lvl7pPr>
            <a:lvl8pPr lvl="7" algn="ctr" rtl="0">
              <a:lnSpc>
                <a:spcPct val="100000"/>
              </a:lnSpc>
              <a:spcBef>
                <a:spcPts val="0"/>
              </a:spcBef>
              <a:spcAft>
                <a:spcPts val="0"/>
              </a:spcAft>
              <a:buClr>
                <a:srgbClr val="FFFFFF"/>
              </a:buClr>
              <a:buSzPts val="1100"/>
              <a:buNone/>
              <a:defRPr sz="1100">
                <a:solidFill>
                  <a:srgbClr val="FFFFFF"/>
                </a:solidFill>
              </a:defRPr>
            </a:lvl8pPr>
            <a:lvl9pPr lvl="8" algn="ctr" rtl="0">
              <a:lnSpc>
                <a:spcPct val="100000"/>
              </a:lnSpc>
              <a:spcBef>
                <a:spcPts val="0"/>
              </a:spcBef>
              <a:spcAft>
                <a:spcPts val="0"/>
              </a:spcAft>
              <a:buClr>
                <a:srgbClr val="FFFFFF"/>
              </a:buClr>
              <a:buSzPts val="1100"/>
              <a:buNone/>
              <a:defRPr sz="1100">
                <a:solidFill>
                  <a:srgbClr val="FFFFFF"/>
                </a:solidFill>
              </a:defRPr>
            </a:lvl9pPr>
          </a:lstStyle>
          <a:p>
            <a:endParaRPr/>
          </a:p>
        </p:txBody>
      </p:sp>
      <p:sp>
        <p:nvSpPr>
          <p:cNvPr id="37" name="Google Shape;37;p5"/>
          <p:cNvSpPr txBox="1">
            <a:spLocks noGrp="1"/>
          </p:cNvSpPr>
          <p:nvPr>
            <p:ph type="subTitle" idx="3"/>
          </p:nvPr>
        </p:nvSpPr>
        <p:spPr>
          <a:xfrm>
            <a:off x="3633931" y="3340125"/>
            <a:ext cx="18894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100"/>
              <a:buNone/>
              <a:defRPr sz="1100">
                <a:solidFill>
                  <a:srgbClr val="FFFFFF"/>
                </a:solidFill>
              </a:defRPr>
            </a:lvl1pPr>
            <a:lvl2pPr lvl="1" algn="ctr" rtl="0">
              <a:lnSpc>
                <a:spcPct val="100000"/>
              </a:lnSpc>
              <a:spcBef>
                <a:spcPts val="0"/>
              </a:spcBef>
              <a:spcAft>
                <a:spcPts val="0"/>
              </a:spcAft>
              <a:buClr>
                <a:srgbClr val="FFFFFF"/>
              </a:buClr>
              <a:buSzPts val="1100"/>
              <a:buNone/>
              <a:defRPr sz="1100">
                <a:solidFill>
                  <a:srgbClr val="FFFFFF"/>
                </a:solidFill>
              </a:defRPr>
            </a:lvl2pPr>
            <a:lvl3pPr lvl="2" algn="ctr" rtl="0">
              <a:lnSpc>
                <a:spcPct val="100000"/>
              </a:lnSpc>
              <a:spcBef>
                <a:spcPts val="0"/>
              </a:spcBef>
              <a:spcAft>
                <a:spcPts val="0"/>
              </a:spcAft>
              <a:buClr>
                <a:srgbClr val="FFFFFF"/>
              </a:buClr>
              <a:buSzPts val="1100"/>
              <a:buNone/>
              <a:defRPr sz="1100">
                <a:solidFill>
                  <a:srgbClr val="FFFFFF"/>
                </a:solidFill>
              </a:defRPr>
            </a:lvl3pPr>
            <a:lvl4pPr lvl="3" algn="ctr" rtl="0">
              <a:lnSpc>
                <a:spcPct val="100000"/>
              </a:lnSpc>
              <a:spcBef>
                <a:spcPts val="0"/>
              </a:spcBef>
              <a:spcAft>
                <a:spcPts val="0"/>
              </a:spcAft>
              <a:buClr>
                <a:srgbClr val="FFFFFF"/>
              </a:buClr>
              <a:buSzPts val="1100"/>
              <a:buNone/>
              <a:defRPr sz="1100">
                <a:solidFill>
                  <a:srgbClr val="FFFFFF"/>
                </a:solidFill>
              </a:defRPr>
            </a:lvl4pPr>
            <a:lvl5pPr lvl="4" algn="ctr" rtl="0">
              <a:lnSpc>
                <a:spcPct val="100000"/>
              </a:lnSpc>
              <a:spcBef>
                <a:spcPts val="0"/>
              </a:spcBef>
              <a:spcAft>
                <a:spcPts val="0"/>
              </a:spcAft>
              <a:buClr>
                <a:srgbClr val="FFFFFF"/>
              </a:buClr>
              <a:buSzPts val="1100"/>
              <a:buNone/>
              <a:defRPr sz="1100">
                <a:solidFill>
                  <a:srgbClr val="FFFFFF"/>
                </a:solidFill>
              </a:defRPr>
            </a:lvl5pPr>
            <a:lvl6pPr lvl="5" algn="ctr" rtl="0">
              <a:lnSpc>
                <a:spcPct val="100000"/>
              </a:lnSpc>
              <a:spcBef>
                <a:spcPts val="0"/>
              </a:spcBef>
              <a:spcAft>
                <a:spcPts val="0"/>
              </a:spcAft>
              <a:buClr>
                <a:srgbClr val="FFFFFF"/>
              </a:buClr>
              <a:buSzPts val="1100"/>
              <a:buNone/>
              <a:defRPr sz="1100">
                <a:solidFill>
                  <a:srgbClr val="FFFFFF"/>
                </a:solidFill>
              </a:defRPr>
            </a:lvl6pPr>
            <a:lvl7pPr lvl="6" algn="ctr" rtl="0">
              <a:lnSpc>
                <a:spcPct val="100000"/>
              </a:lnSpc>
              <a:spcBef>
                <a:spcPts val="0"/>
              </a:spcBef>
              <a:spcAft>
                <a:spcPts val="0"/>
              </a:spcAft>
              <a:buClr>
                <a:srgbClr val="FFFFFF"/>
              </a:buClr>
              <a:buSzPts val="1100"/>
              <a:buNone/>
              <a:defRPr sz="1100">
                <a:solidFill>
                  <a:srgbClr val="FFFFFF"/>
                </a:solidFill>
              </a:defRPr>
            </a:lvl7pPr>
            <a:lvl8pPr lvl="7" algn="ctr" rtl="0">
              <a:lnSpc>
                <a:spcPct val="100000"/>
              </a:lnSpc>
              <a:spcBef>
                <a:spcPts val="0"/>
              </a:spcBef>
              <a:spcAft>
                <a:spcPts val="0"/>
              </a:spcAft>
              <a:buClr>
                <a:srgbClr val="FFFFFF"/>
              </a:buClr>
              <a:buSzPts val="1100"/>
              <a:buNone/>
              <a:defRPr sz="1100">
                <a:solidFill>
                  <a:srgbClr val="FFFFFF"/>
                </a:solidFill>
              </a:defRPr>
            </a:lvl8pPr>
            <a:lvl9pPr lvl="8" algn="ctr" rtl="0">
              <a:lnSpc>
                <a:spcPct val="100000"/>
              </a:lnSpc>
              <a:spcBef>
                <a:spcPts val="0"/>
              </a:spcBef>
              <a:spcAft>
                <a:spcPts val="0"/>
              </a:spcAft>
              <a:buClr>
                <a:srgbClr val="FFFFFF"/>
              </a:buClr>
              <a:buSzPts val="1100"/>
              <a:buNone/>
              <a:defRPr sz="1100">
                <a:solidFill>
                  <a:srgbClr val="FFFFFF"/>
                </a:solidFill>
              </a:defRPr>
            </a:lvl9pPr>
          </a:lstStyle>
          <a:p>
            <a:endParaRPr/>
          </a:p>
        </p:txBody>
      </p:sp>
      <p:sp>
        <p:nvSpPr>
          <p:cNvPr id="38" name="Google Shape;38;p5"/>
          <p:cNvSpPr txBox="1">
            <a:spLocks noGrp="1"/>
          </p:cNvSpPr>
          <p:nvPr>
            <p:ph type="ctrTitle"/>
          </p:nvPr>
        </p:nvSpPr>
        <p:spPr>
          <a:xfrm>
            <a:off x="726631"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39" name="Google Shape;39;p5"/>
          <p:cNvSpPr txBox="1">
            <a:spLocks noGrp="1"/>
          </p:cNvSpPr>
          <p:nvPr>
            <p:ph type="ctrTitle" idx="4"/>
          </p:nvPr>
        </p:nvSpPr>
        <p:spPr>
          <a:xfrm>
            <a:off x="6341356"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40" name="Google Shape;40;p5"/>
          <p:cNvSpPr txBox="1">
            <a:spLocks noGrp="1"/>
          </p:cNvSpPr>
          <p:nvPr>
            <p:ph type="ctrTitle" idx="5"/>
          </p:nvPr>
        </p:nvSpPr>
        <p:spPr>
          <a:xfrm>
            <a:off x="3540631" y="32745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200"/>
              <a:buFont typeface="Roboto Black"/>
              <a:buNone/>
              <a:defRPr sz="1200" b="0">
                <a:solidFill>
                  <a:srgbClr val="FFFFFF"/>
                </a:solidFill>
                <a:latin typeface="Roboto Black"/>
                <a:ea typeface="Roboto Black"/>
                <a:cs typeface="Roboto Black"/>
                <a:sym typeface="Roboto Black"/>
              </a:defRPr>
            </a:lvl9pPr>
          </a:lstStyle>
          <a:p>
            <a:endParaRPr/>
          </a:p>
        </p:txBody>
      </p:sp>
      <p:sp>
        <p:nvSpPr>
          <p:cNvPr id="41" name="Google Shape;41;p5"/>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TITLE_2_1">
    <p:bg>
      <p:bgPr>
        <a:gradFill>
          <a:gsLst>
            <a:gs pos="0">
              <a:srgbClr val="052643"/>
            </a:gs>
            <a:gs pos="100000">
              <a:srgbClr val="041523"/>
            </a:gs>
          </a:gsLst>
          <a:path path="circle">
            <a:fillToRect l="50000" t="50000" r="50000" b="50000"/>
          </a:path>
          <a:tileRect/>
        </a:gradFill>
        <a:effectLst/>
      </p:bgPr>
    </p:bg>
    <p:spTree>
      <p:nvGrpSpPr>
        <p:cNvPr id="1" name="Shape 42"/>
        <p:cNvGrpSpPr/>
        <p:nvPr/>
      </p:nvGrpSpPr>
      <p:grpSpPr>
        <a:xfrm>
          <a:off x="0" y="0"/>
          <a:ext cx="0" cy="0"/>
          <a:chOff x="0" y="0"/>
          <a:chExt cx="0" cy="0"/>
        </a:xfrm>
      </p:grpSpPr>
      <p:sp>
        <p:nvSpPr>
          <p:cNvPr id="43" name="Google Shape;43;p6"/>
          <p:cNvSpPr/>
          <p:nvPr/>
        </p:nvSpPr>
        <p:spPr>
          <a:xfrm>
            <a:off x="2080188" y="1291650"/>
            <a:ext cx="4910700" cy="2560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txBox="1">
            <a:spLocks noGrp="1"/>
          </p:cNvSpPr>
          <p:nvPr>
            <p:ph type="ctrTitle"/>
          </p:nvPr>
        </p:nvSpPr>
        <p:spPr>
          <a:xfrm>
            <a:off x="2770350" y="1558300"/>
            <a:ext cx="3530400" cy="1940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E2A47"/>
              </a:buClr>
              <a:buSzPts val="1200"/>
              <a:buNone/>
              <a:defRPr sz="1200">
                <a:solidFill>
                  <a:srgbClr val="0E2A47"/>
                </a:solidFill>
              </a:defRPr>
            </a:lvl1pPr>
            <a:lvl2pPr lvl="1" algn="ctr" rtl="0">
              <a:spcBef>
                <a:spcPts val="0"/>
              </a:spcBef>
              <a:spcAft>
                <a:spcPts val="0"/>
              </a:spcAft>
              <a:buClr>
                <a:srgbClr val="0E2A47"/>
              </a:buClr>
              <a:buSzPts val="5200"/>
              <a:buNone/>
              <a:defRPr sz="5200">
                <a:solidFill>
                  <a:srgbClr val="0E2A47"/>
                </a:solidFill>
              </a:defRPr>
            </a:lvl2pPr>
            <a:lvl3pPr lvl="2" algn="ctr" rtl="0">
              <a:spcBef>
                <a:spcPts val="0"/>
              </a:spcBef>
              <a:spcAft>
                <a:spcPts val="0"/>
              </a:spcAft>
              <a:buClr>
                <a:srgbClr val="0E2A47"/>
              </a:buClr>
              <a:buSzPts val="5200"/>
              <a:buNone/>
              <a:defRPr sz="5200">
                <a:solidFill>
                  <a:srgbClr val="0E2A47"/>
                </a:solidFill>
              </a:defRPr>
            </a:lvl3pPr>
            <a:lvl4pPr lvl="3" algn="ctr" rtl="0">
              <a:spcBef>
                <a:spcPts val="0"/>
              </a:spcBef>
              <a:spcAft>
                <a:spcPts val="0"/>
              </a:spcAft>
              <a:buClr>
                <a:srgbClr val="0E2A47"/>
              </a:buClr>
              <a:buSzPts val="5200"/>
              <a:buNone/>
              <a:defRPr sz="5200">
                <a:solidFill>
                  <a:srgbClr val="0E2A47"/>
                </a:solidFill>
              </a:defRPr>
            </a:lvl4pPr>
            <a:lvl5pPr lvl="4" algn="ctr" rtl="0">
              <a:spcBef>
                <a:spcPts val="0"/>
              </a:spcBef>
              <a:spcAft>
                <a:spcPts val="0"/>
              </a:spcAft>
              <a:buClr>
                <a:srgbClr val="0E2A47"/>
              </a:buClr>
              <a:buSzPts val="5200"/>
              <a:buNone/>
              <a:defRPr sz="5200">
                <a:solidFill>
                  <a:srgbClr val="0E2A47"/>
                </a:solidFill>
              </a:defRPr>
            </a:lvl5pPr>
            <a:lvl6pPr lvl="5" algn="ctr" rtl="0">
              <a:spcBef>
                <a:spcPts val="0"/>
              </a:spcBef>
              <a:spcAft>
                <a:spcPts val="0"/>
              </a:spcAft>
              <a:buClr>
                <a:srgbClr val="0E2A47"/>
              </a:buClr>
              <a:buSzPts val="5200"/>
              <a:buNone/>
              <a:defRPr sz="5200">
                <a:solidFill>
                  <a:srgbClr val="0E2A47"/>
                </a:solidFill>
              </a:defRPr>
            </a:lvl6pPr>
            <a:lvl7pPr lvl="6" algn="ctr" rtl="0">
              <a:spcBef>
                <a:spcPts val="0"/>
              </a:spcBef>
              <a:spcAft>
                <a:spcPts val="0"/>
              </a:spcAft>
              <a:buClr>
                <a:srgbClr val="0E2A47"/>
              </a:buClr>
              <a:buSzPts val="5200"/>
              <a:buNone/>
              <a:defRPr sz="5200">
                <a:solidFill>
                  <a:srgbClr val="0E2A47"/>
                </a:solidFill>
              </a:defRPr>
            </a:lvl7pPr>
            <a:lvl8pPr lvl="7" algn="ctr" rtl="0">
              <a:spcBef>
                <a:spcPts val="0"/>
              </a:spcBef>
              <a:spcAft>
                <a:spcPts val="0"/>
              </a:spcAft>
              <a:buClr>
                <a:srgbClr val="0E2A47"/>
              </a:buClr>
              <a:buSzPts val="5200"/>
              <a:buNone/>
              <a:defRPr sz="5200">
                <a:solidFill>
                  <a:srgbClr val="0E2A47"/>
                </a:solidFill>
              </a:defRPr>
            </a:lvl8pPr>
            <a:lvl9pPr lvl="8" algn="ctr" rtl="0">
              <a:spcBef>
                <a:spcPts val="0"/>
              </a:spcBef>
              <a:spcAft>
                <a:spcPts val="0"/>
              </a:spcAft>
              <a:buClr>
                <a:srgbClr val="0E2A47"/>
              </a:buClr>
              <a:buSzPts val="5200"/>
              <a:buNone/>
              <a:defRPr sz="5200">
                <a:solidFill>
                  <a:srgbClr val="0E2A47"/>
                </a:solidFill>
              </a:defRPr>
            </a:lvl9pPr>
          </a:lstStyle>
          <a:p>
            <a:endParaRPr/>
          </a:p>
        </p:txBody>
      </p:sp>
      <p:sp>
        <p:nvSpPr>
          <p:cNvPr id="45" name="Google Shape;45;p6"/>
          <p:cNvSpPr txBox="1">
            <a:spLocks noGrp="1"/>
          </p:cNvSpPr>
          <p:nvPr>
            <p:ph type="subTitle" idx="1"/>
          </p:nvPr>
        </p:nvSpPr>
        <p:spPr>
          <a:xfrm>
            <a:off x="2806800" y="1757550"/>
            <a:ext cx="3457500" cy="142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0E2A47"/>
              </a:buClr>
              <a:buSzPts val="1800"/>
              <a:buNone/>
              <a:defRPr>
                <a:solidFill>
                  <a:srgbClr val="0E2A47"/>
                </a:solidFill>
              </a:defRPr>
            </a:lvl1pPr>
            <a:lvl2pPr lvl="1" algn="ctr" rtl="0">
              <a:lnSpc>
                <a:spcPct val="100000"/>
              </a:lnSpc>
              <a:spcBef>
                <a:spcPts val="0"/>
              </a:spcBef>
              <a:spcAft>
                <a:spcPts val="0"/>
              </a:spcAft>
              <a:buClr>
                <a:srgbClr val="0E2A47"/>
              </a:buClr>
              <a:buSzPts val="1200"/>
              <a:buNone/>
              <a:defRPr sz="1200">
                <a:solidFill>
                  <a:srgbClr val="0E2A47"/>
                </a:solidFill>
              </a:defRPr>
            </a:lvl2pPr>
            <a:lvl3pPr lvl="2"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3pPr>
            <a:lvl4pPr lvl="3"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4pPr>
            <a:lvl5pPr lvl="4"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5pPr>
            <a:lvl6pPr lvl="5"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6pPr>
            <a:lvl7pPr lvl="6"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7pPr>
            <a:lvl8pPr lvl="7"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8pPr>
            <a:lvl9pPr lvl="8" algn="ctr" rtl="0">
              <a:lnSpc>
                <a:spcPct val="100000"/>
              </a:lnSpc>
              <a:spcBef>
                <a:spcPts val="0"/>
              </a:spcBef>
              <a:spcAft>
                <a:spcPts val="0"/>
              </a:spcAft>
              <a:buClr>
                <a:srgbClr val="0E2A47"/>
              </a:buClr>
              <a:buSzPts val="1200"/>
              <a:buFont typeface="Didact Gothic"/>
              <a:buNone/>
              <a:defRPr sz="1200">
                <a:solidFill>
                  <a:srgbClr val="0E2A47"/>
                </a:solidFill>
                <a:latin typeface="Didact Gothic"/>
                <a:ea typeface="Didact Gothic"/>
                <a:cs typeface="Didact Gothic"/>
                <a:sym typeface="Didact Gothic"/>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LUMNS 1">
  <p:cSld name="TITLE_1_1_1">
    <p:bg>
      <p:bgPr>
        <a:gradFill>
          <a:gsLst>
            <a:gs pos="0">
              <a:srgbClr val="052643"/>
            </a:gs>
            <a:gs pos="100000">
              <a:srgbClr val="041523"/>
            </a:gs>
          </a:gsLst>
          <a:path path="circle">
            <a:fillToRect l="50000" t="50000" r="50000" b="50000"/>
          </a:path>
          <a:tileRect/>
        </a:gradFill>
        <a:effectLst/>
      </p:bgPr>
    </p:bg>
    <p:spTree>
      <p:nvGrpSpPr>
        <p:cNvPr id="1" name="Shape 46"/>
        <p:cNvGrpSpPr/>
        <p:nvPr/>
      </p:nvGrpSpPr>
      <p:grpSpPr>
        <a:xfrm>
          <a:off x="0" y="0"/>
          <a:ext cx="0" cy="0"/>
          <a:chOff x="0" y="0"/>
          <a:chExt cx="0" cy="0"/>
        </a:xfrm>
      </p:grpSpPr>
      <p:sp>
        <p:nvSpPr>
          <p:cNvPr id="47" name="Google Shape;47;p7"/>
          <p:cNvSpPr txBox="1">
            <a:spLocks noGrp="1"/>
          </p:cNvSpPr>
          <p:nvPr>
            <p:ph type="ctrTitle"/>
          </p:nvPr>
        </p:nvSpPr>
        <p:spPr>
          <a:xfrm>
            <a:off x="1557931" y="2064013"/>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48" name="Google Shape;48;p7"/>
          <p:cNvSpPr txBox="1">
            <a:spLocks noGrp="1"/>
          </p:cNvSpPr>
          <p:nvPr>
            <p:ph type="ctrTitle" idx="2"/>
          </p:nvPr>
        </p:nvSpPr>
        <p:spPr>
          <a:xfrm>
            <a:off x="1557931" y="3466700"/>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49" name="Google Shape;49;p7"/>
          <p:cNvSpPr txBox="1">
            <a:spLocks noGrp="1"/>
          </p:cNvSpPr>
          <p:nvPr>
            <p:ph type="ctrTitle" idx="3"/>
          </p:nvPr>
        </p:nvSpPr>
        <p:spPr>
          <a:xfrm>
            <a:off x="1557931" y="2765356"/>
            <a:ext cx="2076000" cy="196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0" name="Google Shape;50;p7"/>
          <p:cNvSpPr txBox="1">
            <a:spLocks noGrp="1"/>
          </p:cNvSpPr>
          <p:nvPr>
            <p:ph type="ctrTitle" idx="4"/>
          </p:nvPr>
        </p:nvSpPr>
        <p:spPr>
          <a:xfrm>
            <a:off x="998325" y="644550"/>
            <a:ext cx="7833900" cy="606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rtl="0">
              <a:spcBef>
                <a:spcPts val="0"/>
              </a:spcBef>
              <a:spcAft>
                <a:spcPts val="0"/>
              </a:spcAft>
              <a:buClr>
                <a:srgbClr val="48FFD5"/>
              </a:buClr>
              <a:buSzPts val="5200"/>
              <a:buNone/>
              <a:defRPr sz="5200">
                <a:solidFill>
                  <a:srgbClr val="48FFD5"/>
                </a:solidFill>
              </a:defRPr>
            </a:lvl2pPr>
            <a:lvl3pPr lvl="2" rtl="0">
              <a:spcBef>
                <a:spcPts val="0"/>
              </a:spcBef>
              <a:spcAft>
                <a:spcPts val="0"/>
              </a:spcAft>
              <a:buClr>
                <a:srgbClr val="48FFD5"/>
              </a:buClr>
              <a:buSzPts val="5200"/>
              <a:buNone/>
              <a:defRPr sz="5200">
                <a:solidFill>
                  <a:srgbClr val="48FFD5"/>
                </a:solidFill>
              </a:defRPr>
            </a:lvl3pPr>
            <a:lvl4pPr lvl="3" rtl="0">
              <a:spcBef>
                <a:spcPts val="0"/>
              </a:spcBef>
              <a:spcAft>
                <a:spcPts val="0"/>
              </a:spcAft>
              <a:buClr>
                <a:srgbClr val="48FFD5"/>
              </a:buClr>
              <a:buSzPts val="5200"/>
              <a:buNone/>
              <a:defRPr sz="5200">
                <a:solidFill>
                  <a:srgbClr val="48FFD5"/>
                </a:solidFill>
              </a:defRPr>
            </a:lvl4pPr>
            <a:lvl5pPr lvl="4" rtl="0">
              <a:spcBef>
                <a:spcPts val="0"/>
              </a:spcBef>
              <a:spcAft>
                <a:spcPts val="0"/>
              </a:spcAft>
              <a:buClr>
                <a:srgbClr val="48FFD5"/>
              </a:buClr>
              <a:buSzPts val="5200"/>
              <a:buNone/>
              <a:defRPr sz="5200">
                <a:solidFill>
                  <a:srgbClr val="48FFD5"/>
                </a:solidFill>
              </a:defRPr>
            </a:lvl5pPr>
            <a:lvl6pPr lvl="5" rtl="0">
              <a:spcBef>
                <a:spcPts val="0"/>
              </a:spcBef>
              <a:spcAft>
                <a:spcPts val="0"/>
              </a:spcAft>
              <a:buClr>
                <a:srgbClr val="48FFD5"/>
              </a:buClr>
              <a:buSzPts val="5200"/>
              <a:buNone/>
              <a:defRPr sz="5200">
                <a:solidFill>
                  <a:srgbClr val="48FFD5"/>
                </a:solidFill>
              </a:defRPr>
            </a:lvl6pPr>
            <a:lvl7pPr lvl="6" rtl="0">
              <a:spcBef>
                <a:spcPts val="0"/>
              </a:spcBef>
              <a:spcAft>
                <a:spcPts val="0"/>
              </a:spcAft>
              <a:buClr>
                <a:srgbClr val="48FFD5"/>
              </a:buClr>
              <a:buSzPts val="5200"/>
              <a:buNone/>
              <a:defRPr sz="5200">
                <a:solidFill>
                  <a:srgbClr val="48FFD5"/>
                </a:solidFill>
              </a:defRPr>
            </a:lvl7pPr>
            <a:lvl8pPr lvl="7" rtl="0">
              <a:spcBef>
                <a:spcPts val="0"/>
              </a:spcBef>
              <a:spcAft>
                <a:spcPts val="0"/>
              </a:spcAft>
              <a:buClr>
                <a:srgbClr val="48FFD5"/>
              </a:buClr>
              <a:buSzPts val="5200"/>
              <a:buNone/>
              <a:defRPr sz="5200">
                <a:solidFill>
                  <a:srgbClr val="48FFD5"/>
                </a:solidFill>
              </a:defRPr>
            </a:lvl8pPr>
            <a:lvl9pPr lvl="8" rtl="0">
              <a:spcBef>
                <a:spcPts val="0"/>
              </a:spcBef>
              <a:spcAft>
                <a:spcPts val="0"/>
              </a:spcAft>
              <a:buClr>
                <a:srgbClr val="48FFD5"/>
              </a:buClr>
              <a:buSzPts val="5200"/>
              <a:buNone/>
              <a:defRPr sz="5200">
                <a:solidFill>
                  <a:srgbClr val="48FFD5"/>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LUMNS 2">
  <p:cSld name="TITLE_1_1_1_1">
    <p:bg>
      <p:bgPr>
        <a:gradFill>
          <a:gsLst>
            <a:gs pos="0">
              <a:srgbClr val="052643"/>
            </a:gs>
            <a:gs pos="100000">
              <a:srgbClr val="041523"/>
            </a:gs>
          </a:gsLst>
          <a:path path="circle">
            <a:fillToRect l="50000" t="50000" r="50000" b="50000"/>
          </a:path>
          <a:tileRect/>
        </a:gradFill>
        <a:effectLst/>
      </p:bgPr>
    </p:bg>
    <p:spTree>
      <p:nvGrpSpPr>
        <p:cNvPr id="1" name="Shape 51"/>
        <p:cNvGrpSpPr/>
        <p:nvPr/>
      </p:nvGrpSpPr>
      <p:grpSpPr>
        <a:xfrm>
          <a:off x="0" y="0"/>
          <a:ext cx="0" cy="0"/>
          <a:chOff x="0" y="0"/>
          <a:chExt cx="0" cy="0"/>
        </a:xfrm>
      </p:grpSpPr>
      <p:sp>
        <p:nvSpPr>
          <p:cNvPr id="52" name="Google Shape;52;p8"/>
          <p:cNvSpPr txBox="1">
            <a:spLocks noGrp="1"/>
          </p:cNvSpPr>
          <p:nvPr>
            <p:ph type="ctrTitle"/>
          </p:nvPr>
        </p:nvSpPr>
        <p:spPr>
          <a:xfrm>
            <a:off x="5393881" y="2071888"/>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3" name="Google Shape;53;p8"/>
          <p:cNvSpPr txBox="1">
            <a:spLocks noGrp="1"/>
          </p:cNvSpPr>
          <p:nvPr>
            <p:ph type="ctrTitle" idx="2"/>
          </p:nvPr>
        </p:nvSpPr>
        <p:spPr>
          <a:xfrm>
            <a:off x="5393881" y="3474575"/>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4" name="Google Shape;54;p8"/>
          <p:cNvSpPr txBox="1">
            <a:spLocks noGrp="1"/>
          </p:cNvSpPr>
          <p:nvPr>
            <p:ph type="ctrTitle" idx="3"/>
          </p:nvPr>
        </p:nvSpPr>
        <p:spPr>
          <a:xfrm>
            <a:off x="5393881" y="2773231"/>
            <a:ext cx="2076000" cy="196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1pPr>
            <a:lvl2pPr lvl="1"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2pPr>
            <a:lvl3pPr lvl="2"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3pPr>
            <a:lvl4pPr lvl="3"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4pPr>
            <a:lvl5pPr lvl="4"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5pPr>
            <a:lvl6pPr lvl="5"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6pPr>
            <a:lvl7pPr lvl="6"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7pPr>
            <a:lvl8pPr lvl="7"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8pPr>
            <a:lvl9pPr lvl="8" algn="r" rtl="0">
              <a:spcBef>
                <a:spcPts val="0"/>
              </a:spcBef>
              <a:spcAft>
                <a:spcPts val="0"/>
              </a:spcAft>
              <a:buClr>
                <a:schemeClr val="accent1"/>
              </a:buClr>
              <a:buSzPts val="1100"/>
              <a:buFont typeface="Roboto Black"/>
              <a:buNone/>
              <a:defRPr sz="1100" b="0">
                <a:solidFill>
                  <a:schemeClr val="accent1"/>
                </a:solidFill>
                <a:latin typeface="Roboto Black"/>
                <a:ea typeface="Roboto Black"/>
                <a:cs typeface="Roboto Black"/>
                <a:sym typeface="Roboto Black"/>
              </a:defRPr>
            </a:lvl9pPr>
          </a:lstStyle>
          <a:p>
            <a:endParaRPr/>
          </a:p>
        </p:txBody>
      </p:sp>
      <p:sp>
        <p:nvSpPr>
          <p:cNvPr id="55" name="Google Shape;55;p8"/>
          <p:cNvSpPr txBox="1">
            <a:spLocks noGrp="1"/>
          </p:cNvSpPr>
          <p:nvPr>
            <p:ph type="ctrTitle" idx="4"/>
          </p:nvPr>
        </p:nvSpPr>
        <p:spPr>
          <a:xfrm>
            <a:off x="256200" y="637927"/>
            <a:ext cx="7833900" cy="6066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r" rtl="0">
              <a:spcBef>
                <a:spcPts val="0"/>
              </a:spcBef>
              <a:spcAft>
                <a:spcPts val="0"/>
              </a:spcAft>
              <a:buClr>
                <a:srgbClr val="FFFFFF"/>
              </a:buClr>
              <a:buSzPts val="5200"/>
              <a:buNone/>
              <a:defRPr sz="5200">
                <a:solidFill>
                  <a:srgbClr val="FFFFFF"/>
                </a:solidFill>
              </a:defRPr>
            </a:lvl2pPr>
            <a:lvl3pPr lvl="2" algn="r" rtl="0">
              <a:spcBef>
                <a:spcPts val="0"/>
              </a:spcBef>
              <a:spcAft>
                <a:spcPts val="0"/>
              </a:spcAft>
              <a:buClr>
                <a:srgbClr val="FFFFFF"/>
              </a:buClr>
              <a:buSzPts val="5200"/>
              <a:buNone/>
              <a:defRPr sz="5200">
                <a:solidFill>
                  <a:srgbClr val="FFFFFF"/>
                </a:solidFill>
              </a:defRPr>
            </a:lvl3pPr>
            <a:lvl4pPr lvl="3" algn="r" rtl="0">
              <a:spcBef>
                <a:spcPts val="0"/>
              </a:spcBef>
              <a:spcAft>
                <a:spcPts val="0"/>
              </a:spcAft>
              <a:buClr>
                <a:srgbClr val="FFFFFF"/>
              </a:buClr>
              <a:buSzPts val="5200"/>
              <a:buNone/>
              <a:defRPr sz="5200">
                <a:solidFill>
                  <a:srgbClr val="FFFFFF"/>
                </a:solidFill>
              </a:defRPr>
            </a:lvl4pPr>
            <a:lvl5pPr lvl="4" algn="r" rtl="0">
              <a:spcBef>
                <a:spcPts val="0"/>
              </a:spcBef>
              <a:spcAft>
                <a:spcPts val="0"/>
              </a:spcAft>
              <a:buClr>
                <a:srgbClr val="FFFFFF"/>
              </a:buClr>
              <a:buSzPts val="5200"/>
              <a:buNone/>
              <a:defRPr sz="5200">
                <a:solidFill>
                  <a:srgbClr val="FFFFFF"/>
                </a:solidFill>
              </a:defRPr>
            </a:lvl5pPr>
            <a:lvl6pPr lvl="5" algn="r" rtl="0">
              <a:spcBef>
                <a:spcPts val="0"/>
              </a:spcBef>
              <a:spcAft>
                <a:spcPts val="0"/>
              </a:spcAft>
              <a:buClr>
                <a:srgbClr val="FFFFFF"/>
              </a:buClr>
              <a:buSzPts val="5200"/>
              <a:buNone/>
              <a:defRPr sz="5200">
                <a:solidFill>
                  <a:srgbClr val="FFFFFF"/>
                </a:solidFill>
              </a:defRPr>
            </a:lvl6pPr>
            <a:lvl7pPr lvl="6" algn="r" rtl="0">
              <a:spcBef>
                <a:spcPts val="0"/>
              </a:spcBef>
              <a:spcAft>
                <a:spcPts val="0"/>
              </a:spcAft>
              <a:buClr>
                <a:srgbClr val="FFFFFF"/>
              </a:buClr>
              <a:buSzPts val="5200"/>
              <a:buNone/>
              <a:defRPr sz="5200">
                <a:solidFill>
                  <a:srgbClr val="FFFFFF"/>
                </a:solidFill>
              </a:defRPr>
            </a:lvl7pPr>
            <a:lvl8pPr lvl="7" algn="r" rtl="0">
              <a:spcBef>
                <a:spcPts val="0"/>
              </a:spcBef>
              <a:spcAft>
                <a:spcPts val="0"/>
              </a:spcAft>
              <a:buClr>
                <a:srgbClr val="FFFFFF"/>
              </a:buClr>
              <a:buSzPts val="5200"/>
              <a:buNone/>
              <a:defRPr sz="5200">
                <a:solidFill>
                  <a:srgbClr val="FFFFFF"/>
                </a:solidFill>
              </a:defRPr>
            </a:lvl8pPr>
            <a:lvl9pPr lvl="8" algn="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LUMNS + INFOGRAPHY">
  <p:cSld name="TITLE_1_1_2">
    <p:bg>
      <p:bgPr>
        <a:gradFill>
          <a:gsLst>
            <a:gs pos="0">
              <a:srgbClr val="052643"/>
            </a:gs>
            <a:gs pos="100000">
              <a:srgbClr val="041523"/>
            </a:gs>
          </a:gsLst>
          <a:path path="circle">
            <a:fillToRect l="50000" t="50000" r="50000" b="50000"/>
          </a:path>
          <a:tileRect/>
        </a:gradFill>
        <a:effectLst/>
      </p:bgPr>
    </p:bg>
    <p:spTree>
      <p:nvGrpSpPr>
        <p:cNvPr id="1" name="Shape 56"/>
        <p:cNvGrpSpPr/>
        <p:nvPr/>
      </p:nvGrpSpPr>
      <p:grpSpPr>
        <a:xfrm>
          <a:off x="0" y="0"/>
          <a:ext cx="0" cy="0"/>
          <a:chOff x="0" y="0"/>
          <a:chExt cx="0" cy="0"/>
        </a:xfrm>
      </p:grpSpPr>
      <p:sp>
        <p:nvSpPr>
          <p:cNvPr id="57" name="Google Shape;57;p9"/>
          <p:cNvSpPr txBox="1">
            <a:spLocks noGrp="1"/>
          </p:cNvSpPr>
          <p:nvPr>
            <p:ph type="subTitle" idx="1"/>
          </p:nvPr>
        </p:nvSpPr>
        <p:spPr>
          <a:xfrm>
            <a:off x="3874950" y="3625075"/>
            <a:ext cx="13941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sz="1000">
                <a:solidFill>
                  <a:srgbClr val="FFFFFF"/>
                </a:solidFill>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58" name="Google Shape;58;p9"/>
          <p:cNvSpPr txBox="1">
            <a:spLocks noGrp="1"/>
          </p:cNvSpPr>
          <p:nvPr>
            <p:ph type="subTitle" idx="2"/>
          </p:nvPr>
        </p:nvSpPr>
        <p:spPr>
          <a:xfrm>
            <a:off x="5813500" y="3639800"/>
            <a:ext cx="13941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sz="1000">
                <a:solidFill>
                  <a:srgbClr val="FFFFFF"/>
                </a:solidFill>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59" name="Google Shape;59;p9"/>
          <p:cNvSpPr txBox="1">
            <a:spLocks noGrp="1"/>
          </p:cNvSpPr>
          <p:nvPr>
            <p:ph type="subTitle" idx="3"/>
          </p:nvPr>
        </p:nvSpPr>
        <p:spPr>
          <a:xfrm>
            <a:off x="1936387" y="3619725"/>
            <a:ext cx="1394100" cy="502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FFFFFF"/>
              </a:buClr>
              <a:buSzPts val="1000"/>
              <a:buNone/>
              <a:defRPr sz="1000">
                <a:solidFill>
                  <a:srgbClr val="FFFFFF"/>
                </a:solidFill>
              </a:defRPr>
            </a:lvl1pPr>
            <a:lvl2pPr lvl="1" algn="ctr" rtl="0">
              <a:lnSpc>
                <a:spcPct val="100000"/>
              </a:lnSpc>
              <a:spcBef>
                <a:spcPts val="0"/>
              </a:spcBef>
              <a:spcAft>
                <a:spcPts val="0"/>
              </a:spcAft>
              <a:buClr>
                <a:srgbClr val="FFFFFF"/>
              </a:buClr>
              <a:buSzPts val="1000"/>
              <a:buNone/>
              <a:defRPr sz="1000">
                <a:solidFill>
                  <a:srgbClr val="FFFFFF"/>
                </a:solidFill>
              </a:defRPr>
            </a:lvl2pPr>
            <a:lvl3pPr lvl="2" algn="ctr" rtl="0">
              <a:lnSpc>
                <a:spcPct val="100000"/>
              </a:lnSpc>
              <a:spcBef>
                <a:spcPts val="0"/>
              </a:spcBef>
              <a:spcAft>
                <a:spcPts val="0"/>
              </a:spcAft>
              <a:buClr>
                <a:srgbClr val="FFFFFF"/>
              </a:buClr>
              <a:buSzPts val="1000"/>
              <a:buNone/>
              <a:defRPr sz="1000">
                <a:solidFill>
                  <a:srgbClr val="FFFFFF"/>
                </a:solidFill>
              </a:defRPr>
            </a:lvl3pPr>
            <a:lvl4pPr lvl="3" algn="ctr" rtl="0">
              <a:lnSpc>
                <a:spcPct val="100000"/>
              </a:lnSpc>
              <a:spcBef>
                <a:spcPts val="0"/>
              </a:spcBef>
              <a:spcAft>
                <a:spcPts val="0"/>
              </a:spcAft>
              <a:buClr>
                <a:srgbClr val="FFFFFF"/>
              </a:buClr>
              <a:buSzPts val="1000"/>
              <a:buNone/>
              <a:defRPr sz="1000">
                <a:solidFill>
                  <a:srgbClr val="FFFFFF"/>
                </a:solidFill>
              </a:defRPr>
            </a:lvl4pPr>
            <a:lvl5pPr lvl="4" algn="ctr" rtl="0">
              <a:lnSpc>
                <a:spcPct val="100000"/>
              </a:lnSpc>
              <a:spcBef>
                <a:spcPts val="0"/>
              </a:spcBef>
              <a:spcAft>
                <a:spcPts val="0"/>
              </a:spcAft>
              <a:buClr>
                <a:srgbClr val="FFFFFF"/>
              </a:buClr>
              <a:buSzPts val="1000"/>
              <a:buNone/>
              <a:defRPr sz="1000">
                <a:solidFill>
                  <a:srgbClr val="FFFFFF"/>
                </a:solidFill>
              </a:defRPr>
            </a:lvl5pPr>
            <a:lvl6pPr lvl="5" algn="ctr" rtl="0">
              <a:lnSpc>
                <a:spcPct val="100000"/>
              </a:lnSpc>
              <a:spcBef>
                <a:spcPts val="0"/>
              </a:spcBef>
              <a:spcAft>
                <a:spcPts val="0"/>
              </a:spcAft>
              <a:buClr>
                <a:srgbClr val="FFFFFF"/>
              </a:buClr>
              <a:buSzPts val="1000"/>
              <a:buNone/>
              <a:defRPr sz="1000">
                <a:solidFill>
                  <a:srgbClr val="FFFFFF"/>
                </a:solidFill>
              </a:defRPr>
            </a:lvl6pPr>
            <a:lvl7pPr lvl="6" algn="ctr" rtl="0">
              <a:lnSpc>
                <a:spcPct val="100000"/>
              </a:lnSpc>
              <a:spcBef>
                <a:spcPts val="0"/>
              </a:spcBef>
              <a:spcAft>
                <a:spcPts val="0"/>
              </a:spcAft>
              <a:buClr>
                <a:srgbClr val="FFFFFF"/>
              </a:buClr>
              <a:buSzPts val="1000"/>
              <a:buNone/>
              <a:defRPr sz="1000">
                <a:solidFill>
                  <a:srgbClr val="FFFFFF"/>
                </a:solidFill>
              </a:defRPr>
            </a:lvl7pPr>
            <a:lvl8pPr lvl="7" algn="ctr" rtl="0">
              <a:lnSpc>
                <a:spcPct val="100000"/>
              </a:lnSpc>
              <a:spcBef>
                <a:spcPts val="0"/>
              </a:spcBef>
              <a:spcAft>
                <a:spcPts val="0"/>
              </a:spcAft>
              <a:buClr>
                <a:srgbClr val="FFFFFF"/>
              </a:buClr>
              <a:buSzPts val="1000"/>
              <a:buNone/>
              <a:defRPr sz="1000">
                <a:solidFill>
                  <a:srgbClr val="FFFFFF"/>
                </a:solidFill>
              </a:defRPr>
            </a:lvl8pPr>
            <a:lvl9pPr lvl="8" algn="ctr" rtl="0">
              <a:lnSpc>
                <a:spcPct val="100000"/>
              </a:lnSpc>
              <a:spcBef>
                <a:spcPts val="0"/>
              </a:spcBef>
              <a:spcAft>
                <a:spcPts val="0"/>
              </a:spcAft>
              <a:buClr>
                <a:srgbClr val="FFFFFF"/>
              </a:buClr>
              <a:buSzPts val="1000"/>
              <a:buNone/>
              <a:defRPr sz="1000">
                <a:solidFill>
                  <a:srgbClr val="FFFFFF"/>
                </a:solidFill>
              </a:defRPr>
            </a:lvl9pPr>
          </a:lstStyle>
          <a:p>
            <a:endParaRPr/>
          </a:p>
        </p:txBody>
      </p:sp>
      <p:sp>
        <p:nvSpPr>
          <p:cNvPr id="60" name="Google Shape;60;p9"/>
          <p:cNvSpPr txBox="1">
            <a:spLocks noGrp="1"/>
          </p:cNvSpPr>
          <p:nvPr>
            <p:ph type="ctrTitle"/>
          </p:nvPr>
        </p:nvSpPr>
        <p:spPr>
          <a:xfrm>
            <a:off x="3533994" y="3503375"/>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9pPr>
          </a:lstStyle>
          <a:p>
            <a:endParaRPr/>
          </a:p>
        </p:txBody>
      </p:sp>
      <p:sp>
        <p:nvSpPr>
          <p:cNvPr id="61" name="Google Shape;61;p9"/>
          <p:cNvSpPr txBox="1">
            <a:spLocks noGrp="1"/>
          </p:cNvSpPr>
          <p:nvPr>
            <p:ph type="ctrTitle" idx="4"/>
          </p:nvPr>
        </p:nvSpPr>
        <p:spPr>
          <a:xfrm>
            <a:off x="5472556" y="3523450"/>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9pPr>
          </a:lstStyle>
          <a:p>
            <a:endParaRPr/>
          </a:p>
        </p:txBody>
      </p:sp>
      <p:sp>
        <p:nvSpPr>
          <p:cNvPr id="62" name="Google Shape;62;p9"/>
          <p:cNvSpPr txBox="1">
            <a:spLocks noGrp="1"/>
          </p:cNvSpPr>
          <p:nvPr>
            <p:ph type="ctrTitle" idx="5"/>
          </p:nvPr>
        </p:nvSpPr>
        <p:spPr>
          <a:xfrm>
            <a:off x="1595444" y="3503375"/>
            <a:ext cx="2076000" cy="19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2pPr>
            <a:lvl3pPr lvl="2"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3pPr>
            <a:lvl4pPr lvl="3"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4pPr>
            <a:lvl5pPr lvl="4"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5pPr>
            <a:lvl6pPr lvl="5"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6pPr>
            <a:lvl7pPr lvl="6"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7pPr>
            <a:lvl8pPr lvl="7"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8pPr>
            <a:lvl9pPr lvl="8" algn="ctr" rtl="0">
              <a:spcBef>
                <a:spcPts val="0"/>
              </a:spcBef>
              <a:spcAft>
                <a:spcPts val="0"/>
              </a:spcAft>
              <a:buClr>
                <a:srgbClr val="FFFFFF"/>
              </a:buClr>
              <a:buSzPts val="1000"/>
              <a:buFont typeface="Roboto Black"/>
              <a:buNone/>
              <a:defRPr sz="1000" b="0">
                <a:solidFill>
                  <a:srgbClr val="FFFFFF"/>
                </a:solidFill>
                <a:latin typeface="Roboto Black"/>
                <a:ea typeface="Roboto Black"/>
                <a:cs typeface="Roboto Black"/>
                <a:sym typeface="Roboto Black"/>
              </a:defRPr>
            </a:lvl9pPr>
          </a:lstStyle>
          <a:p>
            <a:endParaRPr/>
          </a:p>
        </p:txBody>
      </p:sp>
      <p:sp>
        <p:nvSpPr>
          <p:cNvPr id="63" name="Google Shape;63;p9"/>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IMAGE">
  <p:cSld name="TITLE_1_1_2_1">
    <p:bg>
      <p:bgPr>
        <a:gradFill>
          <a:gsLst>
            <a:gs pos="0">
              <a:srgbClr val="052643"/>
            </a:gs>
            <a:gs pos="100000">
              <a:srgbClr val="041523"/>
            </a:gs>
          </a:gsLst>
          <a:path path="circle">
            <a:fillToRect l="50000" t="50000" r="50000" b="50000"/>
          </a:path>
          <a:tileRect/>
        </a:gradFill>
        <a:effectLst/>
      </p:bgPr>
    </p:bg>
    <p:spTree>
      <p:nvGrpSpPr>
        <p:cNvPr id="1" name="Shape 64"/>
        <p:cNvGrpSpPr/>
        <p:nvPr/>
      </p:nvGrpSpPr>
      <p:grpSpPr>
        <a:xfrm>
          <a:off x="0" y="0"/>
          <a:ext cx="0" cy="0"/>
          <a:chOff x="0" y="0"/>
          <a:chExt cx="0" cy="0"/>
        </a:xfrm>
      </p:grpSpPr>
      <p:sp>
        <p:nvSpPr>
          <p:cNvPr id="65" name="Google Shape;65;p10"/>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IMAGE">
  <p:cSld name="TITLE + IMAGE">
    <p:bg>
      <p:bgPr>
        <a:gradFill>
          <a:gsLst>
            <a:gs pos="0">
              <a:srgbClr val="052643"/>
            </a:gs>
            <a:gs pos="100000">
              <a:srgbClr val="041523"/>
            </a:gs>
          </a:gsLst>
          <a:path path="circle">
            <a:fillToRect l="50000" t="50000" r="50000" b="50000"/>
          </a:path>
          <a:tileRect/>
        </a:gradFill>
        <a:effectLst/>
      </p:bgPr>
    </p:bg>
    <p:spTree>
      <p:nvGrpSpPr>
        <p:cNvPr id="1" name="Shape 64"/>
        <p:cNvGrpSpPr/>
        <p:nvPr/>
      </p:nvGrpSpPr>
      <p:grpSpPr>
        <a:xfrm>
          <a:off x="0" y="0"/>
          <a:ext cx="0" cy="0"/>
          <a:chOff x="0" y="0"/>
          <a:chExt cx="0" cy="0"/>
        </a:xfrm>
      </p:grpSpPr>
      <p:sp>
        <p:nvSpPr>
          <p:cNvPr id="65" name="Google Shape;65;p10"/>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3000"/>
              <a:buFont typeface="Roboto Black"/>
              <a:buNone/>
              <a:defRPr sz="3000" b="0">
                <a:solidFill>
                  <a:srgbClr val="FFFFFF"/>
                </a:solidFill>
                <a:latin typeface="Roboto Black"/>
                <a:ea typeface="Roboto Black"/>
                <a:cs typeface="Roboto Black"/>
                <a:sym typeface="Roboto Black"/>
              </a:defRPr>
            </a:lvl1pPr>
            <a:lvl2pPr lvl="1" algn="ctr" rtl="0">
              <a:spcBef>
                <a:spcPts val="0"/>
              </a:spcBef>
              <a:spcAft>
                <a:spcPts val="0"/>
              </a:spcAft>
              <a:buClr>
                <a:srgbClr val="FFFFFF"/>
              </a:buClr>
              <a:buSzPts val="5200"/>
              <a:buNone/>
              <a:defRPr sz="5200">
                <a:solidFill>
                  <a:srgbClr val="FFFFFF"/>
                </a:solidFill>
              </a:defRPr>
            </a:lvl2pPr>
            <a:lvl3pPr lvl="2" algn="ctr" rtl="0">
              <a:spcBef>
                <a:spcPts val="0"/>
              </a:spcBef>
              <a:spcAft>
                <a:spcPts val="0"/>
              </a:spcAft>
              <a:buClr>
                <a:srgbClr val="FFFFFF"/>
              </a:buClr>
              <a:buSzPts val="5200"/>
              <a:buNone/>
              <a:defRPr sz="5200">
                <a:solidFill>
                  <a:srgbClr val="FFFFFF"/>
                </a:solidFill>
              </a:defRPr>
            </a:lvl3pPr>
            <a:lvl4pPr lvl="3" algn="ctr" rtl="0">
              <a:spcBef>
                <a:spcPts val="0"/>
              </a:spcBef>
              <a:spcAft>
                <a:spcPts val="0"/>
              </a:spcAft>
              <a:buClr>
                <a:srgbClr val="FFFFFF"/>
              </a:buClr>
              <a:buSzPts val="5200"/>
              <a:buNone/>
              <a:defRPr sz="5200">
                <a:solidFill>
                  <a:srgbClr val="FFFFFF"/>
                </a:solidFill>
              </a:defRPr>
            </a:lvl4pPr>
            <a:lvl5pPr lvl="4" algn="ctr" rtl="0">
              <a:spcBef>
                <a:spcPts val="0"/>
              </a:spcBef>
              <a:spcAft>
                <a:spcPts val="0"/>
              </a:spcAft>
              <a:buClr>
                <a:srgbClr val="FFFFFF"/>
              </a:buClr>
              <a:buSzPts val="5200"/>
              <a:buNone/>
              <a:defRPr sz="5200">
                <a:solidFill>
                  <a:srgbClr val="FFFFFF"/>
                </a:solidFill>
              </a:defRPr>
            </a:lvl5pPr>
            <a:lvl6pPr lvl="5" algn="ctr" rtl="0">
              <a:spcBef>
                <a:spcPts val="0"/>
              </a:spcBef>
              <a:spcAft>
                <a:spcPts val="0"/>
              </a:spcAft>
              <a:buClr>
                <a:srgbClr val="FFFFFF"/>
              </a:buClr>
              <a:buSzPts val="5200"/>
              <a:buNone/>
              <a:defRPr sz="5200">
                <a:solidFill>
                  <a:srgbClr val="FFFFFF"/>
                </a:solidFill>
              </a:defRPr>
            </a:lvl6pPr>
            <a:lvl7pPr lvl="6" algn="ctr" rtl="0">
              <a:spcBef>
                <a:spcPts val="0"/>
              </a:spcBef>
              <a:spcAft>
                <a:spcPts val="0"/>
              </a:spcAft>
              <a:buClr>
                <a:srgbClr val="FFFFFF"/>
              </a:buClr>
              <a:buSzPts val="5200"/>
              <a:buNone/>
              <a:defRPr sz="5200">
                <a:solidFill>
                  <a:srgbClr val="FFFFFF"/>
                </a:solidFill>
              </a:defRPr>
            </a:lvl7pPr>
            <a:lvl8pPr lvl="7" algn="ctr" rtl="0">
              <a:spcBef>
                <a:spcPts val="0"/>
              </a:spcBef>
              <a:spcAft>
                <a:spcPts val="0"/>
              </a:spcAft>
              <a:buClr>
                <a:srgbClr val="FFFFFF"/>
              </a:buClr>
              <a:buSzPts val="5200"/>
              <a:buNone/>
              <a:defRPr sz="5200">
                <a:solidFill>
                  <a:srgbClr val="FFFFFF"/>
                </a:solidFill>
              </a:defRPr>
            </a:lvl8pPr>
            <a:lvl9pPr lvl="8" algn="ctr" rtl="0">
              <a:spcBef>
                <a:spcPts val="0"/>
              </a:spcBef>
              <a:spcAft>
                <a:spcPts val="0"/>
              </a:spcAft>
              <a:buClr>
                <a:srgbClr val="FFFFFF"/>
              </a:buClr>
              <a:buSzPts val="5200"/>
              <a:buNone/>
              <a:defRPr sz="5200">
                <a:solidFill>
                  <a:srgbClr val="FFFFFF"/>
                </a:solidFill>
              </a:defRPr>
            </a:lvl9pPr>
          </a:lstStyle>
          <a:p>
            <a:endParaRPr/>
          </a:p>
        </p:txBody>
      </p:sp>
    </p:spTree>
    <p:extLst>
      <p:ext uri="{BB962C8B-B14F-4D97-AF65-F5344CB8AC3E}">
        <p14:creationId xmlns:p14="http://schemas.microsoft.com/office/powerpoint/2010/main" val="385663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052643"/>
            </a:gs>
            <a:gs pos="100000">
              <a:srgbClr val="041523"/>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92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FFFFF"/>
              </a:buClr>
              <a:buSzPts val="2800"/>
              <a:buFont typeface="Roboto Black"/>
              <a:buNone/>
              <a:defRPr sz="2800">
                <a:solidFill>
                  <a:srgbClr val="FFFFFF"/>
                </a:solidFill>
                <a:latin typeface="Roboto Black"/>
                <a:ea typeface="Roboto Black"/>
                <a:cs typeface="Roboto Black"/>
                <a:sym typeface="Roboto Black"/>
              </a:defRPr>
            </a:lvl1pPr>
            <a:lvl2pPr lvl="1">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2pPr>
            <a:lvl3pPr lvl="2">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3pPr>
            <a:lvl4pPr lvl="3">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4pPr>
            <a:lvl5pPr lvl="4">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5pPr>
            <a:lvl6pPr lvl="5">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6pPr>
            <a:lvl7pPr lvl="6">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7pPr>
            <a:lvl8pPr lvl="7">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8pPr>
            <a:lvl9pPr lvl="8">
              <a:spcBef>
                <a:spcPts val="0"/>
              </a:spcBef>
              <a:spcAft>
                <a:spcPts val="0"/>
              </a:spcAft>
              <a:buClr>
                <a:srgbClr val="FBFBFB"/>
              </a:buClr>
              <a:buSzPts val="2800"/>
              <a:buFont typeface="Bree Serif"/>
              <a:buNone/>
              <a:defRPr sz="2800" b="1">
                <a:solidFill>
                  <a:srgbClr val="FBFBFB"/>
                </a:solidFill>
                <a:latin typeface="Bree Serif"/>
                <a:ea typeface="Bree Serif"/>
                <a:cs typeface="Bree Serif"/>
                <a:sym typeface="Bree Serif"/>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rgbClr val="FFFFFF"/>
              </a:buClr>
              <a:buSzPts val="1800"/>
              <a:buFont typeface="Roboto Light"/>
              <a:buChar char="●"/>
              <a:defRPr sz="1800">
                <a:solidFill>
                  <a:srgbClr val="FFFFFF"/>
                </a:solidFill>
                <a:latin typeface="Roboto Light"/>
                <a:ea typeface="Roboto Light"/>
                <a:cs typeface="Roboto Light"/>
                <a:sym typeface="Roboto Light"/>
              </a:defRPr>
            </a:lvl1pPr>
            <a:lvl2pPr marL="914400" lvl="1"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2pPr>
            <a:lvl3pPr marL="1371600" lvl="2"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3pPr>
            <a:lvl4pPr marL="1828800" lvl="3"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4pPr>
            <a:lvl5pPr marL="2286000" lvl="4"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5pPr>
            <a:lvl6pPr marL="2743200" lvl="5"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6pPr>
            <a:lvl7pPr marL="3200400" lvl="6"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7pPr>
            <a:lvl8pPr marL="3657600" lvl="7" indent="-317500">
              <a:lnSpc>
                <a:spcPct val="115000"/>
              </a:lnSpc>
              <a:spcBef>
                <a:spcPts val="1600"/>
              </a:spcBef>
              <a:spcAft>
                <a:spcPts val="0"/>
              </a:spcAft>
              <a:buClr>
                <a:srgbClr val="FFFFFF"/>
              </a:buClr>
              <a:buSzPts val="1400"/>
              <a:buFont typeface="Roboto Light"/>
              <a:buChar char="○"/>
              <a:defRPr>
                <a:solidFill>
                  <a:srgbClr val="FFFFFF"/>
                </a:solidFill>
                <a:latin typeface="Roboto Light"/>
                <a:ea typeface="Roboto Light"/>
                <a:cs typeface="Roboto Light"/>
                <a:sym typeface="Roboto Light"/>
              </a:defRPr>
            </a:lvl8pPr>
            <a:lvl9pPr marL="4114800" lvl="8" indent="-317500">
              <a:lnSpc>
                <a:spcPct val="115000"/>
              </a:lnSpc>
              <a:spcBef>
                <a:spcPts val="1600"/>
              </a:spcBef>
              <a:spcAft>
                <a:spcPts val="1600"/>
              </a:spcAft>
              <a:buClr>
                <a:srgbClr val="FFFFFF"/>
              </a:buClr>
              <a:buSzPts val="1400"/>
              <a:buFont typeface="Roboto Light"/>
              <a:buChar char="■"/>
              <a:defRPr>
                <a:solidFill>
                  <a:srgbClr val="FFFFFF"/>
                </a:solidFill>
                <a:latin typeface="Roboto Light"/>
                <a:ea typeface="Roboto Light"/>
                <a:cs typeface="Roboto Light"/>
                <a:sym typeface="Robot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99" name="Google Shape;99;p18"/>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ctrTitle"/>
          </p:nvPr>
        </p:nvSpPr>
        <p:spPr>
          <a:xfrm>
            <a:off x="4706404" y="2614312"/>
            <a:ext cx="3835574" cy="888124"/>
          </a:xfrm>
          <a:prstGeom prst="rect">
            <a:avLst/>
          </a:prstGeom>
        </p:spPr>
        <p:txBody>
          <a:bodyPr spcFirstLastPara="1" wrap="square" lIns="91425" tIns="91425" rIns="91425" bIns="91425" anchor="b" anchorCtr="0">
            <a:noAutofit/>
          </a:bodyPr>
          <a:lstStyle/>
          <a:p>
            <a:pPr lvl="0"/>
            <a:br>
              <a:rPr lang="es" dirty="0">
                <a:solidFill>
                  <a:schemeClr val="accent1"/>
                </a:solidFill>
              </a:rPr>
            </a:br>
            <a:endParaRPr dirty="0">
              <a:solidFill>
                <a:schemeClr val="accent1"/>
              </a:solidFill>
            </a:endParaRPr>
          </a:p>
          <a:p>
            <a:pPr marL="0" lvl="0" indent="0" algn="l" rtl="0">
              <a:spcBef>
                <a:spcPts val="0"/>
              </a:spcBef>
              <a:spcAft>
                <a:spcPts val="0"/>
              </a:spcAft>
              <a:buNone/>
            </a:pPr>
            <a:r>
              <a:rPr lang="es" sz="1800" dirty="0">
                <a:solidFill>
                  <a:schemeClr val="accent1"/>
                </a:solidFill>
              </a:rPr>
              <a:t>Presented By: Amna Bibi </a:t>
            </a:r>
            <a:br>
              <a:rPr lang="es" sz="1800" dirty="0">
                <a:solidFill>
                  <a:schemeClr val="accent1"/>
                </a:solidFill>
              </a:rPr>
            </a:br>
            <a:r>
              <a:rPr lang="es" sz="1800" dirty="0">
                <a:solidFill>
                  <a:schemeClr val="accent1"/>
                </a:solidFill>
              </a:rPr>
              <a:t>Presented To: Miss Areej Ali</a:t>
            </a:r>
            <a:r>
              <a:rPr lang="es" sz="3200" dirty="0">
                <a:solidFill>
                  <a:schemeClr val="accent1"/>
                </a:solidFill>
              </a:rPr>
              <a:t> </a:t>
            </a:r>
            <a:endParaRPr sz="3200" dirty="0">
              <a:solidFill>
                <a:schemeClr val="accent1"/>
              </a:solidFill>
            </a:endParaRPr>
          </a:p>
        </p:txBody>
      </p:sp>
      <p:sp>
        <p:nvSpPr>
          <p:cNvPr id="110" name="Google Shape;110;p22"/>
          <p:cNvSpPr txBox="1">
            <a:spLocks noGrp="1"/>
          </p:cNvSpPr>
          <p:nvPr>
            <p:ph type="subTitle" idx="1"/>
          </p:nvPr>
        </p:nvSpPr>
        <p:spPr>
          <a:xfrm>
            <a:off x="4706404" y="3564136"/>
            <a:ext cx="3129600" cy="6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600" b="1" dirty="0">
                <a:solidFill>
                  <a:schemeClr val="accent1"/>
                </a:solidFill>
                <a:latin typeface="Arial Black" panose="020B0A04020102020204" pitchFamily="34" charset="0"/>
              </a:rPr>
              <a:t>Course Code: DI-322</a:t>
            </a:r>
            <a:endParaRPr sz="1600" b="1" dirty="0">
              <a:solidFill>
                <a:schemeClr val="accent1"/>
              </a:solidFill>
              <a:latin typeface="Arial Black" panose="020B0A04020102020204" pitchFamily="34" charset="0"/>
            </a:endParaRPr>
          </a:p>
        </p:txBody>
      </p:sp>
      <p:sp>
        <p:nvSpPr>
          <p:cNvPr id="111" name="Google Shape;111;p22"/>
          <p:cNvSpPr/>
          <p:nvPr/>
        </p:nvSpPr>
        <p:spPr>
          <a:xfrm>
            <a:off x="2238757" y="4488644"/>
            <a:ext cx="816022" cy="427879"/>
          </a:xfrm>
          <a:custGeom>
            <a:avLst/>
            <a:gdLst/>
            <a:ahLst/>
            <a:cxnLst/>
            <a:rect l="l" t="t" r="r" b="b"/>
            <a:pathLst>
              <a:path w="34008" h="17832" extrusionOk="0">
                <a:moveTo>
                  <a:pt x="4203" y="0"/>
                </a:moveTo>
                <a:cubicBezTo>
                  <a:pt x="1847" y="0"/>
                  <a:pt x="0" y="1847"/>
                  <a:pt x="0" y="4203"/>
                </a:cubicBezTo>
                <a:lnTo>
                  <a:pt x="0" y="13629"/>
                </a:lnTo>
                <a:cubicBezTo>
                  <a:pt x="0" y="15921"/>
                  <a:pt x="1847" y="17832"/>
                  <a:pt x="4203" y="17832"/>
                </a:cubicBezTo>
                <a:lnTo>
                  <a:pt x="29804" y="17832"/>
                </a:lnTo>
                <a:cubicBezTo>
                  <a:pt x="32160" y="17832"/>
                  <a:pt x="34007" y="15921"/>
                  <a:pt x="34007" y="13629"/>
                </a:cubicBezTo>
                <a:lnTo>
                  <a:pt x="34007" y="4203"/>
                </a:lnTo>
                <a:cubicBezTo>
                  <a:pt x="34007" y="1847"/>
                  <a:pt x="32160" y="0"/>
                  <a:pt x="298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73423" y="914031"/>
            <a:ext cx="3448945" cy="3969997"/>
          </a:xfrm>
          <a:custGeom>
            <a:avLst/>
            <a:gdLst/>
            <a:ahLst/>
            <a:cxnLst/>
            <a:rect l="l" t="t" r="r" b="b"/>
            <a:pathLst>
              <a:path w="143736" h="165451" extrusionOk="0">
                <a:moveTo>
                  <a:pt x="75084" y="96481"/>
                </a:moveTo>
                <a:cubicBezTo>
                  <a:pt x="75020" y="96545"/>
                  <a:pt x="74957" y="96609"/>
                  <a:pt x="74893" y="96609"/>
                </a:cubicBezTo>
                <a:cubicBezTo>
                  <a:pt x="74957" y="96545"/>
                  <a:pt x="75020" y="96545"/>
                  <a:pt x="75084" y="96481"/>
                </a:cubicBezTo>
                <a:close/>
                <a:moveTo>
                  <a:pt x="74000" y="97376"/>
                </a:moveTo>
                <a:cubicBezTo>
                  <a:pt x="73937" y="97501"/>
                  <a:pt x="73874" y="97565"/>
                  <a:pt x="73874" y="97691"/>
                </a:cubicBezTo>
                <a:lnTo>
                  <a:pt x="73874" y="97628"/>
                </a:lnTo>
                <a:cubicBezTo>
                  <a:pt x="73874" y="97564"/>
                  <a:pt x="73937" y="97501"/>
                  <a:pt x="74000" y="97376"/>
                </a:cubicBezTo>
                <a:close/>
                <a:moveTo>
                  <a:pt x="73618" y="98331"/>
                </a:moveTo>
                <a:lnTo>
                  <a:pt x="73618" y="98331"/>
                </a:lnTo>
                <a:cubicBezTo>
                  <a:pt x="73556" y="98458"/>
                  <a:pt x="73556" y="98648"/>
                  <a:pt x="73556" y="98838"/>
                </a:cubicBezTo>
                <a:lnTo>
                  <a:pt x="73556" y="98774"/>
                </a:lnTo>
                <a:cubicBezTo>
                  <a:pt x="73556" y="98648"/>
                  <a:pt x="73556" y="98458"/>
                  <a:pt x="73618" y="98331"/>
                </a:cubicBezTo>
                <a:close/>
                <a:moveTo>
                  <a:pt x="87375" y="108709"/>
                </a:moveTo>
                <a:cubicBezTo>
                  <a:pt x="87311" y="108709"/>
                  <a:pt x="87248" y="108772"/>
                  <a:pt x="87184" y="108836"/>
                </a:cubicBezTo>
                <a:lnTo>
                  <a:pt x="87120" y="108772"/>
                </a:lnTo>
                <a:cubicBezTo>
                  <a:pt x="87184" y="108772"/>
                  <a:pt x="87311" y="108709"/>
                  <a:pt x="87375" y="108709"/>
                </a:cubicBezTo>
                <a:close/>
                <a:moveTo>
                  <a:pt x="86929" y="108836"/>
                </a:moveTo>
                <a:cubicBezTo>
                  <a:pt x="86866" y="108900"/>
                  <a:pt x="86802" y="108963"/>
                  <a:pt x="86738" y="108963"/>
                </a:cubicBezTo>
                <a:lnTo>
                  <a:pt x="86675" y="108963"/>
                </a:lnTo>
                <a:cubicBezTo>
                  <a:pt x="86738" y="108963"/>
                  <a:pt x="86802" y="108900"/>
                  <a:pt x="86929" y="108836"/>
                </a:cubicBezTo>
                <a:close/>
                <a:moveTo>
                  <a:pt x="85783" y="109728"/>
                </a:moveTo>
                <a:cubicBezTo>
                  <a:pt x="85783" y="109855"/>
                  <a:pt x="85719" y="109919"/>
                  <a:pt x="85719" y="110046"/>
                </a:cubicBezTo>
                <a:lnTo>
                  <a:pt x="85656" y="110046"/>
                </a:lnTo>
                <a:cubicBezTo>
                  <a:pt x="85719" y="109919"/>
                  <a:pt x="85719" y="109855"/>
                  <a:pt x="85783" y="109728"/>
                </a:cubicBezTo>
                <a:close/>
                <a:moveTo>
                  <a:pt x="85592" y="110173"/>
                </a:moveTo>
                <a:cubicBezTo>
                  <a:pt x="85528" y="110301"/>
                  <a:pt x="85528" y="110428"/>
                  <a:pt x="85528" y="110492"/>
                </a:cubicBezTo>
                <a:lnTo>
                  <a:pt x="85465" y="110492"/>
                </a:lnTo>
                <a:cubicBezTo>
                  <a:pt x="85465" y="110428"/>
                  <a:pt x="85528" y="110301"/>
                  <a:pt x="85592" y="110173"/>
                </a:cubicBezTo>
                <a:close/>
                <a:moveTo>
                  <a:pt x="85401" y="110683"/>
                </a:moveTo>
                <a:cubicBezTo>
                  <a:pt x="85401" y="110810"/>
                  <a:pt x="85401" y="111001"/>
                  <a:pt x="85401" y="111192"/>
                </a:cubicBezTo>
                <a:lnTo>
                  <a:pt x="85337" y="111129"/>
                </a:lnTo>
                <a:cubicBezTo>
                  <a:pt x="85337" y="111001"/>
                  <a:pt x="85401" y="110810"/>
                  <a:pt x="85401" y="110683"/>
                </a:cubicBezTo>
                <a:close/>
                <a:moveTo>
                  <a:pt x="96291" y="112156"/>
                </a:moveTo>
                <a:cubicBezTo>
                  <a:pt x="96294" y="112284"/>
                  <a:pt x="96355" y="112469"/>
                  <a:pt x="96355" y="112593"/>
                </a:cubicBezTo>
                <a:lnTo>
                  <a:pt x="96355" y="112657"/>
                </a:lnTo>
                <a:cubicBezTo>
                  <a:pt x="96355" y="112470"/>
                  <a:pt x="96294" y="112284"/>
                  <a:pt x="96291" y="112156"/>
                </a:cubicBezTo>
                <a:close/>
                <a:moveTo>
                  <a:pt x="90432" y="113758"/>
                </a:moveTo>
                <a:lnTo>
                  <a:pt x="90432" y="113758"/>
                </a:lnTo>
                <a:cubicBezTo>
                  <a:pt x="90432" y="113879"/>
                  <a:pt x="90438" y="113997"/>
                  <a:pt x="90559" y="114058"/>
                </a:cubicBezTo>
                <a:lnTo>
                  <a:pt x="90559" y="114122"/>
                </a:lnTo>
                <a:cubicBezTo>
                  <a:pt x="90438" y="114001"/>
                  <a:pt x="90432" y="113879"/>
                  <a:pt x="90432" y="113758"/>
                </a:cubicBezTo>
                <a:close/>
                <a:moveTo>
                  <a:pt x="91260" y="113740"/>
                </a:moveTo>
                <a:cubicBezTo>
                  <a:pt x="91260" y="113994"/>
                  <a:pt x="91132" y="114185"/>
                  <a:pt x="90878" y="114185"/>
                </a:cubicBezTo>
                <a:lnTo>
                  <a:pt x="90814" y="114185"/>
                </a:lnTo>
                <a:cubicBezTo>
                  <a:pt x="91069" y="114185"/>
                  <a:pt x="91260" y="113994"/>
                  <a:pt x="91260" y="113740"/>
                </a:cubicBezTo>
                <a:close/>
                <a:moveTo>
                  <a:pt x="73556" y="122167"/>
                </a:moveTo>
                <a:cubicBezTo>
                  <a:pt x="73556" y="122287"/>
                  <a:pt x="73552" y="122408"/>
                  <a:pt x="73492" y="122528"/>
                </a:cubicBezTo>
                <a:lnTo>
                  <a:pt x="73492" y="122464"/>
                </a:lnTo>
                <a:cubicBezTo>
                  <a:pt x="73552" y="122404"/>
                  <a:pt x="73556" y="122287"/>
                  <a:pt x="73556" y="122167"/>
                </a:cubicBezTo>
                <a:close/>
                <a:moveTo>
                  <a:pt x="73236" y="122848"/>
                </a:moveTo>
                <a:cubicBezTo>
                  <a:pt x="73173" y="122911"/>
                  <a:pt x="73109" y="122974"/>
                  <a:pt x="72983" y="123037"/>
                </a:cubicBezTo>
                <a:lnTo>
                  <a:pt x="72983" y="122974"/>
                </a:lnTo>
                <a:cubicBezTo>
                  <a:pt x="73109" y="122974"/>
                  <a:pt x="73173" y="122911"/>
                  <a:pt x="73236" y="122848"/>
                </a:cubicBezTo>
                <a:close/>
                <a:moveTo>
                  <a:pt x="142143" y="18914"/>
                </a:moveTo>
                <a:lnTo>
                  <a:pt x="142143" y="121891"/>
                </a:lnTo>
                <a:cubicBezTo>
                  <a:pt x="142143" y="124884"/>
                  <a:pt x="139660" y="127368"/>
                  <a:pt x="136667" y="127368"/>
                </a:cubicBezTo>
                <a:lnTo>
                  <a:pt x="97947" y="127368"/>
                </a:lnTo>
                <a:lnTo>
                  <a:pt x="97947" y="117306"/>
                </a:lnTo>
                <a:lnTo>
                  <a:pt x="120172" y="117306"/>
                </a:lnTo>
                <a:lnTo>
                  <a:pt x="120172" y="115714"/>
                </a:lnTo>
                <a:lnTo>
                  <a:pt x="97947" y="115714"/>
                </a:lnTo>
                <a:lnTo>
                  <a:pt x="97947" y="112593"/>
                </a:lnTo>
                <a:cubicBezTo>
                  <a:pt x="97947" y="112339"/>
                  <a:pt x="97883" y="112084"/>
                  <a:pt x="97819" y="111829"/>
                </a:cubicBezTo>
                <a:lnTo>
                  <a:pt x="133673" y="111829"/>
                </a:lnTo>
                <a:lnTo>
                  <a:pt x="133673" y="110237"/>
                </a:lnTo>
                <a:lnTo>
                  <a:pt x="97119" y="110237"/>
                </a:lnTo>
                <a:cubicBezTo>
                  <a:pt x="96355" y="109154"/>
                  <a:pt x="95145" y="108581"/>
                  <a:pt x="93871" y="108581"/>
                </a:cubicBezTo>
                <a:lnTo>
                  <a:pt x="93744" y="108581"/>
                </a:lnTo>
                <a:cubicBezTo>
                  <a:pt x="92916" y="108581"/>
                  <a:pt x="92152" y="108836"/>
                  <a:pt x="91515" y="109345"/>
                </a:cubicBezTo>
                <a:cubicBezTo>
                  <a:pt x="90814" y="108008"/>
                  <a:pt x="89477" y="107180"/>
                  <a:pt x="88012" y="107116"/>
                </a:cubicBezTo>
                <a:lnTo>
                  <a:pt x="87885" y="107116"/>
                </a:lnTo>
                <a:cubicBezTo>
                  <a:pt x="87120" y="107116"/>
                  <a:pt x="86293" y="107371"/>
                  <a:pt x="85656" y="107817"/>
                </a:cubicBezTo>
                <a:cubicBezTo>
                  <a:pt x="84933" y="106371"/>
                  <a:pt x="83472" y="105534"/>
                  <a:pt x="81957" y="105534"/>
                </a:cubicBezTo>
                <a:cubicBezTo>
                  <a:pt x="81336" y="105534"/>
                  <a:pt x="80707" y="105674"/>
                  <a:pt x="80115" y="105970"/>
                </a:cubicBezTo>
                <a:lnTo>
                  <a:pt x="80115" y="98965"/>
                </a:lnTo>
                <a:cubicBezTo>
                  <a:pt x="80115" y="96736"/>
                  <a:pt x="78396" y="94889"/>
                  <a:pt x="76167" y="94762"/>
                </a:cubicBezTo>
                <a:lnTo>
                  <a:pt x="76039" y="94762"/>
                </a:lnTo>
                <a:cubicBezTo>
                  <a:pt x="73747" y="94762"/>
                  <a:pt x="71964" y="96609"/>
                  <a:pt x="71964" y="98838"/>
                </a:cubicBezTo>
                <a:lnTo>
                  <a:pt x="71964" y="121000"/>
                </a:lnTo>
                <a:lnTo>
                  <a:pt x="67824" y="118516"/>
                </a:lnTo>
                <a:cubicBezTo>
                  <a:pt x="67060" y="118134"/>
                  <a:pt x="66232" y="117879"/>
                  <a:pt x="65404" y="117879"/>
                </a:cubicBezTo>
                <a:cubicBezTo>
                  <a:pt x="61647" y="117879"/>
                  <a:pt x="59545" y="122337"/>
                  <a:pt x="62029" y="125203"/>
                </a:cubicBezTo>
                <a:lnTo>
                  <a:pt x="62093" y="125266"/>
                </a:lnTo>
                <a:lnTo>
                  <a:pt x="62156" y="125266"/>
                </a:lnTo>
                <a:lnTo>
                  <a:pt x="64258" y="127368"/>
                </a:lnTo>
                <a:lnTo>
                  <a:pt x="7070" y="127368"/>
                </a:lnTo>
                <a:cubicBezTo>
                  <a:pt x="4077" y="127368"/>
                  <a:pt x="1593" y="124948"/>
                  <a:pt x="1593" y="121891"/>
                </a:cubicBezTo>
                <a:lnTo>
                  <a:pt x="1593" y="18914"/>
                </a:lnTo>
                <a:close/>
                <a:moveTo>
                  <a:pt x="7070" y="0"/>
                </a:moveTo>
                <a:cubicBezTo>
                  <a:pt x="3185" y="0"/>
                  <a:pt x="1" y="3184"/>
                  <a:pt x="1" y="7069"/>
                </a:cubicBezTo>
                <a:lnTo>
                  <a:pt x="1" y="121891"/>
                </a:lnTo>
                <a:cubicBezTo>
                  <a:pt x="1" y="125776"/>
                  <a:pt x="3185" y="128960"/>
                  <a:pt x="7070" y="128960"/>
                </a:cubicBezTo>
                <a:lnTo>
                  <a:pt x="65914" y="128960"/>
                </a:lnTo>
                <a:lnTo>
                  <a:pt x="73811" y="136666"/>
                </a:lnTo>
                <a:cubicBezTo>
                  <a:pt x="74002" y="136857"/>
                  <a:pt x="74129" y="137112"/>
                  <a:pt x="74129" y="137366"/>
                </a:cubicBezTo>
                <a:lnTo>
                  <a:pt x="74129" y="143607"/>
                </a:lnTo>
                <a:lnTo>
                  <a:pt x="73365" y="143607"/>
                </a:lnTo>
                <a:lnTo>
                  <a:pt x="73365" y="163859"/>
                </a:lnTo>
                <a:lnTo>
                  <a:pt x="74129" y="163859"/>
                </a:lnTo>
                <a:lnTo>
                  <a:pt x="74129" y="165451"/>
                </a:lnTo>
                <a:lnTo>
                  <a:pt x="94699" y="165451"/>
                </a:lnTo>
                <a:lnTo>
                  <a:pt x="94699" y="163859"/>
                </a:lnTo>
                <a:lnTo>
                  <a:pt x="97055" y="163859"/>
                </a:lnTo>
                <a:lnTo>
                  <a:pt x="97055" y="143607"/>
                </a:lnTo>
                <a:lnTo>
                  <a:pt x="94699" y="143607"/>
                </a:lnTo>
                <a:lnTo>
                  <a:pt x="94699" y="137175"/>
                </a:lnTo>
                <a:cubicBezTo>
                  <a:pt x="94699" y="136857"/>
                  <a:pt x="94763" y="136602"/>
                  <a:pt x="94954" y="136347"/>
                </a:cubicBezTo>
                <a:lnTo>
                  <a:pt x="97183" y="132781"/>
                </a:lnTo>
                <a:cubicBezTo>
                  <a:pt x="97692" y="132017"/>
                  <a:pt x="97947" y="131189"/>
                  <a:pt x="97947" y="130297"/>
                </a:cubicBezTo>
                <a:lnTo>
                  <a:pt x="97947" y="128960"/>
                </a:lnTo>
                <a:lnTo>
                  <a:pt x="136667" y="128960"/>
                </a:lnTo>
                <a:cubicBezTo>
                  <a:pt x="140551" y="128960"/>
                  <a:pt x="143672" y="125776"/>
                  <a:pt x="143736" y="121891"/>
                </a:cubicBezTo>
                <a:lnTo>
                  <a:pt x="143736" y="7069"/>
                </a:lnTo>
                <a:cubicBezTo>
                  <a:pt x="143672" y="3121"/>
                  <a:pt x="140551" y="0"/>
                  <a:pt x="1366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121;p22"/>
          <p:cNvSpPr/>
          <p:nvPr/>
        </p:nvSpPr>
        <p:spPr>
          <a:xfrm>
            <a:off x="-1075696" y="1926026"/>
            <a:ext cx="301065" cy="297994"/>
          </a:xfrm>
          <a:custGeom>
            <a:avLst/>
            <a:gdLst/>
            <a:ahLst/>
            <a:cxnLst/>
            <a:rect l="l" t="t" r="r" b="b"/>
            <a:pathLst>
              <a:path w="12547" h="12419" extrusionOk="0">
                <a:moveTo>
                  <a:pt x="6242" y="2484"/>
                </a:moveTo>
                <a:cubicBezTo>
                  <a:pt x="6624" y="2484"/>
                  <a:pt x="6942" y="2484"/>
                  <a:pt x="7260" y="2611"/>
                </a:cubicBezTo>
                <a:cubicBezTo>
                  <a:pt x="8916" y="3057"/>
                  <a:pt x="9999" y="4522"/>
                  <a:pt x="9999" y="6178"/>
                </a:cubicBezTo>
                <a:cubicBezTo>
                  <a:pt x="9999" y="6560"/>
                  <a:pt x="9935" y="6878"/>
                  <a:pt x="9872" y="7197"/>
                </a:cubicBezTo>
                <a:cubicBezTo>
                  <a:pt x="9426" y="8789"/>
                  <a:pt x="7961" y="9935"/>
                  <a:pt x="6305" y="9935"/>
                </a:cubicBezTo>
                <a:cubicBezTo>
                  <a:pt x="5923" y="9935"/>
                  <a:pt x="5605" y="9871"/>
                  <a:pt x="5286" y="9808"/>
                </a:cubicBezTo>
                <a:cubicBezTo>
                  <a:pt x="3630" y="9298"/>
                  <a:pt x="2548" y="7833"/>
                  <a:pt x="2548" y="6178"/>
                </a:cubicBezTo>
                <a:cubicBezTo>
                  <a:pt x="2548" y="5859"/>
                  <a:pt x="2612" y="5477"/>
                  <a:pt x="2675" y="5159"/>
                </a:cubicBezTo>
                <a:cubicBezTo>
                  <a:pt x="3121" y="3567"/>
                  <a:pt x="4586" y="2484"/>
                  <a:pt x="6242" y="2484"/>
                </a:cubicBezTo>
                <a:close/>
                <a:moveTo>
                  <a:pt x="6242" y="0"/>
                </a:moveTo>
                <a:cubicBezTo>
                  <a:pt x="5859" y="0"/>
                  <a:pt x="5477" y="0"/>
                  <a:pt x="5095" y="64"/>
                </a:cubicBezTo>
                <a:lnTo>
                  <a:pt x="5223" y="828"/>
                </a:lnTo>
                <a:cubicBezTo>
                  <a:pt x="4649" y="956"/>
                  <a:pt x="4140" y="1147"/>
                  <a:pt x="3630" y="1401"/>
                </a:cubicBezTo>
                <a:lnTo>
                  <a:pt x="3248" y="701"/>
                </a:lnTo>
                <a:cubicBezTo>
                  <a:pt x="2357" y="1147"/>
                  <a:pt x="1656" y="1847"/>
                  <a:pt x="1083" y="2675"/>
                </a:cubicBezTo>
                <a:lnTo>
                  <a:pt x="1720" y="3057"/>
                </a:lnTo>
                <a:cubicBezTo>
                  <a:pt x="1338" y="3567"/>
                  <a:pt x="1147" y="4076"/>
                  <a:pt x="956" y="4649"/>
                </a:cubicBezTo>
                <a:lnTo>
                  <a:pt x="255" y="4458"/>
                </a:lnTo>
                <a:lnTo>
                  <a:pt x="255" y="4522"/>
                </a:lnTo>
                <a:cubicBezTo>
                  <a:pt x="128" y="5095"/>
                  <a:pt x="1" y="5668"/>
                  <a:pt x="1" y="6241"/>
                </a:cubicBezTo>
                <a:cubicBezTo>
                  <a:pt x="1" y="6623"/>
                  <a:pt x="64" y="7006"/>
                  <a:pt x="128" y="7388"/>
                </a:cubicBezTo>
                <a:lnTo>
                  <a:pt x="828" y="7260"/>
                </a:lnTo>
                <a:cubicBezTo>
                  <a:pt x="956" y="7833"/>
                  <a:pt x="1147" y="8343"/>
                  <a:pt x="1465" y="8852"/>
                </a:cubicBezTo>
                <a:lnTo>
                  <a:pt x="765" y="9171"/>
                </a:lnTo>
                <a:cubicBezTo>
                  <a:pt x="1274" y="10062"/>
                  <a:pt x="1911" y="10827"/>
                  <a:pt x="2739" y="11336"/>
                </a:cubicBezTo>
                <a:lnTo>
                  <a:pt x="3185" y="10763"/>
                </a:lnTo>
                <a:cubicBezTo>
                  <a:pt x="3630" y="11081"/>
                  <a:pt x="4204" y="11336"/>
                  <a:pt x="4777" y="11463"/>
                </a:cubicBezTo>
                <a:lnTo>
                  <a:pt x="4522" y="12228"/>
                </a:lnTo>
                <a:lnTo>
                  <a:pt x="4586" y="12228"/>
                </a:lnTo>
                <a:cubicBezTo>
                  <a:pt x="5159" y="12355"/>
                  <a:pt x="5732" y="12419"/>
                  <a:pt x="6305" y="12419"/>
                </a:cubicBezTo>
                <a:cubicBezTo>
                  <a:pt x="6751" y="12419"/>
                  <a:pt x="7133" y="12419"/>
                  <a:pt x="7515" y="12291"/>
                </a:cubicBezTo>
                <a:lnTo>
                  <a:pt x="7388" y="11591"/>
                </a:lnTo>
                <a:cubicBezTo>
                  <a:pt x="7961" y="11463"/>
                  <a:pt x="8470" y="11272"/>
                  <a:pt x="8980" y="11018"/>
                </a:cubicBezTo>
                <a:lnTo>
                  <a:pt x="9362" y="11654"/>
                </a:lnTo>
                <a:cubicBezTo>
                  <a:pt x="10190" y="11145"/>
                  <a:pt x="10954" y="10508"/>
                  <a:pt x="11464" y="9680"/>
                </a:cubicBezTo>
                <a:lnTo>
                  <a:pt x="10890" y="9234"/>
                </a:lnTo>
                <a:cubicBezTo>
                  <a:pt x="11209" y="8789"/>
                  <a:pt x="11464" y="8216"/>
                  <a:pt x="11591" y="7642"/>
                </a:cubicBezTo>
                <a:lnTo>
                  <a:pt x="12292" y="7897"/>
                </a:lnTo>
                <a:cubicBezTo>
                  <a:pt x="12483" y="7388"/>
                  <a:pt x="12546" y="6751"/>
                  <a:pt x="12546" y="6178"/>
                </a:cubicBezTo>
                <a:cubicBezTo>
                  <a:pt x="12546" y="5796"/>
                  <a:pt x="12483" y="5413"/>
                  <a:pt x="12419" y="5031"/>
                </a:cubicBezTo>
                <a:lnTo>
                  <a:pt x="11718" y="5159"/>
                </a:lnTo>
                <a:cubicBezTo>
                  <a:pt x="11591" y="4586"/>
                  <a:pt x="11400" y="4076"/>
                  <a:pt x="11082" y="3567"/>
                </a:cubicBezTo>
                <a:lnTo>
                  <a:pt x="11782" y="3185"/>
                </a:lnTo>
                <a:cubicBezTo>
                  <a:pt x="11273" y="2357"/>
                  <a:pt x="10572" y="1592"/>
                  <a:pt x="9808" y="1019"/>
                </a:cubicBezTo>
                <a:lnTo>
                  <a:pt x="9362" y="1656"/>
                </a:lnTo>
                <a:cubicBezTo>
                  <a:pt x="8853" y="1338"/>
                  <a:pt x="8343" y="1083"/>
                  <a:pt x="7770" y="956"/>
                </a:cubicBezTo>
                <a:lnTo>
                  <a:pt x="7961" y="191"/>
                </a:lnTo>
                <a:cubicBezTo>
                  <a:pt x="7452" y="64"/>
                  <a:pt x="6878" y="0"/>
                  <a:pt x="624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2"/>
          <p:cNvSpPr/>
          <p:nvPr/>
        </p:nvSpPr>
        <p:spPr>
          <a:xfrm>
            <a:off x="168637" y="4665895"/>
            <a:ext cx="1180770" cy="378017"/>
          </a:xfrm>
          <a:custGeom>
            <a:avLst/>
            <a:gdLst/>
            <a:ahLst/>
            <a:cxnLst/>
            <a:rect l="l" t="t" r="r" b="b"/>
            <a:pathLst>
              <a:path w="49209" h="15754" extrusionOk="0">
                <a:moveTo>
                  <a:pt x="46534" y="1"/>
                </a:moveTo>
                <a:lnTo>
                  <a:pt x="43796" y="4650"/>
                </a:lnTo>
                <a:lnTo>
                  <a:pt x="45706" y="4650"/>
                </a:lnTo>
                <a:lnTo>
                  <a:pt x="45706" y="8725"/>
                </a:lnTo>
                <a:cubicBezTo>
                  <a:pt x="45706" y="10381"/>
                  <a:pt x="44369" y="11719"/>
                  <a:pt x="42713" y="11719"/>
                </a:cubicBezTo>
                <a:lnTo>
                  <a:pt x="32651" y="11719"/>
                </a:lnTo>
                <a:lnTo>
                  <a:pt x="32651" y="9235"/>
                </a:lnTo>
                <a:lnTo>
                  <a:pt x="26346" y="9235"/>
                </a:lnTo>
                <a:lnTo>
                  <a:pt x="26346" y="11719"/>
                </a:lnTo>
                <a:lnTo>
                  <a:pt x="6859" y="11719"/>
                </a:lnTo>
                <a:cubicBezTo>
                  <a:pt x="6497" y="9847"/>
                  <a:pt x="5018" y="8948"/>
                  <a:pt x="3536" y="8948"/>
                </a:cubicBezTo>
                <a:cubicBezTo>
                  <a:pt x="1892" y="8948"/>
                  <a:pt x="243" y="10054"/>
                  <a:pt x="109" y="12164"/>
                </a:cubicBezTo>
                <a:cubicBezTo>
                  <a:pt x="0" y="14441"/>
                  <a:pt x="1778" y="15754"/>
                  <a:pt x="3558" y="15754"/>
                </a:cubicBezTo>
                <a:cubicBezTo>
                  <a:pt x="4915" y="15754"/>
                  <a:pt x="6272" y="14991"/>
                  <a:pt x="6795" y="13311"/>
                </a:cubicBezTo>
                <a:lnTo>
                  <a:pt x="26346" y="13311"/>
                </a:lnTo>
                <a:lnTo>
                  <a:pt x="26346" y="15540"/>
                </a:lnTo>
                <a:lnTo>
                  <a:pt x="32651" y="15540"/>
                </a:lnTo>
                <a:lnTo>
                  <a:pt x="32651" y="13311"/>
                </a:lnTo>
                <a:lnTo>
                  <a:pt x="42650" y="13311"/>
                </a:lnTo>
                <a:cubicBezTo>
                  <a:pt x="45261" y="13311"/>
                  <a:pt x="47298" y="11273"/>
                  <a:pt x="47298" y="8725"/>
                </a:cubicBezTo>
                <a:lnTo>
                  <a:pt x="47298" y="4650"/>
                </a:lnTo>
                <a:lnTo>
                  <a:pt x="49209" y="4650"/>
                </a:lnTo>
                <a:lnTo>
                  <a:pt x="465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roup 3">
            <a:extLst>
              <a:ext uri="{FF2B5EF4-FFF2-40B4-BE49-F238E27FC236}">
                <a16:creationId xmlns:a16="http://schemas.microsoft.com/office/drawing/2014/main" id="{C5E372A0-CDD0-3A60-4CBA-30274629ED98}"/>
              </a:ext>
            </a:extLst>
          </p:cNvPr>
          <p:cNvGrpSpPr/>
          <p:nvPr/>
        </p:nvGrpSpPr>
        <p:grpSpPr>
          <a:xfrm>
            <a:off x="-774631" y="46892"/>
            <a:ext cx="5246003" cy="4752785"/>
            <a:chOff x="-887767" y="99575"/>
            <a:chExt cx="5246003" cy="4752785"/>
          </a:xfrm>
        </p:grpSpPr>
        <p:sp>
          <p:nvSpPr>
            <p:cNvPr id="112" name="Google Shape;112;p22"/>
            <p:cNvSpPr/>
            <p:nvPr/>
          </p:nvSpPr>
          <p:spPr>
            <a:xfrm>
              <a:off x="3470397" y="1215078"/>
              <a:ext cx="406499" cy="127245"/>
            </a:xfrm>
            <a:custGeom>
              <a:avLst/>
              <a:gdLst/>
              <a:ahLst/>
              <a:cxnLst/>
              <a:rect l="l" t="t" r="r" b="b"/>
              <a:pathLst>
                <a:path w="16941" h="5303" extrusionOk="0">
                  <a:moveTo>
                    <a:pt x="8470" y="0"/>
                  </a:moveTo>
                  <a:cubicBezTo>
                    <a:pt x="5413" y="0"/>
                    <a:pt x="2357" y="1131"/>
                    <a:pt x="0" y="3392"/>
                  </a:cubicBezTo>
                  <a:lnTo>
                    <a:pt x="1783" y="5302"/>
                  </a:lnTo>
                  <a:cubicBezTo>
                    <a:pt x="3662" y="3487"/>
                    <a:pt x="6082" y="2580"/>
                    <a:pt x="8502" y="2580"/>
                  </a:cubicBezTo>
                  <a:cubicBezTo>
                    <a:pt x="10922" y="2580"/>
                    <a:pt x="13342" y="3487"/>
                    <a:pt x="15221" y="5302"/>
                  </a:cubicBezTo>
                  <a:lnTo>
                    <a:pt x="16940" y="3392"/>
                  </a:lnTo>
                  <a:cubicBezTo>
                    <a:pt x="14584" y="1131"/>
                    <a:pt x="11527" y="0"/>
                    <a:pt x="84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3559034" y="1342660"/>
              <a:ext cx="229224" cy="91349"/>
            </a:xfrm>
            <a:custGeom>
              <a:avLst/>
              <a:gdLst/>
              <a:ahLst/>
              <a:cxnLst/>
              <a:rect l="l" t="t" r="r" b="b"/>
              <a:pathLst>
                <a:path w="9553" h="3807" extrusionOk="0">
                  <a:moveTo>
                    <a:pt x="4752" y="1"/>
                  </a:moveTo>
                  <a:cubicBezTo>
                    <a:pt x="3025" y="1"/>
                    <a:pt x="1306" y="654"/>
                    <a:pt x="0" y="1959"/>
                  </a:cubicBezTo>
                  <a:lnTo>
                    <a:pt x="1783" y="3806"/>
                  </a:lnTo>
                  <a:cubicBezTo>
                    <a:pt x="2611" y="3010"/>
                    <a:pt x="3678" y="2612"/>
                    <a:pt x="4744" y="2612"/>
                  </a:cubicBezTo>
                  <a:cubicBezTo>
                    <a:pt x="5811" y="2612"/>
                    <a:pt x="6878" y="3010"/>
                    <a:pt x="7706" y="3806"/>
                  </a:cubicBezTo>
                  <a:lnTo>
                    <a:pt x="9553" y="1959"/>
                  </a:lnTo>
                  <a:cubicBezTo>
                    <a:pt x="8215" y="654"/>
                    <a:pt x="6480" y="1"/>
                    <a:pt x="47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3624733" y="1459947"/>
              <a:ext cx="114624" cy="98403"/>
            </a:xfrm>
            <a:custGeom>
              <a:avLst/>
              <a:gdLst/>
              <a:ahLst/>
              <a:cxnLst/>
              <a:rect l="l" t="t" r="r" b="b"/>
              <a:pathLst>
                <a:path w="4777" h="4101" extrusionOk="0">
                  <a:moveTo>
                    <a:pt x="2038" y="1"/>
                  </a:moveTo>
                  <a:cubicBezTo>
                    <a:pt x="892" y="1"/>
                    <a:pt x="0" y="892"/>
                    <a:pt x="0" y="2039"/>
                  </a:cubicBezTo>
                  <a:cubicBezTo>
                    <a:pt x="0" y="3288"/>
                    <a:pt x="992" y="4101"/>
                    <a:pt x="2047" y="4101"/>
                  </a:cubicBezTo>
                  <a:cubicBezTo>
                    <a:pt x="2552" y="4101"/>
                    <a:pt x="3071" y="3915"/>
                    <a:pt x="3503" y="3503"/>
                  </a:cubicBezTo>
                  <a:cubicBezTo>
                    <a:pt x="4777" y="2166"/>
                    <a:pt x="3885" y="1"/>
                    <a:pt x="20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3378712" y="1082122"/>
              <a:ext cx="589869" cy="163910"/>
            </a:xfrm>
            <a:custGeom>
              <a:avLst/>
              <a:gdLst/>
              <a:ahLst/>
              <a:cxnLst/>
              <a:rect l="l" t="t" r="r" b="b"/>
              <a:pathLst>
                <a:path w="24583" h="6831" extrusionOk="0">
                  <a:moveTo>
                    <a:pt x="12291" y="1"/>
                  </a:moveTo>
                  <a:cubicBezTo>
                    <a:pt x="7865" y="1"/>
                    <a:pt x="3439" y="1641"/>
                    <a:pt x="0" y="4920"/>
                  </a:cubicBezTo>
                  <a:lnTo>
                    <a:pt x="1783" y="6831"/>
                  </a:lnTo>
                  <a:cubicBezTo>
                    <a:pt x="4713" y="3997"/>
                    <a:pt x="8502" y="2580"/>
                    <a:pt x="12291" y="2580"/>
                  </a:cubicBezTo>
                  <a:cubicBezTo>
                    <a:pt x="16081" y="2580"/>
                    <a:pt x="19870" y="3997"/>
                    <a:pt x="22799" y="6831"/>
                  </a:cubicBezTo>
                  <a:lnTo>
                    <a:pt x="24582" y="4920"/>
                  </a:lnTo>
                  <a:cubicBezTo>
                    <a:pt x="21143" y="1641"/>
                    <a:pt x="16717" y="1"/>
                    <a:pt x="122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36760" y="2657970"/>
              <a:ext cx="938276" cy="936765"/>
            </a:xfrm>
            <a:custGeom>
              <a:avLst/>
              <a:gdLst/>
              <a:ahLst/>
              <a:cxnLst/>
              <a:rect l="l" t="t" r="r" b="b"/>
              <a:pathLst>
                <a:path w="39103" h="39040" extrusionOk="0">
                  <a:moveTo>
                    <a:pt x="19551" y="6369"/>
                  </a:moveTo>
                  <a:cubicBezTo>
                    <a:pt x="20761" y="6369"/>
                    <a:pt x="21971" y="6497"/>
                    <a:pt x="23118" y="6879"/>
                  </a:cubicBezTo>
                  <a:cubicBezTo>
                    <a:pt x="30123" y="8789"/>
                    <a:pt x="34199" y="16113"/>
                    <a:pt x="32225" y="23118"/>
                  </a:cubicBezTo>
                  <a:cubicBezTo>
                    <a:pt x="30632" y="28786"/>
                    <a:pt x="25474" y="32671"/>
                    <a:pt x="19551" y="32734"/>
                  </a:cubicBezTo>
                  <a:cubicBezTo>
                    <a:pt x="18341" y="32671"/>
                    <a:pt x="17131" y="32543"/>
                    <a:pt x="15985" y="32225"/>
                  </a:cubicBezTo>
                  <a:cubicBezTo>
                    <a:pt x="9617" y="30442"/>
                    <a:pt x="5605" y="24201"/>
                    <a:pt x="6496" y="17705"/>
                  </a:cubicBezTo>
                  <a:cubicBezTo>
                    <a:pt x="7388" y="11209"/>
                    <a:pt x="12992" y="6369"/>
                    <a:pt x="19551" y="6369"/>
                  </a:cubicBezTo>
                  <a:close/>
                  <a:moveTo>
                    <a:pt x="18469" y="1"/>
                  </a:moveTo>
                  <a:lnTo>
                    <a:pt x="18596" y="2421"/>
                  </a:lnTo>
                  <a:cubicBezTo>
                    <a:pt x="16049" y="2548"/>
                    <a:pt x="13501" y="3249"/>
                    <a:pt x="11273" y="4523"/>
                  </a:cubicBezTo>
                  <a:lnTo>
                    <a:pt x="10063" y="2485"/>
                  </a:lnTo>
                  <a:cubicBezTo>
                    <a:pt x="8152" y="3504"/>
                    <a:pt x="6433" y="4905"/>
                    <a:pt x="4968" y="6560"/>
                  </a:cubicBezTo>
                  <a:lnTo>
                    <a:pt x="6751" y="8152"/>
                  </a:lnTo>
                  <a:cubicBezTo>
                    <a:pt x="5031" y="10063"/>
                    <a:pt x="3821" y="12356"/>
                    <a:pt x="3121" y="14776"/>
                  </a:cubicBezTo>
                  <a:lnTo>
                    <a:pt x="765" y="14139"/>
                  </a:lnTo>
                  <a:lnTo>
                    <a:pt x="765" y="14202"/>
                  </a:lnTo>
                  <a:cubicBezTo>
                    <a:pt x="255" y="15922"/>
                    <a:pt x="64" y="17705"/>
                    <a:pt x="0" y="19488"/>
                  </a:cubicBezTo>
                  <a:lnTo>
                    <a:pt x="0" y="20635"/>
                  </a:lnTo>
                  <a:lnTo>
                    <a:pt x="2420" y="20507"/>
                  </a:lnTo>
                  <a:cubicBezTo>
                    <a:pt x="2548" y="23055"/>
                    <a:pt x="3312" y="25538"/>
                    <a:pt x="4522" y="27831"/>
                  </a:cubicBezTo>
                  <a:lnTo>
                    <a:pt x="2420" y="28977"/>
                  </a:lnTo>
                  <a:cubicBezTo>
                    <a:pt x="3503" y="30888"/>
                    <a:pt x="4904" y="32607"/>
                    <a:pt x="6496" y="34072"/>
                  </a:cubicBezTo>
                  <a:lnTo>
                    <a:pt x="8088" y="32289"/>
                  </a:lnTo>
                  <a:cubicBezTo>
                    <a:pt x="9999" y="34008"/>
                    <a:pt x="12291" y="35282"/>
                    <a:pt x="14775" y="35982"/>
                  </a:cubicBezTo>
                  <a:lnTo>
                    <a:pt x="14202" y="38275"/>
                  </a:lnTo>
                  <a:lnTo>
                    <a:pt x="14266" y="38275"/>
                  </a:lnTo>
                  <a:cubicBezTo>
                    <a:pt x="15985" y="38784"/>
                    <a:pt x="17768" y="39039"/>
                    <a:pt x="19615" y="39039"/>
                  </a:cubicBezTo>
                  <a:lnTo>
                    <a:pt x="20761" y="39039"/>
                  </a:lnTo>
                  <a:lnTo>
                    <a:pt x="20634" y="36619"/>
                  </a:lnTo>
                  <a:cubicBezTo>
                    <a:pt x="23181" y="36492"/>
                    <a:pt x="25665" y="35728"/>
                    <a:pt x="27958" y="34454"/>
                  </a:cubicBezTo>
                  <a:lnTo>
                    <a:pt x="29104" y="36619"/>
                  </a:lnTo>
                  <a:cubicBezTo>
                    <a:pt x="31015" y="35537"/>
                    <a:pt x="32734" y="34136"/>
                    <a:pt x="34199" y="32480"/>
                  </a:cubicBezTo>
                  <a:lnTo>
                    <a:pt x="32416" y="30888"/>
                  </a:lnTo>
                  <a:cubicBezTo>
                    <a:pt x="34071" y="28977"/>
                    <a:pt x="35345" y="26685"/>
                    <a:pt x="36046" y="24265"/>
                  </a:cubicBezTo>
                  <a:lnTo>
                    <a:pt x="38402" y="24901"/>
                  </a:lnTo>
                  <a:cubicBezTo>
                    <a:pt x="38848" y="23182"/>
                    <a:pt x="39102" y="21399"/>
                    <a:pt x="39102" y="19552"/>
                  </a:cubicBezTo>
                  <a:cubicBezTo>
                    <a:pt x="39102" y="19170"/>
                    <a:pt x="39102" y="18788"/>
                    <a:pt x="39102" y="18406"/>
                  </a:cubicBezTo>
                  <a:lnTo>
                    <a:pt x="36619" y="18469"/>
                  </a:lnTo>
                  <a:cubicBezTo>
                    <a:pt x="36491" y="15922"/>
                    <a:pt x="35727" y="13438"/>
                    <a:pt x="34517" y="11209"/>
                  </a:cubicBezTo>
                  <a:lnTo>
                    <a:pt x="36619" y="10063"/>
                  </a:lnTo>
                  <a:cubicBezTo>
                    <a:pt x="35536" y="8089"/>
                    <a:pt x="34199" y="6369"/>
                    <a:pt x="32543" y="4905"/>
                  </a:cubicBezTo>
                  <a:lnTo>
                    <a:pt x="30951" y="6751"/>
                  </a:lnTo>
                  <a:cubicBezTo>
                    <a:pt x="29040" y="5032"/>
                    <a:pt x="26748" y="3758"/>
                    <a:pt x="24264" y="3058"/>
                  </a:cubicBezTo>
                  <a:lnTo>
                    <a:pt x="24901" y="765"/>
                  </a:lnTo>
                  <a:cubicBezTo>
                    <a:pt x="23181" y="256"/>
                    <a:pt x="21398" y="1"/>
                    <a:pt x="19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1655007" y="2725228"/>
              <a:ext cx="24" cy="24"/>
            </a:xfrm>
            <a:custGeom>
              <a:avLst/>
              <a:gdLst/>
              <a:ahLst/>
              <a:cxnLst/>
              <a:rect l="l" t="t" r="r" b="b"/>
              <a:pathLst>
                <a:path w="1" h="1" extrusionOk="0">
                  <a:moveTo>
                    <a:pt x="1" y="0"/>
                  </a:moveTo>
                  <a:lnTo>
                    <a:pt x="1"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1031545" y="2553759"/>
              <a:ext cx="669341" cy="660798"/>
            </a:xfrm>
            <a:custGeom>
              <a:avLst/>
              <a:gdLst/>
              <a:ahLst/>
              <a:cxnLst/>
              <a:rect l="l" t="t" r="r" b="b"/>
              <a:pathLst>
                <a:path w="27895" h="27539" extrusionOk="0">
                  <a:moveTo>
                    <a:pt x="13948" y="5618"/>
                  </a:moveTo>
                  <a:cubicBezTo>
                    <a:pt x="14712" y="5618"/>
                    <a:pt x="15412" y="5745"/>
                    <a:pt x="16176" y="5936"/>
                  </a:cubicBezTo>
                  <a:cubicBezTo>
                    <a:pt x="19679" y="6955"/>
                    <a:pt x="22099" y="10139"/>
                    <a:pt x="22099" y="13833"/>
                  </a:cubicBezTo>
                  <a:cubicBezTo>
                    <a:pt x="22099" y="14533"/>
                    <a:pt x="21972" y="15298"/>
                    <a:pt x="21781" y="16062"/>
                  </a:cubicBezTo>
                  <a:cubicBezTo>
                    <a:pt x="20802" y="19631"/>
                    <a:pt x="17534" y="22003"/>
                    <a:pt x="13953" y="22003"/>
                  </a:cubicBezTo>
                  <a:cubicBezTo>
                    <a:pt x="13572" y="22003"/>
                    <a:pt x="13187" y="21976"/>
                    <a:pt x="12801" y="21921"/>
                  </a:cubicBezTo>
                  <a:cubicBezTo>
                    <a:pt x="8725" y="21411"/>
                    <a:pt x="5732" y="17909"/>
                    <a:pt x="5732" y="13833"/>
                  </a:cubicBezTo>
                  <a:cubicBezTo>
                    <a:pt x="5732" y="13069"/>
                    <a:pt x="5860" y="12304"/>
                    <a:pt x="6051" y="11604"/>
                  </a:cubicBezTo>
                  <a:cubicBezTo>
                    <a:pt x="7070" y="8038"/>
                    <a:pt x="10254" y="5618"/>
                    <a:pt x="13948" y="5618"/>
                  </a:cubicBezTo>
                  <a:close/>
                  <a:moveTo>
                    <a:pt x="13928" y="0"/>
                  </a:moveTo>
                  <a:cubicBezTo>
                    <a:pt x="13059" y="0"/>
                    <a:pt x="12192" y="87"/>
                    <a:pt x="11336" y="268"/>
                  </a:cubicBezTo>
                  <a:lnTo>
                    <a:pt x="11655" y="1860"/>
                  </a:lnTo>
                  <a:cubicBezTo>
                    <a:pt x="10381" y="2115"/>
                    <a:pt x="9171" y="2497"/>
                    <a:pt x="8089" y="3134"/>
                  </a:cubicBezTo>
                  <a:lnTo>
                    <a:pt x="7261" y="1733"/>
                  </a:lnTo>
                  <a:cubicBezTo>
                    <a:pt x="5350" y="2752"/>
                    <a:pt x="3758" y="4217"/>
                    <a:pt x="2484" y="6000"/>
                  </a:cubicBezTo>
                  <a:lnTo>
                    <a:pt x="3885" y="6955"/>
                  </a:lnTo>
                  <a:cubicBezTo>
                    <a:pt x="3121" y="7974"/>
                    <a:pt x="2612" y="9120"/>
                    <a:pt x="2293" y="10394"/>
                  </a:cubicBezTo>
                  <a:lnTo>
                    <a:pt x="701" y="9948"/>
                  </a:lnTo>
                  <a:lnTo>
                    <a:pt x="701" y="10012"/>
                  </a:lnTo>
                  <a:cubicBezTo>
                    <a:pt x="64" y="12050"/>
                    <a:pt x="1" y="14215"/>
                    <a:pt x="383" y="16317"/>
                  </a:cubicBezTo>
                  <a:lnTo>
                    <a:pt x="1975" y="15998"/>
                  </a:lnTo>
                  <a:cubicBezTo>
                    <a:pt x="2230" y="17272"/>
                    <a:pt x="2612" y="18482"/>
                    <a:pt x="3249" y="19564"/>
                  </a:cubicBezTo>
                  <a:lnTo>
                    <a:pt x="1848" y="20392"/>
                  </a:lnTo>
                  <a:cubicBezTo>
                    <a:pt x="2866" y="22303"/>
                    <a:pt x="4331" y="23959"/>
                    <a:pt x="6114" y="25169"/>
                  </a:cubicBezTo>
                  <a:lnTo>
                    <a:pt x="7070" y="23831"/>
                  </a:lnTo>
                  <a:cubicBezTo>
                    <a:pt x="8089" y="24532"/>
                    <a:pt x="9235" y="25041"/>
                    <a:pt x="10445" y="25423"/>
                  </a:cubicBezTo>
                  <a:lnTo>
                    <a:pt x="10063" y="27015"/>
                  </a:lnTo>
                  <a:lnTo>
                    <a:pt x="10190" y="27015"/>
                  </a:lnTo>
                  <a:cubicBezTo>
                    <a:pt x="11436" y="27355"/>
                    <a:pt x="12704" y="27538"/>
                    <a:pt x="13981" y="27538"/>
                  </a:cubicBezTo>
                  <a:cubicBezTo>
                    <a:pt x="14858" y="27538"/>
                    <a:pt x="15740" y="27452"/>
                    <a:pt x="16622" y="27270"/>
                  </a:cubicBezTo>
                  <a:lnTo>
                    <a:pt x="16304" y="25678"/>
                  </a:lnTo>
                  <a:cubicBezTo>
                    <a:pt x="17514" y="25423"/>
                    <a:pt x="18724" y="24978"/>
                    <a:pt x="19870" y="24404"/>
                  </a:cubicBezTo>
                  <a:lnTo>
                    <a:pt x="20634" y="25805"/>
                  </a:lnTo>
                  <a:cubicBezTo>
                    <a:pt x="22545" y="24723"/>
                    <a:pt x="24137" y="23258"/>
                    <a:pt x="25347" y="21475"/>
                  </a:cubicBezTo>
                  <a:lnTo>
                    <a:pt x="24010" y="20583"/>
                  </a:lnTo>
                  <a:cubicBezTo>
                    <a:pt x="24710" y="19501"/>
                    <a:pt x="25283" y="18354"/>
                    <a:pt x="25602" y="17144"/>
                  </a:cubicBezTo>
                  <a:lnTo>
                    <a:pt x="27194" y="17590"/>
                  </a:lnTo>
                  <a:cubicBezTo>
                    <a:pt x="27767" y="15489"/>
                    <a:pt x="27894" y="13323"/>
                    <a:pt x="27449" y="11222"/>
                  </a:cubicBezTo>
                  <a:lnTo>
                    <a:pt x="27449" y="11222"/>
                  </a:lnTo>
                  <a:lnTo>
                    <a:pt x="25856" y="11477"/>
                  </a:lnTo>
                  <a:cubicBezTo>
                    <a:pt x="25602" y="10267"/>
                    <a:pt x="25220" y="9057"/>
                    <a:pt x="24583" y="7910"/>
                  </a:cubicBezTo>
                  <a:lnTo>
                    <a:pt x="25984" y="7146"/>
                  </a:lnTo>
                  <a:cubicBezTo>
                    <a:pt x="24965" y="5236"/>
                    <a:pt x="23500" y="3580"/>
                    <a:pt x="21653" y="2370"/>
                  </a:cubicBezTo>
                  <a:lnTo>
                    <a:pt x="20762" y="3707"/>
                  </a:lnTo>
                  <a:cubicBezTo>
                    <a:pt x="19743" y="3007"/>
                    <a:pt x="18533" y="2497"/>
                    <a:pt x="17323" y="2115"/>
                  </a:cubicBezTo>
                  <a:lnTo>
                    <a:pt x="17769" y="523"/>
                  </a:lnTo>
                  <a:lnTo>
                    <a:pt x="17705" y="523"/>
                  </a:lnTo>
                  <a:cubicBezTo>
                    <a:pt x="16459" y="183"/>
                    <a:pt x="15191" y="0"/>
                    <a:pt x="139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2"/>
            <p:cNvSpPr/>
            <p:nvPr/>
          </p:nvSpPr>
          <p:spPr>
            <a:xfrm>
              <a:off x="1994248" y="196727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2"/>
            <p:cNvSpPr/>
            <p:nvPr/>
          </p:nvSpPr>
          <p:spPr>
            <a:xfrm>
              <a:off x="1994248" y="2098694"/>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2"/>
            <p:cNvSpPr/>
            <p:nvPr/>
          </p:nvSpPr>
          <p:spPr>
            <a:xfrm>
              <a:off x="1994248" y="2230115"/>
              <a:ext cx="987178" cy="38224"/>
            </a:xfrm>
            <a:custGeom>
              <a:avLst/>
              <a:gdLst/>
              <a:ahLst/>
              <a:cxnLst/>
              <a:rect l="l" t="t" r="r" b="b"/>
              <a:pathLst>
                <a:path w="41141" h="1593" extrusionOk="0">
                  <a:moveTo>
                    <a:pt x="1" y="0"/>
                  </a:moveTo>
                  <a:lnTo>
                    <a:pt x="1" y="1593"/>
                  </a:lnTo>
                  <a:lnTo>
                    <a:pt x="41140" y="1593"/>
                  </a:lnTo>
                  <a:lnTo>
                    <a:pt x="41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2"/>
            <p:cNvSpPr/>
            <p:nvPr/>
          </p:nvSpPr>
          <p:spPr>
            <a:xfrm>
              <a:off x="1994248" y="249446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2"/>
            <p:cNvSpPr/>
            <p:nvPr/>
          </p:nvSpPr>
          <p:spPr>
            <a:xfrm>
              <a:off x="1994248" y="262588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2"/>
            <p:cNvSpPr/>
            <p:nvPr/>
          </p:nvSpPr>
          <p:spPr>
            <a:xfrm>
              <a:off x="1994248" y="2888730"/>
              <a:ext cx="987178" cy="38224"/>
            </a:xfrm>
            <a:custGeom>
              <a:avLst/>
              <a:gdLst/>
              <a:ahLst/>
              <a:cxnLst/>
              <a:rect l="l" t="t" r="r" b="b"/>
              <a:pathLst>
                <a:path w="41141" h="1593" extrusionOk="0">
                  <a:moveTo>
                    <a:pt x="1" y="0"/>
                  </a:moveTo>
                  <a:lnTo>
                    <a:pt x="1" y="1592"/>
                  </a:lnTo>
                  <a:lnTo>
                    <a:pt x="41140" y="1592"/>
                  </a:lnTo>
                  <a:lnTo>
                    <a:pt x="41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2"/>
            <p:cNvSpPr/>
            <p:nvPr/>
          </p:nvSpPr>
          <p:spPr>
            <a:xfrm>
              <a:off x="1994248" y="3020150"/>
              <a:ext cx="987178" cy="38224"/>
            </a:xfrm>
            <a:custGeom>
              <a:avLst/>
              <a:gdLst/>
              <a:ahLst/>
              <a:cxnLst/>
              <a:rect l="l" t="t" r="r" b="b"/>
              <a:pathLst>
                <a:path w="41141" h="1593" extrusionOk="0">
                  <a:moveTo>
                    <a:pt x="1" y="0"/>
                  </a:moveTo>
                  <a:lnTo>
                    <a:pt x="1" y="1592"/>
                  </a:lnTo>
                  <a:lnTo>
                    <a:pt x="41140" y="1592"/>
                  </a:lnTo>
                  <a:lnTo>
                    <a:pt x="411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2"/>
            <p:cNvSpPr/>
            <p:nvPr/>
          </p:nvSpPr>
          <p:spPr>
            <a:xfrm>
              <a:off x="1994248" y="3282968"/>
              <a:ext cx="987178" cy="38224"/>
            </a:xfrm>
            <a:custGeom>
              <a:avLst/>
              <a:gdLst/>
              <a:ahLst/>
              <a:cxnLst/>
              <a:rect l="l" t="t" r="r" b="b"/>
              <a:pathLst>
                <a:path w="41141" h="1593" extrusionOk="0">
                  <a:moveTo>
                    <a:pt x="1" y="1"/>
                  </a:moveTo>
                  <a:lnTo>
                    <a:pt x="1" y="1593"/>
                  </a:lnTo>
                  <a:lnTo>
                    <a:pt x="41140" y="1593"/>
                  </a:lnTo>
                  <a:lnTo>
                    <a:pt x="4114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2"/>
            <p:cNvSpPr/>
            <p:nvPr/>
          </p:nvSpPr>
          <p:spPr>
            <a:xfrm>
              <a:off x="58164" y="1967274"/>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2"/>
            <p:cNvSpPr/>
            <p:nvPr/>
          </p:nvSpPr>
          <p:spPr>
            <a:xfrm>
              <a:off x="58164" y="2098694"/>
              <a:ext cx="1705373" cy="38224"/>
            </a:xfrm>
            <a:custGeom>
              <a:avLst/>
              <a:gdLst/>
              <a:ahLst/>
              <a:cxnLst/>
              <a:rect l="l" t="t" r="r" b="b"/>
              <a:pathLst>
                <a:path w="71072" h="1593" extrusionOk="0">
                  <a:moveTo>
                    <a:pt x="0" y="1"/>
                  </a:moveTo>
                  <a:lnTo>
                    <a:pt x="0" y="1593"/>
                  </a:lnTo>
                  <a:lnTo>
                    <a:pt x="71071" y="1593"/>
                  </a:lnTo>
                  <a:lnTo>
                    <a:pt x="7107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2"/>
            <p:cNvSpPr/>
            <p:nvPr/>
          </p:nvSpPr>
          <p:spPr>
            <a:xfrm>
              <a:off x="58164" y="2363047"/>
              <a:ext cx="1147609" cy="38248"/>
            </a:xfrm>
            <a:custGeom>
              <a:avLst/>
              <a:gdLst/>
              <a:ahLst/>
              <a:cxnLst/>
              <a:rect l="l" t="t" r="r" b="b"/>
              <a:pathLst>
                <a:path w="47827" h="1594" extrusionOk="0">
                  <a:moveTo>
                    <a:pt x="0" y="1"/>
                  </a:moveTo>
                  <a:lnTo>
                    <a:pt x="0" y="1593"/>
                  </a:lnTo>
                  <a:lnTo>
                    <a:pt x="47827" y="1593"/>
                  </a:lnTo>
                  <a:lnTo>
                    <a:pt x="4782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2"/>
            <p:cNvSpPr/>
            <p:nvPr/>
          </p:nvSpPr>
          <p:spPr>
            <a:xfrm>
              <a:off x="2108848" y="1701385"/>
              <a:ext cx="701422" cy="114648"/>
            </a:xfrm>
            <a:custGeom>
              <a:avLst/>
              <a:gdLst/>
              <a:ahLst/>
              <a:cxnLst/>
              <a:rect l="l" t="t" r="r" b="b"/>
              <a:pathLst>
                <a:path w="29232" h="4778" extrusionOk="0">
                  <a:moveTo>
                    <a:pt x="1" y="1"/>
                  </a:moveTo>
                  <a:lnTo>
                    <a:pt x="1" y="4777"/>
                  </a:lnTo>
                  <a:lnTo>
                    <a:pt x="29232" y="4777"/>
                  </a:lnTo>
                  <a:lnTo>
                    <a:pt x="292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2"/>
            <p:cNvSpPr/>
            <p:nvPr/>
          </p:nvSpPr>
          <p:spPr>
            <a:xfrm>
              <a:off x="560907" y="1701385"/>
              <a:ext cx="699886" cy="114648"/>
            </a:xfrm>
            <a:custGeom>
              <a:avLst/>
              <a:gdLst/>
              <a:ahLst/>
              <a:cxnLst/>
              <a:rect l="l" t="t" r="r" b="b"/>
              <a:pathLst>
                <a:path w="29168" h="4778" extrusionOk="0">
                  <a:moveTo>
                    <a:pt x="0" y="1"/>
                  </a:moveTo>
                  <a:lnTo>
                    <a:pt x="0" y="4777"/>
                  </a:lnTo>
                  <a:lnTo>
                    <a:pt x="29167" y="4777"/>
                  </a:lnTo>
                  <a:lnTo>
                    <a:pt x="291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2"/>
            <p:cNvSpPr/>
            <p:nvPr/>
          </p:nvSpPr>
          <p:spPr>
            <a:xfrm>
              <a:off x="24523" y="394881"/>
              <a:ext cx="1228616" cy="426343"/>
            </a:xfrm>
            <a:custGeom>
              <a:avLst/>
              <a:gdLst/>
              <a:ahLst/>
              <a:cxnLst/>
              <a:rect l="l" t="t" r="r" b="b"/>
              <a:pathLst>
                <a:path w="51203" h="17768" extrusionOk="0">
                  <a:moveTo>
                    <a:pt x="49611" y="1592"/>
                  </a:moveTo>
                  <a:lnTo>
                    <a:pt x="49611" y="16176"/>
                  </a:lnTo>
                  <a:lnTo>
                    <a:pt x="1593" y="16176"/>
                  </a:lnTo>
                  <a:lnTo>
                    <a:pt x="1593" y="1592"/>
                  </a:lnTo>
                  <a:close/>
                  <a:moveTo>
                    <a:pt x="1" y="0"/>
                  </a:moveTo>
                  <a:lnTo>
                    <a:pt x="1" y="17768"/>
                  </a:lnTo>
                  <a:lnTo>
                    <a:pt x="51203" y="17768"/>
                  </a:lnTo>
                  <a:lnTo>
                    <a:pt x="512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2"/>
            <p:cNvSpPr/>
            <p:nvPr/>
          </p:nvSpPr>
          <p:spPr>
            <a:xfrm>
              <a:off x="2605497" y="99575"/>
              <a:ext cx="1101778" cy="368659"/>
            </a:xfrm>
            <a:custGeom>
              <a:avLst/>
              <a:gdLst/>
              <a:ahLst/>
              <a:cxnLst/>
              <a:rect l="l" t="t" r="r" b="b"/>
              <a:pathLst>
                <a:path w="45917" h="15364" extrusionOk="0">
                  <a:moveTo>
                    <a:pt x="18787" y="1927"/>
                  </a:moveTo>
                  <a:lnTo>
                    <a:pt x="18787" y="1927"/>
                  </a:lnTo>
                  <a:cubicBezTo>
                    <a:pt x="15539" y="5557"/>
                    <a:pt x="18150" y="11288"/>
                    <a:pt x="22990" y="11288"/>
                  </a:cubicBezTo>
                  <a:cubicBezTo>
                    <a:pt x="27830" y="11288"/>
                    <a:pt x="30377" y="5557"/>
                    <a:pt x="27193" y="1927"/>
                  </a:cubicBezTo>
                  <a:lnTo>
                    <a:pt x="27193" y="1927"/>
                  </a:lnTo>
                  <a:cubicBezTo>
                    <a:pt x="27639" y="1990"/>
                    <a:pt x="28149" y="2054"/>
                    <a:pt x="28594" y="2118"/>
                  </a:cubicBezTo>
                  <a:cubicBezTo>
                    <a:pt x="31396" y="6512"/>
                    <a:pt x="28212" y="12307"/>
                    <a:pt x="22990" y="12307"/>
                  </a:cubicBezTo>
                  <a:cubicBezTo>
                    <a:pt x="17768" y="12307"/>
                    <a:pt x="14584" y="6512"/>
                    <a:pt x="17386" y="2118"/>
                  </a:cubicBezTo>
                  <a:cubicBezTo>
                    <a:pt x="17832" y="2054"/>
                    <a:pt x="18278" y="1990"/>
                    <a:pt x="18787" y="1927"/>
                  </a:cubicBezTo>
                  <a:close/>
                  <a:moveTo>
                    <a:pt x="30569" y="2500"/>
                  </a:moveTo>
                  <a:cubicBezTo>
                    <a:pt x="35026" y="3455"/>
                    <a:pt x="39293" y="5238"/>
                    <a:pt x="43114" y="7722"/>
                  </a:cubicBezTo>
                  <a:cubicBezTo>
                    <a:pt x="37641" y="11329"/>
                    <a:pt x="31317" y="13418"/>
                    <a:pt x="24736" y="13692"/>
                  </a:cubicBezTo>
                  <a:lnTo>
                    <a:pt x="24736" y="13692"/>
                  </a:lnTo>
                  <a:cubicBezTo>
                    <a:pt x="29704" y="12588"/>
                    <a:pt x="32491" y="7212"/>
                    <a:pt x="30569" y="2500"/>
                  </a:cubicBezTo>
                  <a:close/>
                  <a:moveTo>
                    <a:pt x="15348" y="2500"/>
                  </a:moveTo>
                  <a:lnTo>
                    <a:pt x="15348" y="2500"/>
                  </a:lnTo>
                  <a:cubicBezTo>
                    <a:pt x="13310" y="7340"/>
                    <a:pt x="16367" y="12880"/>
                    <a:pt x="21589" y="13772"/>
                  </a:cubicBezTo>
                  <a:cubicBezTo>
                    <a:pt x="14902" y="13517"/>
                    <a:pt x="8406" y="11415"/>
                    <a:pt x="2802" y="7722"/>
                  </a:cubicBezTo>
                  <a:cubicBezTo>
                    <a:pt x="6623" y="5174"/>
                    <a:pt x="10890" y="3455"/>
                    <a:pt x="15348" y="2500"/>
                  </a:cubicBezTo>
                  <a:close/>
                  <a:moveTo>
                    <a:pt x="22958" y="0"/>
                  </a:moveTo>
                  <a:cubicBezTo>
                    <a:pt x="22608" y="0"/>
                    <a:pt x="22258" y="48"/>
                    <a:pt x="21907" y="143"/>
                  </a:cubicBezTo>
                  <a:cubicBezTo>
                    <a:pt x="14393" y="334"/>
                    <a:pt x="7069" y="2754"/>
                    <a:pt x="892" y="7085"/>
                  </a:cubicBezTo>
                  <a:lnTo>
                    <a:pt x="0" y="7722"/>
                  </a:lnTo>
                  <a:lnTo>
                    <a:pt x="892" y="8359"/>
                  </a:lnTo>
                  <a:cubicBezTo>
                    <a:pt x="7388" y="12944"/>
                    <a:pt x="15030" y="15364"/>
                    <a:pt x="22926" y="15364"/>
                  </a:cubicBezTo>
                  <a:cubicBezTo>
                    <a:pt x="30823" y="15364"/>
                    <a:pt x="38529" y="12944"/>
                    <a:pt x="44961" y="8359"/>
                  </a:cubicBezTo>
                  <a:lnTo>
                    <a:pt x="45916" y="7722"/>
                  </a:lnTo>
                  <a:lnTo>
                    <a:pt x="44961" y="7085"/>
                  </a:lnTo>
                  <a:cubicBezTo>
                    <a:pt x="38847" y="2754"/>
                    <a:pt x="31524" y="334"/>
                    <a:pt x="24009" y="143"/>
                  </a:cubicBezTo>
                  <a:cubicBezTo>
                    <a:pt x="23659" y="48"/>
                    <a:pt x="23309" y="0"/>
                    <a:pt x="22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2"/>
            <p:cNvSpPr/>
            <p:nvPr/>
          </p:nvSpPr>
          <p:spPr>
            <a:xfrm>
              <a:off x="-742573" y="2272898"/>
              <a:ext cx="233831" cy="200046"/>
            </a:xfrm>
            <a:custGeom>
              <a:avLst/>
              <a:gdLst/>
              <a:ahLst/>
              <a:cxnLst/>
              <a:rect l="l" t="t" r="r" b="b"/>
              <a:pathLst>
                <a:path w="9745" h="8337" extrusionOk="0">
                  <a:moveTo>
                    <a:pt x="5559" y="1576"/>
                  </a:moveTo>
                  <a:cubicBezTo>
                    <a:pt x="6878" y="1576"/>
                    <a:pt x="8152" y="2615"/>
                    <a:pt x="8152" y="4204"/>
                  </a:cubicBezTo>
                  <a:cubicBezTo>
                    <a:pt x="8152" y="5605"/>
                    <a:pt x="7006" y="6751"/>
                    <a:pt x="5541" y="6751"/>
                  </a:cubicBezTo>
                  <a:cubicBezTo>
                    <a:pt x="3248" y="6751"/>
                    <a:pt x="2102" y="3949"/>
                    <a:pt x="3758" y="2357"/>
                  </a:cubicBezTo>
                  <a:cubicBezTo>
                    <a:pt x="4276" y="1818"/>
                    <a:pt x="4923" y="1576"/>
                    <a:pt x="5559" y="1576"/>
                  </a:cubicBezTo>
                  <a:close/>
                  <a:moveTo>
                    <a:pt x="5541" y="1"/>
                  </a:moveTo>
                  <a:cubicBezTo>
                    <a:pt x="1847" y="1"/>
                    <a:pt x="1" y="4458"/>
                    <a:pt x="2612" y="7070"/>
                  </a:cubicBezTo>
                  <a:cubicBezTo>
                    <a:pt x="3467" y="7945"/>
                    <a:pt x="4527" y="8336"/>
                    <a:pt x="5566" y="8336"/>
                  </a:cubicBezTo>
                  <a:cubicBezTo>
                    <a:pt x="7699" y="8336"/>
                    <a:pt x="9744" y="6688"/>
                    <a:pt x="9744" y="4204"/>
                  </a:cubicBezTo>
                  <a:cubicBezTo>
                    <a:pt x="9744" y="1847"/>
                    <a:pt x="7897" y="1"/>
                    <a:pt x="5541"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2"/>
            <p:cNvSpPr/>
            <p:nvPr/>
          </p:nvSpPr>
          <p:spPr>
            <a:xfrm>
              <a:off x="2385439" y="1418388"/>
              <a:ext cx="233831" cy="200502"/>
            </a:xfrm>
            <a:custGeom>
              <a:avLst/>
              <a:gdLst/>
              <a:ahLst/>
              <a:cxnLst/>
              <a:rect l="l" t="t" r="r" b="b"/>
              <a:pathLst>
                <a:path w="9745" h="8356" extrusionOk="0">
                  <a:moveTo>
                    <a:pt x="4034" y="1603"/>
                  </a:moveTo>
                  <a:cubicBezTo>
                    <a:pt x="4070" y="1603"/>
                    <a:pt x="4105" y="1604"/>
                    <a:pt x="4140" y="1605"/>
                  </a:cubicBezTo>
                  <a:cubicBezTo>
                    <a:pt x="6433" y="1605"/>
                    <a:pt x="7579" y="4344"/>
                    <a:pt x="5987" y="6000"/>
                  </a:cubicBezTo>
                  <a:cubicBezTo>
                    <a:pt x="5456" y="6531"/>
                    <a:pt x="4813" y="6767"/>
                    <a:pt x="4185" y="6767"/>
                  </a:cubicBezTo>
                  <a:cubicBezTo>
                    <a:pt x="2856" y="6767"/>
                    <a:pt x="1593" y="5710"/>
                    <a:pt x="1593" y="4153"/>
                  </a:cubicBezTo>
                  <a:cubicBezTo>
                    <a:pt x="1593" y="2787"/>
                    <a:pt x="2682" y="1603"/>
                    <a:pt x="4034" y="1603"/>
                  </a:cubicBezTo>
                  <a:close/>
                  <a:moveTo>
                    <a:pt x="4189" y="0"/>
                  </a:moveTo>
                  <a:cubicBezTo>
                    <a:pt x="2041" y="0"/>
                    <a:pt x="1" y="1654"/>
                    <a:pt x="1" y="4153"/>
                  </a:cubicBezTo>
                  <a:cubicBezTo>
                    <a:pt x="1" y="6509"/>
                    <a:pt x="1848" y="8356"/>
                    <a:pt x="4140" y="8356"/>
                  </a:cubicBezTo>
                  <a:cubicBezTo>
                    <a:pt x="7898" y="8356"/>
                    <a:pt x="9744" y="3834"/>
                    <a:pt x="7133" y="1223"/>
                  </a:cubicBezTo>
                  <a:cubicBezTo>
                    <a:pt x="6268" y="379"/>
                    <a:pt x="5216" y="0"/>
                    <a:pt x="41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2"/>
            <p:cNvSpPr/>
            <p:nvPr/>
          </p:nvSpPr>
          <p:spPr>
            <a:xfrm>
              <a:off x="3338976" y="2473808"/>
              <a:ext cx="189513" cy="161270"/>
            </a:xfrm>
            <a:custGeom>
              <a:avLst/>
              <a:gdLst/>
              <a:ahLst/>
              <a:cxnLst/>
              <a:rect l="l" t="t" r="r" b="b"/>
              <a:pathLst>
                <a:path w="7898" h="6721" extrusionOk="0">
                  <a:moveTo>
                    <a:pt x="4472" y="0"/>
                  </a:moveTo>
                  <a:cubicBezTo>
                    <a:pt x="3635" y="0"/>
                    <a:pt x="2785" y="307"/>
                    <a:pt x="2102" y="989"/>
                  </a:cubicBezTo>
                  <a:cubicBezTo>
                    <a:pt x="1" y="3091"/>
                    <a:pt x="1465" y="6721"/>
                    <a:pt x="4522" y="6721"/>
                  </a:cubicBezTo>
                  <a:cubicBezTo>
                    <a:pt x="6369" y="6721"/>
                    <a:pt x="7897" y="5256"/>
                    <a:pt x="7897" y="3345"/>
                  </a:cubicBezTo>
                  <a:cubicBezTo>
                    <a:pt x="7897" y="1324"/>
                    <a:pt x="6213" y="0"/>
                    <a:pt x="447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p:nvPr/>
          </p:nvSpPr>
          <p:spPr>
            <a:xfrm>
              <a:off x="742741" y="4509280"/>
              <a:ext cx="189513" cy="162758"/>
            </a:xfrm>
            <a:custGeom>
              <a:avLst/>
              <a:gdLst/>
              <a:ahLst/>
              <a:cxnLst/>
              <a:rect l="l" t="t" r="r" b="b"/>
              <a:pathLst>
                <a:path w="7898" h="6783" extrusionOk="0">
                  <a:moveTo>
                    <a:pt x="4464" y="0"/>
                  </a:moveTo>
                  <a:cubicBezTo>
                    <a:pt x="3629" y="0"/>
                    <a:pt x="2782" y="307"/>
                    <a:pt x="2102" y="987"/>
                  </a:cubicBezTo>
                  <a:cubicBezTo>
                    <a:pt x="0" y="3089"/>
                    <a:pt x="1465" y="6782"/>
                    <a:pt x="4522" y="6782"/>
                  </a:cubicBezTo>
                  <a:cubicBezTo>
                    <a:pt x="6369" y="6782"/>
                    <a:pt x="7897" y="5254"/>
                    <a:pt x="7897" y="3407"/>
                  </a:cubicBezTo>
                  <a:cubicBezTo>
                    <a:pt x="7897" y="1340"/>
                    <a:pt x="6207" y="0"/>
                    <a:pt x="44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2"/>
            <p:cNvSpPr/>
            <p:nvPr/>
          </p:nvSpPr>
          <p:spPr>
            <a:xfrm>
              <a:off x="3910489" y="755070"/>
              <a:ext cx="187977" cy="162422"/>
            </a:xfrm>
            <a:custGeom>
              <a:avLst/>
              <a:gdLst/>
              <a:ahLst/>
              <a:cxnLst/>
              <a:rect l="l" t="t" r="r" b="b"/>
              <a:pathLst>
                <a:path w="7834" h="6769" extrusionOk="0">
                  <a:moveTo>
                    <a:pt x="4420" y="0"/>
                  </a:moveTo>
                  <a:cubicBezTo>
                    <a:pt x="3604" y="0"/>
                    <a:pt x="2774" y="301"/>
                    <a:pt x="2102" y="974"/>
                  </a:cubicBezTo>
                  <a:cubicBezTo>
                    <a:pt x="0" y="3139"/>
                    <a:pt x="1465" y="6769"/>
                    <a:pt x="4458" y="6769"/>
                  </a:cubicBezTo>
                  <a:cubicBezTo>
                    <a:pt x="6369" y="6769"/>
                    <a:pt x="7833" y="5241"/>
                    <a:pt x="7833" y="3394"/>
                  </a:cubicBezTo>
                  <a:cubicBezTo>
                    <a:pt x="7833" y="1358"/>
                    <a:pt x="6155" y="0"/>
                    <a:pt x="44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2"/>
            <p:cNvSpPr/>
            <p:nvPr/>
          </p:nvSpPr>
          <p:spPr>
            <a:xfrm>
              <a:off x="1221034" y="4212030"/>
              <a:ext cx="276182" cy="199518"/>
            </a:xfrm>
            <a:custGeom>
              <a:avLst/>
              <a:gdLst/>
              <a:ahLst/>
              <a:cxnLst/>
              <a:rect l="l" t="t" r="r" b="b"/>
              <a:pathLst>
                <a:path w="11510" h="8315" extrusionOk="0">
                  <a:moveTo>
                    <a:pt x="6004" y="1555"/>
                  </a:moveTo>
                  <a:cubicBezTo>
                    <a:pt x="7334" y="1555"/>
                    <a:pt x="8598" y="2583"/>
                    <a:pt x="8598" y="4141"/>
                  </a:cubicBezTo>
                  <a:cubicBezTo>
                    <a:pt x="8598" y="5542"/>
                    <a:pt x="7452" y="6688"/>
                    <a:pt x="6051" y="6752"/>
                  </a:cubicBezTo>
                  <a:cubicBezTo>
                    <a:pt x="3758" y="6752"/>
                    <a:pt x="2612" y="3950"/>
                    <a:pt x="4204" y="2294"/>
                  </a:cubicBezTo>
                  <a:cubicBezTo>
                    <a:pt x="4734" y="1784"/>
                    <a:pt x="5377" y="1555"/>
                    <a:pt x="6004" y="1555"/>
                  </a:cubicBezTo>
                  <a:close/>
                  <a:moveTo>
                    <a:pt x="6130" y="1"/>
                  </a:moveTo>
                  <a:cubicBezTo>
                    <a:pt x="6104" y="1"/>
                    <a:pt x="6077" y="1"/>
                    <a:pt x="6051" y="2"/>
                  </a:cubicBezTo>
                  <a:cubicBezTo>
                    <a:pt x="4013" y="2"/>
                    <a:pt x="2293" y="1403"/>
                    <a:pt x="1975" y="3377"/>
                  </a:cubicBezTo>
                  <a:lnTo>
                    <a:pt x="1083" y="3377"/>
                  </a:lnTo>
                  <a:cubicBezTo>
                    <a:pt x="1" y="3377"/>
                    <a:pt x="1" y="4969"/>
                    <a:pt x="1083" y="4969"/>
                  </a:cubicBezTo>
                  <a:lnTo>
                    <a:pt x="1975" y="4969"/>
                  </a:lnTo>
                  <a:cubicBezTo>
                    <a:pt x="2367" y="7090"/>
                    <a:pt x="4189" y="8314"/>
                    <a:pt x="6051" y="8314"/>
                  </a:cubicBezTo>
                  <a:cubicBezTo>
                    <a:pt x="7208" y="8314"/>
                    <a:pt x="8380" y="7841"/>
                    <a:pt x="9235" y="6816"/>
                  </a:cubicBezTo>
                  <a:cubicBezTo>
                    <a:pt x="11510" y="4098"/>
                    <a:pt x="9583" y="1"/>
                    <a:pt x="6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2"/>
            <p:cNvSpPr/>
            <p:nvPr/>
          </p:nvSpPr>
          <p:spPr>
            <a:xfrm>
              <a:off x="-707421" y="2509753"/>
              <a:ext cx="195607" cy="1401284"/>
            </a:xfrm>
            <a:custGeom>
              <a:avLst/>
              <a:gdLst/>
              <a:ahLst/>
              <a:cxnLst/>
              <a:rect l="l" t="t" r="r" b="b"/>
              <a:pathLst>
                <a:path w="8152" h="58399" extrusionOk="0">
                  <a:moveTo>
                    <a:pt x="5859" y="13438"/>
                  </a:moveTo>
                  <a:lnTo>
                    <a:pt x="6369" y="20634"/>
                  </a:lnTo>
                  <a:lnTo>
                    <a:pt x="1783" y="20634"/>
                  </a:lnTo>
                  <a:lnTo>
                    <a:pt x="2293" y="13438"/>
                  </a:lnTo>
                  <a:close/>
                  <a:moveTo>
                    <a:pt x="4076" y="1"/>
                  </a:moveTo>
                  <a:lnTo>
                    <a:pt x="3376" y="1593"/>
                  </a:lnTo>
                  <a:cubicBezTo>
                    <a:pt x="2611" y="3312"/>
                    <a:pt x="0" y="8980"/>
                    <a:pt x="0" y="10254"/>
                  </a:cubicBezTo>
                  <a:cubicBezTo>
                    <a:pt x="64" y="11082"/>
                    <a:pt x="319" y="11909"/>
                    <a:pt x="765" y="12610"/>
                  </a:cubicBezTo>
                  <a:lnTo>
                    <a:pt x="191" y="20634"/>
                  </a:lnTo>
                  <a:lnTo>
                    <a:pt x="128" y="20634"/>
                  </a:lnTo>
                  <a:lnTo>
                    <a:pt x="128" y="21462"/>
                  </a:lnTo>
                  <a:lnTo>
                    <a:pt x="64" y="22226"/>
                  </a:lnTo>
                  <a:lnTo>
                    <a:pt x="128" y="22226"/>
                  </a:lnTo>
                  <a:lnTo>
                    <a:pt x="765" y="58399"/>
                  </a:lnTo>
                  <a:lnTo>
                    <a:pt x="7388" y="58399"/>
                  </a:lnTo>
                  <a:lnTo>
                    <a:pt x="8025" y="22163"/>
                  </a:lnTo>
                  <a:lnTo>
                    <a:pt x="8088" y="22163"/>
                  </a:lnTo>
                  <a:lnTo>
                    <a:pt x="8025" y="21398"/>
                  </a:lnTo>
                  <a:lnTo>
                    <a:pt x="8025" y="20571"/>
                  </a:lnTo>
                  <a:lnTo>
                    <a:pt x="7961" y="20571"/>
                  </a:lnTo>
                  <a:lnTo>
                    <a:pt x="7388" y="12546"/>
                  </a:lnTo>
                  <a:cubicBezTo>
                    <a:pt x="7833" y="11846"/>
                    <a:pt x="8088" y="11018"/>
                    <a:pt x="8152" y="10254"/>
                  </a:cubicBezTo>
                  <a:cubicBezTo>
                    <a:pt x="8152" y="8980"/>
                    <a:pt x="5605" y="3312"/>
                    <a:pt x="4840" y="1593"/>
                  </a:cubicBezTo>
                  <a:lnTo>
                    <a:pt x="407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2"/>
            <p:cNvSpPr/>
            <p:nvPr/>
          </p:nvSpPr>
          <p:spPr>
            <a:xfrm>
              <a:off x="3578878" y="1713623"/>
              <a:ext cx="779358" cy="716707"/>
            </a:xfrm>
            <a:custGeom>
              <a:avLst/>
              <a:gdLst/>
              <a:ahLst/>
              <a:cxnLst/>
              <a:rect l="l" t="t" r="r" b="b"/>
              <a:pathLst>
                <a:path w="32480" h="29869" extrusionOk="0">
                  <a:moveTo>
                    <a:pt x="27258" y="1592"/>
                  </a:moveTo>
                  <a:cubicBezTo>
                    <a:pt x="29232" y="1592"/>
                    <a:pt x="30888" y="3248"/>
                    <a:pt x="30888" y="5222"/>
                  </a:cubicBezTo>
                  <a:lnTo>
                    <a:pt x="30888" y="16112"/>
                  </a:lnTo>
                  <a:cubicBezTo>
                    <a:pt x="30888" y="18086"/>
                    <a:pt x="29232" y="19679"/>
                    <a:pt x="27258" y="19679"/>
                  </a:cubicBezTo>
                  <a:lnTo>
                    <a:pt x="24328" y="19679"/>
                  </a:lnTo>
                  <a:lnTo>
                    <a:pt x="18151" y="25856"/>
                  </a:lnTo>
                  <a:lnTo>
                    <a:pt x="18406" y="19679"/>
                  </a:lnTo>
                  <a:lnTo>
                    <a:pt x="5223" y="19679"/>
                  </a:lnTo>
                  <a:cubicBezTo>
                    <a:pt x="3249" y="19679"/>
                    <a:pt x="1593" y="18086"/>
                    <a:pt x="1593" y="16112"/>
                  </a:cubicBezTo>
                  <a:lnTo>
                    <a:pt x="1593" y="5222"/>
                  </a:lnTo>
                  <a:cubicBezTo>
                    <a:pt x="1593" y="3248"/>
                    <a:pt x="3249" y="1592"/>
                    <a:pt x="5223" y="1592"/>
                  </a:cubicBezTo>
                  <a:close/>
                  <a:moveTo>
                    <a:pt x="5223" y="0"/>
                  </a:moveTo>
                  <a:cubicBezTo>
                    <a:pt x="2357" y="0"/>
                    <a:pt x="1" y="2357"/>
                    <a:pt x="1" y="5222"/>
                  </a:cubicBezTo>
                  <a:lnTo>
                    <a:pt x="1" y="16112"/>
                  </a:lnTo>
                  <a:cubicBezTo>
                    <a:pt x="1" y="18978"/>
                    <a:pt x="2357" y="21271"/>
                    <a:pt x="5223" y="21271"/>
                  </a:cubicBezTo>
                  <a:lnTo>
                    <a:pt x="16750" y="21271"/>
                  </a:lnTo>
                  <a:lnTo>
                    <a:pt x="16431" y="29868"/>
                  </a:lnTo>
                  <a:lnTo>
                    <a:pt x="25029" y="21271"/>
                  </a:lnTo>
                  <a:lnTo>
                    <a:pt x="27258" y="21271"/>
                  </a:lnTo>
                  <a:cubicBezTo>
                    <a:pt x="30187" y="21271"/>
                    <a:pt x="32480" y="18978"/>
                    <a:pt x="32480" y="16112"/>
                  </a:cubicBezTo>
                  <a:lnTo>
                    <a:pt x="32480" y="5222"/>
                  </a:lnTo>
                  <a:cubicBezTo>
                    <a:pt x="32480" y="2357"/>
                    <a:pt x="30123" y="0"/>
                    <a:pt x="272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2"/>
            <p:cNvSpPr/>
            <p:nvPr/>
          </p:nvSpPr>
          <p:spPr>
            <a:xfrm>
              <a:off x="3328274" y="2971248"/>
              <a:ext cx="236879" cy="1473101"/>
            </a:xfrm>
            <a:custGeom>
              <a:avLst/>
              <a:gdLst/>
              <a:ahLst/>
              <a:cxnLst/>
              <a:rect l="l" t="t" r="r" b="b"/>
              <a:pathLst>
                <a:path w="9872" h="61392" extrusionOk="0">
                  <a:moveTo>
                    <a:pt x="6751" y="16431"/>
                  </a:moveTo>
                  <a:lnTo>
                    <a:pt x="7261" y="23563"/>
                  </a:lnTo>
                  <a:lnTo>
                    <a:pt x="2675" y="23563"/>
                  </a:lnTo>
                  <a:lnTo>
                    <a:pt x="3121" y="16431"/>
                  </a:lnTo>
                  <a:close/>
                  <a:moveTo>
                    <a:pt x="4522" y="0"/>
                  </a:moveTo>
                  <a:cubicBezTo>
                    <a:pt x="3312" y="2229"/>
                    <a:pt x="1" y="8661"/>
                    <a:pt x="1" y="10890"/>
                  </a:cubicBezTo>
                  <a:cubicBezTo>
                    <a:pt x="1" y="12482"/>
                    <a:pt x="765" y="13947"/>
                    <a:pt x="1975" y="14902"/>
                  </a:cubicBezTo>
                  <a:lnTo>
                    <a:pt x="1657" y="14902"/>
                  </a:lnTo>
                  <a:lnTo>
                    <a:pt x="1020" y="23627"/>
                  </a:lnTo>
                  <a:lnTo>
                    <a:pt x="956" y="23627"/>
                  </a:lnTo>
                  <a:lnTo>
                    <a:pt x="956" y="24455"/>
                  </a:lnTo>
                  <a:lnTo>
                    <a:pt x="956" y="25219"/>
                  </a:lnTo>
                  <a:lnTo>
                    <a:pt x="1020" y="25219"/>
                  </a:lnTo>
                  <a:lnTo>
                    <a:pt x="1593" y="61391"/>
                  </a:lnTo>
                  <a:lnTo>
                    <a:pt x="8216" y="61391"/>
                  </a:lnTo>
                  <a:lnTo>
                    <a:pt x="8853" y="25219"/>
                  </a:lnTo>
                  <a:lnTo>
                    <a:pt x="8916" y="25219"/>
                  </a:lnTo>
                  <a:lnTo>
                    <a:pt x="8853" y="24455"/>
                  </a:lnTo>
                  <a:lnTo>
                    <a:pt x="8853" y="23627"/>
                  </a:lnTo>
                  <a:lnTo>
                    <a:pt x="8789" y="23627"/>
                  </a:lnTo>
                  <a:lnTo>
                    <a:pt x="8216" y="14902"/>
                  </a:lnTo>
                  <a:lnTo>
                    <a:pt x="7834" y="14902"/>
                  </a:lnTo>
                  <a:cubicBezTo>
                    <a:pt x="9108" y="13947"/>
                    <a:pt x="9872" y="12482"/>
                    <a:pt x="9872" y="10890"/>
                  </a:cubicBezTo>
                  <a:cubicBezTo>
                    <a:pt x="9872" y="8661"/>
                    <a:pt x="6560" y="2229"/>
                    <a:pt x="5350" y="0"/>
                  </a:cubicBezTo>
                  <a:lnTo>
                    <a:pt x="5350" y="9553"/>
                  </a:lnTo>
                  <a:cubicBezTo>
                    <a:pt x="7261" y="10062"/>
                    <a:pt x="6879" y="12801"/>
                    <a:pt x="4904" y="12801"/>
                  </a:cubicBezTo>
                  <a:cubicBezTo>
                    <a:pt x="2994" y="12801"/>
                    <a:pt x="2612" y="10062"/>
                    <a:pt x="4522" y="9553"/>
                  </a:cubicBezTo>
                  <a:lnTo>
                    <a:pt x="452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2"/>
            <p:cNvSpPr/>
            <p:nvPr/>
          </p:nvSpPr>
          <p:spPr>
            <a:xfrm>
              <a:off x="3759681" y="2919947"/>
              <a:ext cx="126382" cy="71193"/>
            </a:xfrm>
            <a:custGeom>
              <a:avLst/>
              <a:gdLst/>
              <a:ahLst/>
              <a:cxnLst/>
              <a:rect l="l" t="t" r="r" b="b"/>
              <a:pathLst>
                <a:path w="5267" h="2967" extrusionOk="0">
                  <a:moveTo>
                    <a:pt x="1179" y="1"/>
                  </a:moveTo>
                  <a:cubicBezTo>
                    <a:pt x="396" y="1"/>
                    <a:pt x="0" y="1235"/>
                    <a:pt x="936" y="1565"/>
                  </a:cubicBezTo>
                  <a:cubicBezTo>
                    <a:pt x="1891" y="1947"/>
                    <a:pt x="2846" y="2329"/>
                    <a:pt x="3802" y="2839"/>
                  </a:cubicBezTo>
                  <a:cubicBezTo>
                    <a:pt x="3865" y="2902"/>
                    <a:pt x="3993" y="2966"/>
                    <a:pt x="4120" y="2966"/>
                  </a:cubicBezTo>
                  <a:cubicBezTo>
                    <a:pt x="4948" y="2966"/>
                    <a:pt x="5266" y="1820"/>
                    <a:pt x="4502" y="1438"/>
                  </a:cubicBezTo>
                  <a:cubicBezTo>
                    <a:pt x="3547" y="928"/>
                    <a:pt x="2528" y="482"/>
                    <a:pt x="1573" y="100"/>
                  </a:cubicBezTo>
                  <a:cubicBezTo>
                    <a:pt x="1434" y="31"/>
                    <a:pt x="1302" y="1"/>
                    <a:pt x="11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2"/>
            <p:cNvSpPr/>
            <p:nvPr/>
          </p:nvSpPr>
          <p:spPr>
            <a:xfrm>
              <a:off x="4206947" y="3632911"/>
              <a:ext cx="151288" cy="169645"/>
            </a:xfrm>
            <a:custGeom>
              <a:avLst/>
              <a:gdLst/>
              <a:ahLst/>
              <a:cxnLst/>
              <a:rect l="l" t="t" r="r" b="b"/>
              <a:pathLst>
                <a:path w="6305" h="7070" extrusionOk="0">
                  <a:moveTo>
                    <a:pt x="3121" y="0"/>
                  </a:moveTo>
                  <a:cubicBezTo>
                    <a:pt x="2675" y="0"/>
                    <a:pt x="2293" y="319"/>
                    <a:pt x="2293" y="765"/>
                  </a:cubicBezTo>
                  <a:lnTo>
                    <a:pt x="0" y="765"/>
                  </a:lnTo>
                  <a:lnTo>
                    <a:pt x="0" y="7069"/>
                  </a:lnTo>
                  <a:lnTo>
                    <a:pt x="6305" y="7069"/>
                  </a:lnTo>
                  <a:lnTo>
                    <a:pt x="6305" y="828"/>
                  </a:lnTo>
                  <a:lnTo>
                    <a:pt x="3885" y="828"/>
                  </a:lnTo>
                  <a:lnTo>
                    <a:pt x="3885" y="765"/>
                  </a:lnTo>
                  <a:cubicBezTo>
                    <a:pt x="3885" y="319"/>
                    <a:pt x="3566" y="0"/>
                    <a:pt x="3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2"/>
            <p:cNvSpPr/>
            <p:nvPr/>
          </p:nvSpPr>
          <p:spPr>
            <a:xfrm>
              <a:off x="3902835" y="2990972"/>
              <a:ext cx="301065" cy="314934"/>
            </a:xfrm>
            <a:custGeom>
              <a:avLst/>
              <a:gdLst/>
              <a:ahLst/>
              <a:cxnLst/>
              <a:rect l="l" t="t" r="r" b="b"/>
              <a:pathLst>
                <a:path w="12547" h="13125" extrusionOk="0">
                  <a:moveTo>
                    <a:pt x="920" y="1"/>
                  </a:moveTo>
                  <a:cubicBezTo>
                    <a:pt x="664" y="1"/>
                    <a:pt x="420" y="141"/>
                    <a:pt x="256" y="388"/>
                  </a:cubicBezTo>
                  <a:cubicBezTo>
                    <a:pt x="1" y="707"/>
                    <a:pt x="128" y="1216"/>
                    <a:pt x="510" y="1471"/>
                  </a:cubicBezTo>
                  <a:cubicBezTo>
                    <a:pt x="1338" y="2044"/>
                    <a:pt x="2166" y="2617"/>
                    <a:pt x="2994" y="3318"/>
                  </a:cubicBezTo>
                  <a:cubicBezTo>
                    <a:pt x="3121" y="3381"/>
                    <a:pt x="3312" y="3445"/>
                    <a:pt x="3504" y="3445"/>
                  </a:cubicBezTo>
                  <a:lnTo>
                    <a:pt x="3567" y="3445"/>
                  </a:lnTo>
                  <a:lnTo>
                    <a:pt x="3567" y="9049"/>
                  </a:lnTo>
                  <a:lnTo>
                    <a:pt x="9490" y="9049"/>
                  </a:lnTo>
                  <a:cubicBezTo>
                    <a:pt x="9171" y="9304"/>
                    <a:pt x="9108" y="9750"/>
                    <a:pt x="9299" y="10068"/>
                  </a:cubicBezTo>
                  <a:cubicBezTo>
                    <a:pt x="9936" y="10960"/>
                    <a:pt x="10445" y="11851"/>
                    <a:pt x="10955" y="12743"/>
                  </a:cubicBezTo>
                  <a:cubicBezTo>
                    <a:pt x="11082" y="12998"/>
                    <a:pt x="11337" y="13125"/>
                    <a:pt x="11655" y="13125"/>
                  </a:cubicBezTo>
                  <a:cubicBezTo>
                    <a:pt x="11782" y="13125"/>
                    <a:pt x="11910" y="13125"/>
                    <a:pt x="12037" y="12998"/>
                  </a:cubicBezTo>
                  <a:cubicBezTo>
                    <a:pt x="12419" y="12807"/>
                    <a:pt x="12547" y="12361"/>
                    <a:pt x="12356" y="11915"/>
                  </a:cubicBezTo>
                  <a:cubicBezTo>
                    <a:pt x="11846" y="11023"/>
                    <a:pt x="11273" y="10068"/>
                    <a:pt x="10636" y="9177"/>
                  </a:cubicBezTo>
                  <a:cubicBezTo>
                    <a:pt x="10445" y="8922"/>
                    <a:pt x="10190" y="8858"/>
                    <a:pt x="9872" y="8858"/>
                  </a:cubicBezTo>
                  <a:lnTo>
                    <a:pt x="9872" y="2744"/>
                  </a:lnTo>
                  <a:lnTo>
                    <a:pt x="4268" y="2744"/>
                  </a:lnTo>
                  <a:cubicBezTo>
                    <a:pt x="4268" y="2490"/>
                    <a:pt x="4204" y="2235"/>
                    <a:pt x="4013" y="2044"/>
                  </a:cubicBezTo>
                  <a:cubicBezTo>
                    <a:pt x="3121" y="1407"/>
                    <a:pt x="2230" y="707"/>
                    <a:pt x="1338" y="133"/>
                  </a:cubicBezTo>
                  <a:cubicBezTo>
                    <a:pt x="1203" y="43"/>
                    <a:pt x="1060" y="1"/>
                    <a:pt x="9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2"/>
            <p:cNvSpPr/>
            <p:nvPr/>
          </p:nvSpPr>
          <p:spPr>
            <a:xfrm>
              <a:off x="3358844" y="2801628"/>
              <a:ext cx="234863" cy="151288"/>
            </a:xfrm>
            <a:custGeom>
              <a:avLst/>
              <a:gdLst/>
              <a:ahLst/>
              <a:cxnLst/>
              <a:rect l="l" t="t" r="r" b="b"/>
              <a:pathLst>
                <a:path w="9788" h="6305" extrusionOk="0">
                  <a:moveTo>
                    <a:pt x="0" y="0"/>
                  </a:moveTo>
                  <a:lnTo>
                    <a:pt x="0" y="6305"/>
                  </a:lnTo>
                  <a:lnTo>
                    <a:pt x="6305" y="6305"/>
                  </a:lnTo>
                  <a:lnTo>
                    <a:pt x="6305" y="4140"/>
                  </a:lnTo>
                  <a:cubicBezTo>
                    <a:pt x="7133" y="4140"/>
                    <a:pt x="7834" y="4203"/>
                    <a:pt x="8598" y="4267"/>
                  </a:cubicBezTo>
                  <a:lnTo>
                    <a:pt x="8725" y="4267"/>
                  </a:lnTo>
                  <a:cubicBezTo>
                    <a:pt x="8745" y="4268"/>
                    <a:pt x="8765" y="4269"/>
                    <a:pt x="8784" y="4269"/>
                  </a:cubicBezTo>
                  <a:cubicBezTo>
                    <a:pt x="9746" y="4269"/>
                    <a:pt x="9788" y="2737"/>
                    <a:pt x="8789" y="2675"/>
                  </a:cubicBezTo>
                  <a:cubicBezTo>
                    <a:pt x="7961" y="2611"/>
                    <a:pt x="7133" y="2548"/>
                    <a:pt x="6305" y="2548"/>
                  </a:cubicBezTo>
                  <a:lnTo>
                    <a:pt x="63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2"/>
            <p:cNvSpPr/>
            <p:nvPr/>
          </p:nvSpPr>
          <p:spPr>
            <a:xfrm>
              <a:off x="4240660" y="3481406"/>
              <a:ext cx="56460" cy="113328"/>
            </a:xfrm>
            <a:custGeom>
              <a:avLst/>
              <a:gdLst/>
              <a:ahLst/>
              <a:cxnLst/>
              <a:rect l="l" t="t" r="r" b="b"/>
              <a:pathLst>
                <a:path w="2353" h="4723" extrusionOk="0">
                  <a:moveTo>
                    <a:pt x="968" y="1"/>
                  </a:moveTo>
                  <a:cubicBezTo>
                    <a:pt x="491" y="1"/>
                    <a:pt x="1" y="395"/>
                    <a:pt x="187" y="1029"/>
                  </a:cubicBezTo>
                  <a:cubicBezTo>
                    <a:pt x="378" y="1984"/>
                    <a:pt x="569" y="3003"/>
                    <a:pt x="697" y="4022"/>
                  </a:cubicBezTo>
                  <a:cubicBezTo>
                    <a:pt x="760" y="4404"/>
                    <a:pt x="1079" y="4722"/>
                    <a:pt x="1524" y="4722"/>
                  </a:cubicBezTo>
                  <a:lnTo>
                    <a:pt x="1588" y="4722"/>
                  </a:lnTo>
                  <a:cubicBezTo>
                    <a:pt x="2034" y="4659"/>
                    <a:pt x="2352" y="4276"/>
                    <a:pt x="2289" y="3831"/>
                  </a:cubicBezTo>
                  <a:cubicBezTo>
                    <a:pt x="2161" y="2748"/>
                    <a:pt x="1970" y="1729"/>
                    <a:pt x="1716" y="646"/>
                  </a:cubicBezTo>
                  <a:cubicBezTo>
                    <a:pt x="1636" y="198"/>
                    <a:pt x="1306" y="1"/>
                    <a:pt x="9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2"/>
            <p:cNvSpPr/>
            <p:nvPr/>
          </p:nvSpPr>
          <p:spPr>
            <a:xfrm>
              <a:off x="3623197" y="2875820"/>
              <a:ext cx="116160" cy="57252"/>
            </a:xfrm>
            <a:custGeom>
              <a:avLst/>
              <a:gdLst/>
              <a:ahLst/>
              <a:cxnLst/>
              <a:rect l="l" t="t" r="r" b="b"/>
              <a:pathLst>
                <a:path w="4841" h="2386" extrusionOk="0">
                  <a:moveTo>
                    <a:pt x="759" y="0"/>
                  </a:moveTo>
                  <a:cubicBezTo>
                    <a:pt x="402" y="0"/>
                    <a:pt x="118" y="287"/>
                    <a:pt x="64" y="666"/>
                  </a:cubicBezTo>
                  <a:cubicBezTo>
                    <a:pt x="1" y="1111"/>
                    <a:pt x="255" y="1557"/>
                    <a:pt x="701" y="1621"/>
                  </a:cubicBezTo>
                  <a:cubicBezTo>
                    <a:pt x="1720" y="1812"/>
                    <a:pt x="2739" y="2067"/>
                    <a:pt x="3694" y="2385"/>
                  </a:cubicBezTo>
                  <a:lnTo>
                    <a:pt x="3949" y="2385"/>
                  </a:lnTo>
                  <a:cubicBezTo>
                    <a:pt x="4268" y="2321"/>
                    <a:pt x="4586" y="2130"/>
                    <a:pt x="4713" y="1812"/>
                  </a:cubicBezTo>
                  <a:cubicBezTo>
                    <a:pt x="4841" y="1366"/>
                    <a:pt x="4586" y="920"/>
                    <a:pt x="4140" y="793"/>
                  </a:cubicBezTo>
                  <a:cubicBezTo>
                    <a:pt x="3121" y="475"/>
                    <a:pt x="2102" y="220"/>
                    <a:pt x="956" y="29"/>
                  </a:cubicBezTo>
                  <a:cubicBezTo>
                    <a:pt x="889" y="10"/>
                    <a:pt x="823" y="0"/>
                    <a:pt x="7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2"/>
            <p:cNvSpPr/>
            <p:nvPr/>
          </p:nvSpPr>
          <p:spPr>
            <a:xfrm>
              <a:off x="4191423" y="3335613"/>
              <a:ext cx="73593" cy="110881"/>
            </a:xfrm>
            <a:custGeom>
              <a:avLst/>
              <a:gdLst/>
              <a:ahLst/>
              <a:cxnLst/>
              <a:rect l="l" t="t" r="r" b="b"/>
              <a:pathLst>
                <a:path w="3067" h="4621" extrusionOk="0">
                  <a:moveTo>
                    <a:pt x="1048" y="1"/>
                  </a:moveTo>
                  <a:cubicBezTo>
                    <a:pt x="518" y="1"/>
                    <a:pt x="0" y="525"/>
                    <a:pt x="329" y="1182"/>
                  </a:cubicBezTo>
                  <a:cubicBezTo>
                    <a:pt x="711" y="2074"/>
                    <a:pt x="1093" y="3092"/>
                    <a:pt x="1411" y="4048"/>
                  </a:cubicBezTo>
                  <a:cubicBezTo>
                    <a:pt x="1539" y="4366"/>
                    <a:pt x="1857" y="4621"/>
                    <a:pt x="2175" y="4621"/>
                  </a:cubicBezTo>
                  <a:cubicBezTo>
                    <a:pt x="2239" y="4621"/>
                    <a:pt x="2366" y="4621"/>
                    <a:pt x="2430" y="4557"/>
                  </a:cubicBezTo>
                  <a:cubicBezTo>
                    <a:pt x="2812" y="4430"/>
                    <a:pt x="3067" y="3984"/>
                    <a:pt x="2940" y="3538"/>
                  </a:cubicBezTo>
                  <a:cubicBezTo>
                    <a:pt x="2621" y="2519"/>
                    <a:pt x="2239" y="1500"/>
                    <a:pt x="1793" y="545"/>
                  </a:cubicBezTo>
                  <a:cubicBezTo>
                    <a:pt x="1635" y="160"/>
                    <a:pt x="1340" y="1"/>
                    <a:pt x="10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2"/>
            <p:cNvSpPr/>
            <p:nvPr/>
          </p:nvSpPr>
          <p:spPr>
            <a:xfrm>
              <a:off x="-828907" y="4537210"/>
              <a:ext cx="309464" cy="315150"/>
            </a:xfrm>
            <a:custGeom>
              <a:avLst/>
              <a:gdLst/>
              <a:ahLst/>
              <a:cxnLst/>
              <a:rect l="l" t="t" r="r" b="b"/>
              <a:pathLst>
                <a:path w="12897" h="13134" extrusionOk="0">
                  <a:moveTo>
                    <a:pt x="1070" y="1"/>
                  </a:moveTo>
                  <a:cubicBezTo>
                    <a:pt x="523" y="1"/>
                    <a:pt x="0" y="567"/>
                    <a:pt x="351" y="1224"/>
                  </a:cubicBezTo>
                  <a:cubicBezTo>
                    <a:pt x="860" y="2179"/>
                    <a:pt x="1433" y="3071"/>
                    <a:pt x="2070" y="3963"/>
                  </a:cubicBezTo>
                  <a:cubicBezTo>
                    <a:pt x="2198" y="4154"/>
                    <a:pt x="2452" y="4281"/>
                    <a:pt x="2707" y="4345"/>
                  </a:cubicBezTo>
                  <a:lnTo>
                    <a:pt x="2834" y="4345"/>
                  </a:lnTo>
                  <a:lnTo>
                    <a:pt x="2834" y="10458"/>
                  </a:lnTo>
                  <a:lnTo>
                    <a:pt x="8439" y="10458"/>
                  </a:lnTo>
                  <a:cubicBezTo>
                    <a:pt x="8439" y="10713"/>
                    <a:pt x="8502" y="10968"/>
                    <a:pt x="8693" y="11095"/>
                  </a:cubicBezTo>
                  <a:cubicBezTo>
                    <a:pt x="9585" y="11796"/>
                    <a:pt x="10476" y="12433"/>
                    <a:pt x="11368" y="13006"/>
                  </a:cubicBezTo>
                  <a:cubicBezTo>
                    <a:pt x="11495" y="13133"/>
                    <a:pt x="11623" y="13133"/>
                    <a:pt x="11814" y="13133"/>
                  </a:cubicBezTo>
                  <a:cubicBezTo>
                    <a:pt x="12578" y="13133"/>
                    <a:pt x="12896" y="12114"/>
                    <a:pt x="12196" y="11732"/>
                  </a:cubicBezTo>
                  <a:lnTo>
                    <a:pt x="12196" y="11668"/>
                  </a:lnTo>
                  <a:cubicBezTo>
                    <a:pt x="11368" y="11095"/>
                    <a:pt x="10540" y="10458"/>
                    <a:pt x="9712" y="9822"/>
                  </a:cubicBezTo>
                  <a:cubicBezTo>
                    <a:pt x="9572" y="9728"/>
                    <a:pt x="9433" y="9669"/>
                    <a:pt x="9268" y="9669"/>
                  </a:cubicBezTo>
                  <a:cubicBezTo>
                    <a:pt x="9207" y="9669"/>
                    <a:pt x="9144" y="9677"/>
                    <a:pt x="9075" y="9694"/>
                  </a:cubicBezTo>
                  <a:lnTo>
                    <a:pt x="9075" y="4090"/>
                  </a:lnTo>
                  <a:lnTo>
                    <a:pt x="3217" y="4090"/>
                  </a:lnTo>
                  <a:cubicBezTo>
                    <a:pt x="3535" y="3835"/>
                    <a:pt x="3599" y="3389"/>
                    <a:pt x="3408" y="3071"/>
                  </a:cubicBezTo>
                  <a:cubicBezTo>
                    <a:pt x="2771" y="2179"/>
                    <a:pt x="2261" y="1288"/>
                    <a:pt x="1752" y="396"/>
                  </a:cubicBezTo>
                  <a:cubicBezTo>
                    <a:pt x="1573" y="118"/>
                    <a:pt x="1319" y="1"/>
                    <a:pt x="1070"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2"/>
            <p:cNvSpPr/>
            <p:nvPr/>
          </p:nvSpPr>
          <p:spPr>
            <a:xfrm>
              <a:off x="-887767" y="4396863"/>
              <a:ext cx="71865" cy="110137"/>
            </a:xfrm>
            <a:custGeom>
              <a:avLst/>
              <a:gdLst/>
              <a:ahLst/>
              <a:cxnLst/>
              <a:rect l="l" t="t" r="r" b="b"/>
              <a:pathLst>
                <a:path w="2995" h="4590" extrusionOk="0">
                  <a:moveTo>
                    <a:pt x="965" y="1"/>
                  </a:moveTo>
                  <a:cubicBezTo>
                    <a:pt x="483" y="1"/>
                    <a:pt x="0" y="407"/>
                    <a:pt x="193" y="1023"/>
                  </a:cubicBezTo>
                  <a:cubicBezTo>
                    <a:pt x="511" y="2106"/>
                    <a:pt x="893" y="3125"/>
                    <a:pt x="1339" y="4080"/>
                  </a:cubicBezTo>
                  <a:cubicBezTo>
                    <a:pt x="1466" y="4398"/>
                    <a:pt x="1785" y="4590"/>
                    <a:pt x="2103" y="4590"/>
                  </a:cubicBezTo>
                  <a:cubicBezTo>
                    <a:pt x="2167" y="4590"/>
                    <a:pt x="2294" y="4526"/>
                    <a:pt x="2422" y="4526"/>
                  </a:cubicBezTo>
                  <a:cubicBezTo>
                    <a:pt x="2804" y="4335"/>
                    <a:pt x="2995" y="3889"/>
                    <a:pt x="2804" y="3443"/>
                  </a:cubicBezTo>
                  <a:cubicBezTo>
                    <a:pt x="2422" y="2488"/>
                    <a:pt x="2040" y="1533"/>
                    <a:pt x="1721" y="577"/>
                  </a:cubicBezTo>
                  <a:cubicBezTo>
                    <a:pt x="1595" y="175"/>
                    <a:pt x="1280" y="1"/>
                    <a:pt x="965"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2"/>
            <p:cNvSpPr/>
            <p:nvPr/>
          </p:nvSpPr>
          <p:spPr>
            <a:xfrm>
              <a:off x="1331051" y="1643317"/>
              <a:ext cx="230784" cy="230784"/>
            </a:xfrm>
            <a:custGeom>
              <a:avLst/>
              <a:gdLst/>
              <a:ahLst/>
              <a:cxnLst/>
              <a:rect l="l" t="t" r="r" b="b"/>
              <a:pathLst>
                <a:path w="9618"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2"/>
            <p:cNvSpPr/>
            <p:nvPr/>
          </p:nvSpPr>
          <p:spPr>
            <a:xfrm>
              <a:off x="2385439" y="588929"/>
              <a:ext cx="230760" cy="230784"/>
            </a:xfrm>
            <a:custGeom>
              <a:avLst/>
              <a:gdLst/>
              <a:ahLst/>
              <a:cxnLst/>
              <a:rect l="l" t="t" r="r" b="b"/>
              <a:pathLst>
                <a:path w="9617" h="9618" extrusionOk="0">
                  <a:moveTo>
                    <a:pt x="1" y="1"/>
                  </a:moveTo>
                  <a:lnTo>
                    <a:pt x="1" y="9617"/>
                  </a:lnTo>
                  <a:lnTo>
                    <a:pt x="9617" y="9617"/>
                  </a:lnTo>
                  <a:lnTo>
                    <a:pt x="96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2"/>
            <p:cNvSpPr/>
            <p:nvPr/>
          </p:nvSpPr>
          <p:spPr>
            <a:xfrm>
              <a:off x="2963071" y="588929"/>
              <a:ext cx="230760" cy="230784"/>
            </a:xfrm>
            <a:custGeom>
              <a:avLst/>
              <a:gdLst/>
              <a:ahLst/>
              <a:cxnLst/>
              <a:rect l="l" t="t" r="r" b="b"/>
              <a:pathLst>
                <a:path w="9617" h="9618" extrusionOk="0">
                  <a:moveTo>
                    <a:pt x="0" y="1"/>
                  </a:moveTo>
                  <a:lnTo>
                    <a:pt x="0"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2"/>
            <p:cNvSpPr/>
            <p:nvPr/>
          </p:nvSpPr>
          <p:spPr>
            <a:xfrm>
              <a:off x="-493481" y="4066884"/>
              <a:ext cx="453865" cy="583750"/>
            </a:xfrm>
            <a:custGeom>
              <a:avLst/>
              <a:gdLst/>
              <a:ahLst/>
              <a:cxnLst/>
              <a:rect l="l" t="t" r="r" b="b"/>
              <a:pathLst>
                <a:path w="18915" h="24328" extrusionOk="0">
                  <a:moveTo>
                    <a:pt x="16494" y="16749"/>
                  </a:moveTo>
                  <a:lnTo>
                    <a:pt x="12992" y="21207"/>
                  </a:lnTo>
                  <a:lnTo>
                    <a:pt x="12992" y="16749"/>
                  </a:lnTo>
                  <a:close/>
                  <a:moveTo>
                    <a:pt x="17322" y="1593"/>
                  </a:moveTo>
                  <a:lnTo>
                    <a:pt x="17322" y="15157"/>
                  </a:lnTo>
                  <a:lnTo>
                    <a:pt x="12164" y="15157"/>
                  </a:lnTo>
                  <a:cubicBezTo>
                    <a:pt x="11718" y="15157"/>
                    <a:pt x="11400" y="15476"/>
                    <a:pt x="11400" y="15922"/>
                  </a:cubicBezTo>
                  <a:lnTo>
                    <a:pt x="11400" y="22672"/>
                  </a:lnTo>
                  <a:lnTo>
                    <a:pt x="1592" y="22672"/>
                  </a:lnTo>
                  <a:lnTo>
                    <a:pt x="1592" y="1593"/>
                  </a:lnTo>
                  <a:close/>
                  <a:moveTo>
                    <a:pt x="764" y="1"/>
                  </a:moveTo>
                  <a:cubicBezTo>
                    <a:pt x="319" y="1"/>
                    <a:pt x="0" y="383"/>
                    <a:pt x="0" y="828"/>
                  </a:cubicBezTo>
                  <a:lnTo>
                    <a:pt x="0" y="23500"/>
                  </a:lnTo>
                  <a:cubicBezTo>
                    <a:pt x="0" y="23946"/>
                    <a:pt x="319" y="24328"/>
                    <a:pt x="764" y="24328"/>
                  </a:cubicBezTo>
                  <a:lnTo>
                    <a:pt x="12164" y="24328"/>
                  </a:lnTo>
                  <a:cubicBezTo>
                    <a:pt x="12291" y="24328"/>
                    <a:pt x="12418" y="24264"/>
                    <a:pt x="12482" y="24200"/>
                  </a:cubicBezTo>
                  <a:cubicBezTo>
                    <a:pt x="12610" y="24137"/>
                    <a:pt x="12737" y="24073"/>
                    <a:pt x="12801" y="24009"/>
                  </a:cubicBezTo>
                  <a:lnTo>
                    <a:pt x="18787" y="16431"/>
                  </a:lnTo>
                  <a:cubicBezTo>
                    <a:pt x="18787" y="16367"/>
                    <a:pt x="18851" y="16304"/>
                    <a:pt x="18851" y="16240"/>
                  </a:cubicBezTo>
                  <a:lnTo>
                    <a:pt x="18851" y="16176"/>
                  </a:lnTo>
                  <a:cubicBezTo>
                    <a:pt x="18914" y="16113"/>
                    <a:pt x="18914" y="16049"/>
                    <a:pt x="18851" y="15985"/>
                  </a:cubicBezTo>
                  <a:lnTo>
                    <a:pt x="18914" y="828"/>
                  </a:lnTo>
                  <a:cubicBezTo>
                    <a:pt x="18914" y="383"/>
                    <a:pt x="18596" y="1"/>
                    <a:pt x="18150"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2"/>
            <p:cNvSpPr/>
            <p:nvPr/>
          </p:nvSpPr>
          <p:spPr>
            <a:xfrm>
              <a:off x="-398749" y="4164688"/>
              <a:ext cx="268960" cy="38224"/>
            </a:xfrm>
            <a:custGeom>
              <a:avLst/>
              <a:gdLst/>
              <a:ahLst/>
              <a:cxnLst/>
              <a:rect l="l" t="t" r="r" b="b"/>
              <a:pathLst>
                <a:path w="11209" h="1593" extrusionOk="0">
                  <a:moveTo>
                    <a:pt x="1" y="0"/>
                  </a:moveTo>
                  <a:lnTo>
                    <a:pt x="1" y="1592"/>
                  </a:lnTo>
                  <a:lnTo>
                    <a:pt x="11209" y="1592"/>
                  </a:lnTo>
                  <a:lnTo>
                    <a:pt x="1120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2"/>
            <p:cNvSpPr/>
            <p:nvPr/>
          </p:nvSpPr>
          <p:spPr>
            <a:xfrm>
              <a:off x="-398749" y="4238040"/>
              <a:ext cx="268960" cy="38224"/>
            </a:xfrm>
            <a:custGeom>
              <a:avLst/>
              <a:gdLst/>
              <a:ahLst/>
              <a:cxnLst/>
              <a:rect l="l" t="t" r="r" b="b"/>
              <a:pathLst>
                <a:path w="11209" h="1593" extrusionOk="0">
                  <a:moveTo>
                    <a:pt x="1" y="0"/>
                  </a:moveTo>
                  <a:lnTo>
                    <a:pt x="1" y="1592"/>
                  </a:lnTo>
                  <a:lnTo>
                    <a:pt x="11209" y="1592"/>
                  </a:lnTo>
                  <a:lnTo>
                    <a:pt x="1120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2"/>
            <p:cNvSpPr/>
            <p:nvPr/>
          </p:nvSpPr>
          <p:spPr>
            <a:xfrm>
              <a:off x="-398749" y="4311369"/>
              <a:ext cx="212428" cy="38248"/>
            </a:xfrm>
            <a:custGeom>
              <a:avLst/>
              <a:gdLst/>
              <a:ahLst/>
              <a:cxnLst/>
              <a:rect l="l" t="t" r="r" b="b"/>
              <a:pathLst>
                <a:path w="8853" h="1594" extrusionOk="0">
                  <a:moveTo>
                    <a:pt x="1" y="1"/>
                  </a:moveTo>
                  <a:lnTo>
                    <a:pt x="1" y="1593"/>
                  </a:lnTo>
                  <a:lnTo>
                    <a:pt x="8853" y="1593"/>
                  </a:lnTo>
                  <a:lnTo>
                    <a:pt x="8853"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2"/>
            <p:cNvSpPr/>
            <p:nvPr/>
          </p:nvSpPr>
          <p:spPr>
            <a:xfrm>
              <a:off x="3959391" y="2384451"/>
              <a:ext cx="385096" cy="427903"/>
            </a:xfrm>
            <a:custGeom>
              <a:avLst/>
              <a:gdLst/>
              <a:ahLst/>
              <a:cxnLst/>
              <a:rect l="l" t="t" r="r" b="b"/>
              <a:pathLst>
                <a:path w="16049" h="17833" extrusionOk="0">
                  <a:moveTo>
                    <a:pt x="8024" y="2166"/>
                  </a:moveTo>
                  <a:lnTo>
                    <a:pt x="14456" y="8216"/>
                  </a:lnTo>
                  <a:lnTo>
                    <a:pt x="14456" y="16240"/>
                  </a:lnTo>
                  <a:lnTo>
                    <a:pt x="11081" y="16240"/>
                  </a:lnTo>
                  <a:lnTo>
                    <a:pt x="11081" y="9872"/>
                  </a:lnTo>
                  <a:lnTo>
                    <a:pt x="4968" y="9872"/>
                  </a:lnTo>
                  <a:lnTo>
                    <a:pt x="4968" y="16240"/>
                  </a:lnTo>
                  <a:lnTo>
                    <a:pt x="1592" y="16240"/>
                  </a:lnTo>
                  <a:lnTo>
                    <a:pt x="1592" y="8216"/>
                  </a:lnTo>
                  <a:lnTo>
                    <a:pt x="8024" y="2166"/>
                  </a:lnTo>
                  <a:close/>
                  <a:moveTo>
                    <a:pt x="8024" y="1"/>
                  </a:moveTo>
                  <a:lnTo>
                    <a:pt x="0" y="7515"/>
                  </a:lnTo>
                  <a:lnTo>
                    <a:pt x="0" y="17832"/>
                  </a:lnTo>
                  <a:lnTo>
                    <a:pt x="6560" y="17832"/>
                  </a:lnTo>
                  <a:lnTo>
                    <a:pt x="6560" y="11464"/>
                  </a:lnTo>
                  <a:lnTo>
                    <a:pt x="9489" y="11464"/>
                  </a:lnTo>
                  <a:lnTo>
                    <a:pt x="9489" y="17832"/>
                  </a:lnTo>
                  <a:lnTo>
                    <a:pt x="16049" y="17832"/>
                  </a:lnTo>
                  <a:lnTo>
                    <a:pt x="16049" y="7515"/>
                  </a:lnTo>
                  <a:lnTo>
                    <a:pt x="80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2"/>
            <p:cNvSpPr/>
            <p:nvPr/>
          </p:nvSpPr>
          <p:spPr>
            <a:xfrm>
              <a:off x="1338705" y="153948"/>
              <a:ext cx="504279" cy="431958"/>
            </a:xfrm>
            <a:custGeom>
              <a:avLst/>
              <a:gdLst/>
              <a:ahLst/>
              <a:cxnLst/>
              <a:rect l="l" t="t" r="r" b="b"/>
              <a:pathLst>
                <a:path w="21016" h="18002" extrusionOk="0">
                  <a:moveTo>
                    <a:pt x="8980" y="1635"/>
                  </a:moveTo>
                  <a:cubicBezTo>
                    <a:pt x="15603" y="1635"/>
                    <a:pt x="18851" y="9595"/>
                    <a:pt x="14202" y="14244"/>
                  </a:cubicBezTo>
                  <a:cubicBezTo>
                    <a:pt x="12701" y="15745"/>
                    <a:pt x="10855" y="16416"/>
                    <a:pt x="9043" y="16416"/>
                  </a:cubicBezTo>
                  <a:cubicBezTo>
                    <a:pt x="5242" y="16416"/>
                    <a:pt x="1592" y="13464"/>
                    <a:pt x="1592" y="9022"/>
                  </a:cubicBezTo>
                  <a:cubicBezTo>
                    <a:pt x="1592" y="4883"/>
                    <a:pt x="4904" y="1635"/>
                    <a:pt x="8980" y="1635"/>
                  </a:cubicBezTo>
                  <a:close/>
                  <a:moveTo>
                    <a:pt x="9054" y="0"/>
                  </a:moveTo>
                  <a:cubicBezTo>
                    <a:pt x="4432" y="0"/>
                    <a:pt x="0" y="3593"/>
                    <a:pt x="0" y="9022"/>
                  </a:cubicBezTo>
                  <a:cubicBezTo>
                    <a:pt x="0" y="13926"/>
                    <a:pt x="4012" y="18001"/>
                    <a:pt x="8980" y="18001"/>
                  </a:cubicBezTo>
                  <a:cubicBezTo>
                    <a:pt x="17004" y="18001"/>
                    <a:pt x="21016" y="8322"/>
                    <a:pt x="15348" y="2654"/>
                  </a:cubicBezTo>
                  <a:cubicBezTo>
                    <a:pt x="13515" y="821"/>
                    <a:pt x="11263" y="0"/>
                    <a:pt x="90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2"/>
            <p:cNvSpPr/>
            <p:nvPr/>
          </p:nvSpPr>
          <p:spPr>
            <a:xfrm>
              <a:off x="1483875" y="232891"/>
              <a:ext cx="97804" cy="226177"/>
            </a:xfrm>
            <a:custGeom>
              <a:avLst/>
              <a:gdLst/>
              <a:ahLst/>
              <a:cxnLst/>
              <a:rect l="l" t="t" r="r" b="b"/>
              <a:pathLst>
                <a:path w="4076" h="9426" extrusionOk="0">
                  <a:moveTo>
                    <a:pt x="2484" y="1"/>
                  </a:moveTo>
                  <a:lnTo>
                    <a:pt x="2484" y="5668"/>
                  </a:lnTo>
                  <a:lnTo>
                    <a:pt x="0" y="8279"/>
                  </a:lnTo>
                  <a:lnTo>
                    <a:pt x="1146" y="9426"/>
                  </a:lnTo>
                  <a:lnTo>
                    <a:pt x="4076" y="6305"/>
                  </a:lnTo>
                  <a:lnTo>
                    <a:pt x="40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2"/>
            <p:cNvSpPr/>
            <p:nvPr/>
          </p:nvSpPr>
          <p:spPr>
            <a:xfrm>
              <a:off x="-488898" y="1446198"/>
              <a:ext cx="145194" cy="145194"/>
            </a:xfrm>
            <a:custGeom>
              <a:avLst/>
              <a:gdLst/>
              <a:ahLst/>
              <a:cxnLst/>
              <a:rect l="l" t="t" r="r" b="b"/>
              <a:pathLst>
                <a:path w="6051" h="6051" extrusionOk="0">
                  <a:moveTo>
                    <a:pt x="1146" y="1"/>
                  </a:moveTo>
                  <a:lnTo>
                    <a:pt x="0" y="1147"/>
                  </a:lnTo>
                  <a:lnTo>
                    <a:pt x="1911" y="3057"/>
                  </a:lnTo>
                  <a:lnTo>
                    <a:pt x="0" y="4904"/>
                  </a:lnTo>
                  <a:lnTo>
                    <a:pt x="1146" y="6051"/>
                  </a:lnTo>
                  <a:lnTo>
                    <a:pt x="3057" y="4140"/>
                  </a:lnTo>
                  <a:lnTo>
                    <a:pt x="4904" y="6051"/>
                  </a:lnTo>
                  <a:lnTo>
                    <a:pt x="6050" y="4904"/>
                  </a:lnTo>
                  <a:lnTo>
                    <a:pt x="4140" y="3057"/>
                  </a:lnTo>
                  <a:lnTo>
                    <a:pt x="6050" y="1147"/>
                  </a:lnTo>
                  <a:lnTo>
                    <a:pt x="4904" y="1"/>
                  </a:lnTo>
                  <a:lnTo>
                    <a:pt x="3057" y="1911"/>
                  </a:lnTo>
                  <a:lnTo>
                    <a:pt x="114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2"/>
            <p:cNvSpPr/>
            <p:nvPr/>
          </p:nvSpPr>
          <p:spPr>
            <a:xfrm>
              <a:off x="3936452" y="266508"/>
              <a:ext cx="143682" cy="145194"/>
            </a:xfrm>
            <a:custGeom>
              <a:avLst/>
              <a:gdLst/>
              <a:ahLst/>
              <a:cxnLst/>
              <a:rect l="l" t="t" r="r" b="b"/>
              <a:pathLst>
                <a:path w="5988" h="6051" extrusionOk="0">
                  <a:moveTo>
                    <a:pt x="1084" y="1"/>
                  </a:moveTo>
                  <a:lnTo>
                    <a:pt x="1" y="1147"/>
                  </a:lnTo>
                  <a:lnTo>
                    <a:pt x="1848" y="3057"/>
                  </a:lnTo>
                  <a:lnTo>
                    <a:pt x="1" y="4904"/>
                  </a:lnTo>
                  <a:lnTo>
                    <a:pt x="1084" y="6051"/>
                  </a:lnTo>
                  <a:lnTo>
                    <a:pt x="2994" y="4140"/>
                  </a:lnTo>
                  <a:lnTo>
                    <a:pt x="4905" y="6051"/>
                  </a:lnTo>
                  <a:lnTo>
                    <a:pt x="5987" y="4904"/>
                  </a:lnTo>
                  <a:lnTo>
                    <a:pt x="4140" y="3057"/>
                  </a:lnTo>
                  <a:lnTo>
                    <a:pt x="5987" y="1147"/>
                  </a:lnTo>
                  <a:lnTo>
                    <a:pt x="4905" y="1"/>
                  </a:lnTo>
                  <a:lnTo>
                    <a:pt x="2994" y="1911"/>
                  </a:lnTo>
                  <a:lnTo>
                    <a:pt x="108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2"/>
            <p:cNvSpPr/>
            <p:nvPr/>
          </p:nvSpPr>
          <p:spPr>
            <a:xfrm>
              <a:off x="169693" y="1435496"/>
              <a:ext cx="165062" cy="166597"/>
            </a:xfrm>
            <a:custGeom>
              <a:avLst/>
              <a:gdLst/>
              <a:ahLst/>
              <a:cxnLst/>
              <a:rect l="l" t="t" r="r" b="b"/>
              <a:pathLst>
                <a:path w="6879" h="6943" extrusionOk="0">
                  <a:moveTo>
                    <a:pt x="2612" y="1"/>
                  </a:moveTo>
                  <a:lnTo>
                    <a:pt x="2612" y="2676"/>
                  </a:lnTo>
                  <a:lnTo>
                    <a:pt x="1" y="2676"/>
                  </a:lnTo>
                  <a:lnTo>
                    <a:pt x="1" y="4268"/>
                  </a:lnTo>
                  <a:lnTo>
                    <a:pt x="2612" y="4268"/>
                  </a:lnTo>
                  <a:lnTo>
                    <a:pt x="2612" y="6942"/>
                  </a:lnTo>
                  <a:lnTo>
                    <a:pt x="4204" y="6942"/>
                  </a:lnTo>
                  <a:lnTo>
                    <a:pt x="4204" y="4268"/>
                  </a:lnTo>
                  <a:lnTo>
                    <a:pt x="6879" y="4268"/>
                  </a:lnTo>
                  <a:lnTo>
                    <a:pt x="6879" y="2676"/>
                  </a:lnTo>
                  <a:lnTo>
                    <a:pt x="4204" y="2676"/>
                  </a:lnTo>
                  <a:lnTo>
                    <a:pt x="42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2"/>
            <p:cNvSpPr/>
            <p:nvPr/>
          </p:nvSpPr>
          <p:spPr>
            <a:xfrm>
              <a:off x="849711" y="1453829"/>
              <a:ext cx="1453233" cy="129933"/>
            </a:xfrm>
            <a:custGeom>
              <a:avLst/>
              <a:gdLst/>
              <a:ahLst/>
              <a:cxnLst/>
              <a:rect l="l" t="t" r="r" b="b"/>
              <a:pathLst>
                <a:path w="60564" h="5415" extrusionOk="0">
                  <a:moveTo>
                    <a:pt x="55851" y="1"/>
                  </a:moveTo>
                  <a:lnTo>
                    <a:pt x="55851" y="1912"/>
                  </a:lnTo>
                  <a:lnTo>
                    <a:pt x="1083" y="1912"/>
                  </a:lnTo>
                  <a:cubicBezTo>
                    <a:pt x="0" y="1912"/>
                    <a:pt x="0" y="3504"/>
                    <a:pt x="1083" y="3504"/>
                  </a:cubicBezTo>
                  <a:lnTo>
                    <a:pt x="55851" y="3504"/>
                  </a:lnTo>
                  <a:lnTo>
                    <a:pt x="55851" y="5414"/>
                  </a:lnTo>
                  <a:lnTo>
                    <a:pt x="60564" y="2676"/>
                  </a:lnTo>
                  <a:lnTo>
                    <a:pt x="55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2"/>
            <p:cNvSpPr/>
            <p:nvPr/>
          </p:nvSpPr>
          <p:spPr>
            <a:xfrm>
              <a:off x="-848007" y="158003"/>
              <a:ext cx="2017116" cy="591405"/>
            </a:xfrm>
            <a:custGeom>
              <a:avLst/>
              <a:gdLst/>
              <a:ahLst/>
              <a:cxnLst/>
              <a:rect l="l" t="t" r="r" b="b"/>
              <a:pathLst>
                <a:path w="84064" h="24647" extrusionOk="0">
                  <a:moveTo>
                    <a:pt x="23563" y="1"/>
                  </a:moveTo>
                  <a:lnTo>
                    <a:pt x="23563" y="2357"/>
                  </a:lnTo>
                  <a:lnTo>
                    <a:pt x="7897" y="2357"/>
                  </a:lnTo>
                  <a:cubicBezTo>
                    <a:pt x="3503" y="2357"/>
                    <a:pt x="0" y="5860"/>
                    <a:pt x="0" y="10254"/>
                  </a:cubicBezTo>
                  <a:lnTo>
                    <a:pt x="0" y="23882"/>
                  </a:lnTo>
                  <a:cubicBezTo>
                    <a:pt x="0" y="24265"/>
                    <a:pt x="383" y="24647"/>
                    <a:pt x="828" y="24647"/>
                  </a:cubicBezTo>
                  <a:cubicBezTo>
                    <a:pt x="1274" y="24647"/>
                    <a:pt x="1593" y="24265"/>
                    <a:pt x="1593" y="23882"/>
                  </a:cubicBezTo>
                  <a:lnTo>
                    <a:pt x="1593" y="10190"/>
                  </a:lnTo>
                  <a:cubicBezTo>
                    <a:pt x="1593" y="6751"/>
                    <a:pt x="4395" y="3949"/>
                    <a:pt x="7897" y="3949"/>
                  </a:cubicBezTo>
                  <a:lnTo>
                    <a:pt x="23563" y="3949"/>
                  </a:lnTo>
                  <a:lnTo>
                    <a:pt x="23563" y="6369"/>
                  </a:lnTo>
                  <a:lnTo>
                    <a:pt x="29868" y="6369"/>
                  </a:lnTo>
                  <a:lnTo>
                    <a:pt x="29868" y="3949"/>
                  </a:lnTo>
                  <a:lnTo>
                    <a:pt x="79414" y="3949"/>
                  </a:lnTo>
                  <a:lnTo>
                    <a:pt x="79414" y="5860"/>
                  </a:lnTo>
                  <a:lnTo>
                    <a:pt x="84063" y="3185"/>
                  </a:lnTo>
                  <a:lnTo>
                    <a:pt x="79414" y="447"/>
                  </a:lnTo>
                  <a:lnTo>
                    <a:pt x="79414" y="2357"/>
                  </a:lnTo>
                  <a:lnTo>
                    <a:pt x="29868" y="2357"/>
                  </a:lnTo>
                  <a:lnTo>
                    <a:pt x="298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2"/>
            <p:cNvSpPr/>
            <p:nvPr/>
          </p:nvSpPr>
          <p:spPr>
            <a:xfrm>
              <a:off x="3445946" y="532397"/>
              <a:ext cx="809903" cy="1066626"/>
            </a:xfrm>
            <a:custGeom>
              <a:avLst/>
              <a:gdLst/>
              <a:ahLst/>
              <a:cxnLst/>
              <a:rect l="l" t="t" r="r" b="b"/>
              <a:pathLst>
                <a:path w="33753" h="44452" extrusionOk="0">
                  <a:moveTo>
                    <a:pt x="0" y="1"/>
                  </a:moveTo>
                  <a:lnTo>
                    <a:pt x="0" y="6305"/>
                  </a:lnTo>
                  <a:lnTo>
                    <a:pt x="6305" y="6305"/>
                  </a:lnTo>
                  <a:lnTo>
                    <a:pt x="6305" y="3885"/>
                  </a:lnTo>
                  <a:lnTo>
                    <a:pt x="24264" y="3885"/>
                  </a:lnTo>
                  <a:cubicBezTo>
                    <a:pt x="27576" y="3885"/>
                    <a:pt x="30250" y="6560"/>
                    <a:pt x="30314" y="9935"/>
                  </a:cubicBezTo>
                  <a:lnTo>
                    <a:pt x="30314" y="39803"/>
                  </a:lnTo>
                  <a:lnTo>
                    <a:pt x="28403" y="39803"/>
                  </a:lnTo>
                  <a:lnTo>
                    <a:pt x="31078" y="44452"/>
                  </a:lnTo>
                  <a:lnTo>
                    <a:pt x="33753" y="39803"/>
                  </a:lnTo>
                  <a:lnTo>
                    <a:pt x="31906" y="39803"/>
                  </a:lnTo>
                  <a:lnTo>
                    <a:pt x="31906" y="9935"/>
                  </a:lnTo>
                  <a:cubicBezTo>
                    <a:pt x="31842" y="5796"/>
                    <a:pt x="28467" y="2357"/>
                    <a:pt x="24264" y="2357"/>
                  </a:cubicBezTo>
                  <a:lnTo>
                    <a:pt x="6305" y="2357"/>
                  </a:lnTo>
                  <a:lnTo>
                    <a:pt x="63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2"/>
            <p:cNvSpPr/>
            <p:nvPr/>
          </p:nvSpPr>
          <p:spPr>
            <a:xfrm>
              <a:off x="-432366" y="3597758"/>
              <a:ext cx="129909" cy="302577"/>
            </a:xfrm>
            <a:custGeom>
              <a:avLst/>
              <a:gdLst/>
              <a:ahLst/>
              <a:cxnLst/>
              <a:rect l="l" t="t" r="r" b="b"/>
              <a:pathLst>
                <a:path w="5414" h="12610" extrusionOk="0">
                  <a:moveTo>
                    <a:pt x="2739" y="1"/>
                  </a:moveTo>
                  <a:cubicBezTo>
                    <a:pt x="2293" y="1"/>
                    <a:pt x="1911" y="383"/>
                    <a:pt x="1911" y="828"/>
                  </a:cubicBezTo>
                  <a:lnTo>
                    <a:pt x="1911" y="7897"/>
                  </a:lnTo>
                  <a:lnTo>
                    <a:pt x="0" y="7897"/>
                  </a:lnTo>
                  <a:lnTo>
                    <a:pt x="2739" y="12610"/>
                  </a:lnTo>
                  <a:lnTo>
                    <a:pt x="5414" y="7897"/>
                  </a:lnTo>
                  <a:lnTo>
                    <a:pt x="3503" y="7897"/>
                  </a:lnTo>
                  <a:lnTo>
                    <a:pt x="3503" y="828"/>
                  </a:lnTo>
                  <a:cubicBezTo>
                    <a:pt x="3503" y="383"/>
                    <a:pt x="3121" y="1"/>
                    <a:pt x="2739"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2"/>
            <p:cNvSpPr/>
            <p:nvPr/>
          </p:nvSpPr>
          <p:spPr>
            <a:xfrm>
              <a:off x="-432366" y="1941311"/>
              <a:ext cx="129909" cy="1601450"/>
            </a:xfrm>
            <a:custGeom>
              <a:avLst/>
              <a:gdLst/>
              <a:ahLst/>
              <a:cxnLst/>
              <a:rect l="l" t="t" r="r" b="b"/>
              <a:pathLst>
                <a:path w="5414" h="66741" extrusionOk="0">
                  <a:moveTo>
                    <a:pt x="2739" y="0"/>
                  </a:moveTo>
                  <a:lnTo>
                    <a:pt x="0" y="4649"/>
                  </a:lnTo>
                  <a:lnTo>
                    <a:pt x="1911" y="4649"/>
                  </a:lnTo>
                  <a:lnTo>
                    <a:pt x="1911" y="65977"/>
                  </a:lnTo>
                  <a:cubicBezTo>
                    <a:pt x="1911" y="66486"/>
                    <a:pt x="2309" y="66741"/>
                    <a:pt x="2707" y="66741"/>
                  </a:cubicBezTo>
                  <a:cubicBezTo>
                    <a:pt x="3105" y="66741"/>
                    <a:pt x="3503" y="66486"/>
                    <a:pt x="3503" y="65977"/>
                  </a:cubicBezTo>
                  <a:lnTo>
                    <a:pt x="3503" y="4649"/>
                  </a:lnTo>
                  <a:lnTo>
                    <a:pt x="5414" y="4649"/>
                  </a:lnTo>
                  <a:lnTo>
                    <a:pt x="2739" y="0"/>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2"/>
            <p:cNvSpPr/>
            <p:nvPr/>
          </p:nvSpPr>
          <p:spPr>
            <a:xfrm>
              <a:off x="3209091" y="4536010"/>
              <a:ext cx="1005510" cy="152824"/>
            </a:xfrm>
            <a:custGeom>
              <a:avLst/>
              <a:gdLst/>
              <a:ahLst/>
              <a:cxnLst/>
              <a:rect l="l" t="t" r="r" b="b"/>
              <a:pathLst>
                <a:path w="41905" h="6369" extrusionOk="0">
                  <a:moveTo>
                    <a:pt x="25092" y="1"/>
                  </a:moveTo>
                  <a:lnTo>
                    <a:pt x="25092" y="2357"/>
                  </a:lnTo>
                  <a:lnTo>
                    <a:pt x="1019" y="2357"/>
                  </a:lnTo>
                  <a:cubicBezTo>
                    <a:pt x="0" y="2357"/>
                    <a:pt x="0" y="3949"/>
                    <a:pt x="1019" y="3949"/>
                  </a:cubicBezTo>
                  <a:lnTo>
                    <a:pt x="25092" y="3949"/>
                  </a:lnTo>
                  <a:lnTo>
                    <a:pt x="25092" y="6369"/>
                  </a:lnTo>
                  <a:lnTo>
                    <a:pt x="31397" y="6369"/>
                  </a:lnTo>
                  <a:lnTo>
                    <a:pt x="31397" y="3949"/>
                  </a:lnTo>
                  <a:lnTo>
                    <a:pt x="37256" y="3949"/>
                  </a:lnTo>
                  <a:lnTo>
                    <a:pt x="37256" y="5859"/>
                  </a:lnTo>
                  <a:lnTo>
                    <a:pt x="41904" y="3185"/>
                  </a:lnTo>
                  <a:lnTo>
                    <a:pt x="37256" y="446"/>
                  </a:lnTo>
                  <a:lnTo>
                    <a:pt x="37256" y="2357"/>
                  </a:lnTo>
                  <a:lnTo>
                    <a:pt x="31397" y="2357"/>
                  </a:lnTo>
                  <a:lnTo>
                    <a:pt x="313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2"/>
            <p:cNvSpPr/>
            <p:nvPr/>
          </p:nvSpPr>
          <p:spPr>
            <a:xfrm>
              <a:off x="3688919" y="3380771"/>
              <a:ext cx="169645" cy="437069"/>
            </a:xfrm>
            <a:custGeom>
              <a:avLst/>
              <a:gdLst/>
              <a:ahLst/>
              <a:cxnLst/>
              <a:rect l="l" t="t" r="r" b="b"/>
              <a:pathLst>
                <a:path w="7070" h="18215" extrusionOk="0">
                  <a:moveTo>
                    <a:pt x="0" y="0"/>
                  </a:moveTo>
                  <a:cubicBezTo>
                    <a:pt x="0" y="2866"/>
                    <a:pt x="1911" y="4777"/>
                    <a:pt x="3503" y="6305"/>
                  </a:cubicBezTo>
                  <a:cubicBezTo>
                    <a:pt x="4522" y="7324"/>
                    <a:pt x="5413" y="8279"/>
                    <a:pt x="5541" y="9107"/>
                  </a:cubicBezTo>
                  <a:cubicBezTo>
                    <a:pt x="5413" y="9935"/>
                    <a:pt x="4522" y="10890"/>
                    <a:pt x="3503" y="11846"/>
                  </a:cubicBezTo>
                  <a:cubicBezTo>
                    <a:pt x="1911" y="13438"/>
                    <a:pt x="0" y="15348"/>
                    <a:pt x="0" y="18214"/>
                  </a:cubicBezTo>
                  <a:lnTo>
                    <a:pt x="1592" y="18214"/>
                  </a:lnTo>
                  <a:cubicBezTo>
                    <a:pt x="1592" y="16049"/>
                    <a:pt x="3121" y="14520"/>
                    <a:pt x="4585" y="13056"/>
                  </a:cubicBezTo>
                  <a:cubicBezTo>
                    <a:pt x="5859" y="11846"/>
                    <a:pt x="7005" y="10636"/>
                    <a:pt x="7069" y="9235"/>
                  </a:cubicBezTo>
                  <a:lnTo>
                    <a:pt x="7069" y="9107"/>
                  </a:lnTo>
                  <a:lnTo>
                    <a:pt x="7069" y="9044"/>
                  </a:lnTo>
                  <a:cubicBezTo>
                    <a:pt x="7005" y="7579"/>
                    <a:pt x="5859" y="6433"/>
                    <a:pt x="4585" y="5223"/>
                  </a:cubicBezTo>
                  <a:cubicBezTo>
                    <a:pt x="3121" y="3694"/>
                    <a:pt x="1592" y="2166"/>
                    <a:pt x="15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2"/>
            <p:cNvSpPr/>
            <p:nvPr/>
          </p:nvSpPr>
          <p:spPr>
            <a:xfrm>
              <a:off x="3875336" y="3379235"/>
              <a:ext cx="171180" cy="438605"/>
            </a:xfrm>
            <a:custGeom>
              <a:avLst/>
              <a:gdLst/>
              <a:ahLst/>
              <a:cxnLst/>
              <a:rect l="l" t="t" r="r" b="b"/>
              <a:pathLst>
                <a:path w="7134" h="18279" extrusionOk="0">
                  <a:moveTo>
                    <a:pt x="5541" y="1"/>
                  </a:moveTo>
                  <a:cubicBezTo>
                    <a:pt x="5541" y="2230"/>
                    <a:pt x="4013" y="3758"/>
                    <a:pt x="2484" y="5223"/>
                  </a:cubicBezTo>
                  <a:cubicBezTo>
                    <a:pt x="1274" y="6433"/>
                    <a:pt x="128" y="7643"/>
                    <a:pt x="1" y="9044"/>
                  </a:cubicBezTo>
                  <a:lnTo>
                    <a:pt x="1" y="9171"/>
                  </a:lnTo>
                  <a:lnTo>
                    <a:pt x="1" y="9235"/>
                  </a:lnTo>
                  <a:cubicBezTo>
                    <a:pt x="128" y="10700"/>
                    <a:pt x="1274" y="11846"/>
                    <a:pt x="2484" y="13056"/>
                  </a:cubicBezTo>
                  <a:cubicBezTo>
                    <a:pt x="4013" y="14521"/>
                    <a:pt x="5541" y="16113"/>
                    <a:pt x="5541" y="18278"/>
                  </a:cubicBezTo>
                  <a:lnTo>
                    <a:pt x="7133" y="18278"/>
                  </a:lnTo>
                  <a:cubicBezTo>
                    <a:pt x="7133" y="15412"/>
                    <a:pt x="5159" y="13502"/>
                    <a:pt x="3631" y="11910"/>
                  </a:cubicBezTo>
                  <a:cubicBezTo>
                    <a:pt x="2612" y="10891"/>
                    <a:pt x="1656" y="9935"/>
                    <a:pt x="1593" y="9108"/>
                  </a:cubicBezTo>
                  <a:cubicBezTo>
                    <a:pt x="1656" y="8280"/>
                    <a:pt x="2612" y="7388"/>
                    <a:pt x="3631" y="6369"/>
                  </a:cubicBezTo>
                  <a:cubicBezTo>
                    <a:pt x="5223" y="4777"/>
                    <a:pt x="7133" y="2867"/>
                    <a:pt x="71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2"/>
            <p:cNvSpPr/>
            <p:nvPr/>
          </p:nvSpPr>
          <p:spPr>
            <a:xfrm>
              <a:off x="3779068" y="3467873"/>
              <a:ext cx="177275" cy="111577"/>
            </a:xfrm>
            <a:custGeom>
              <a:avLst/>
              <a:gdLst/>
              <a:ahLst/>
              <a:cxnLst/>
              <a:rect l="l" t="t" r="r" b="b"/>
              <a:pathLst>
                <a:path w="7388" h="4650" extrusionOk="0">
                  <a:moveTo>
                    <a:pt x="1" y="0"/>
                  </a:moveTo>
                  <a:cubicBezTo>
                    <a:pt x="574" y="637"/>
                    <a:pt x="1274" y="1338"/>
                    <a:pt x="1975" y="1975"/>
                  </a:cubicBezTo>
                  <a:cubicBezTo>
                    <a:pt x="2548" y="2548"/>
                    <a:pt x="3057" y="3248"/>
                    <a:pt x="3439" y="4013"/>
                  </a:cubicBezTo>
                  <a:cubicBezTo>
                    <a:pt x="3567" y="4204"/>
                    <a:pt x="3630" y="4458"/>
                    <a:pt x="3694" y="4649"/>
                  </a:cubicBezTo>
                  <a:cubicBezTo>
                    <a:pt x="3694" y="4586"/>
                    <a:pt x="3758" y="4458"/>
                    <a:pt x="3758" y="4395"/>
                  </a:cubicBezTo>
                  <a:cubicBezTo>
                    <a:pt x="3885" y="4013"/>
                    <a:pt x="4076" y="3694"/>
                    <a:pt x="4267" y="3376"/>
                  </a:cubicBezTo>
                  <a:cubicBezTo>
                    <a:pt x="4713" y="2803"/>
                    <a:pt x="5159" y="2229"/>
                    <a:pt x="5668" y="1720"/>
                  </a:cubicBezTo>
                  <a:cubicBezTo>
                    <a:pt x="6242" y="1147"/>
                    <a:pt x="6878" y="574"/>
                    <a:pt x="73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2"/>
            <p:cNvSpPr/>
            <p:nvPr/>
          </p:nvSpPr>
          <p:spPr>
            <a:xfrm>
              <a:off x="3867706" y="3617626"/>
              <a:ext cx="24" cy="24"/>
            </a:xfrm>
            <a:custGeom>
              <a:avLst/>
              <a:gdLst/>
              <a:ahLst/>
              <a:cxnLst/>
              <a:rect l="l" t="t" r="r" b="b"/>
              <a:pathLst>
                <a:path w="1" h="1" extrusionOk="0">
                  <a:moveTo>
                    <a:pt x="0" y="0"/>
                  </a:move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2"/>
            <p:cNvSpPr/>
            <p:nvPr/>
          </p:nvSpPr>
          <p:spPr>
            <a:xfrm>
              <a:off x="3650719" y="3330334"/>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2"/>
            <p:cNvSpPr/>
            <p:nvPr/>
          </p:nvSpPr>
          <p:spPr>
            <a:xfrm>
              <a:off x="3650719" y="3830030"/>
              <a:ext cx="429415" cy="38224"/>
            </a:xfrm>
            <a:custGeom>
              <a:avLst/>
              <a:gdLst/>
              <a:ahLst/>
              <a:cxnLst/>
              <a:rect l="l" t="t" r="r" b="b"/>
              <a:pathLst>
                <a:path w="17896" h="1593" extrusionOk="0">
                  <a:moveTo>
                    <a:pt x="0" y="1"/>
                  </a:moveTo>
                  <a:lnTo>
                    <a:pt x="0" y="1593"/>
                  </a:lnTo>
                  <a:lnTo>
                    <a:pt x="17895" y="1593"/>
                  </a:lnTo>
                  <a:lnTo>
                    <a:pt x="1789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2"/>
            <p:cNvSpPr/>
            <p:nvPr/>
          </p:nvSpPr>
          <p:spPr>
            <a:xfrm>
              <a:off x="3772950" y="1883243"/>
              <a:ext cx="117647" cy="169645"/>
            </a:xfrm>
            <a:custGeom>
              <a:avLst/>
              <a:gdLst/>
              <a:ahLst/>
              <a:cxnLst/>
              <a:rect l="l" t="t" r="r" b="b"/>
              <a:pathLst>
                <a:path w="4903" h="7070" extrusionOk="0">
                  <a:moveTo>
                    <a:pt x="2357" y="1274"/>
                  </a:moveTo>
                  <a:cubicBezTo>
                    <a:pt x="2930" y="1274"/>
                    <a:pt x="3312" y="1720"/>
                    <a:pt x="3312" y="2293"/>
                  </a:cubicBezTo>
                  <a:cubicBezTo>
                    <a:pt x="3312" y="2802"/>
                    <a:pt x="2930" y="3312"/>
                    <a:pt x="2357" y="3312"/>
                  </a:cubicBezTo>
                  <a:lnTo>
                    <a:pt x="1593" y="3312"/>
                  </a:lnTo>
                  <a:lnTo>
                    <a:pt x="1593" y="1274"/>
                  </a:lnTo>
                  <a:close/>
                  <a:moveTo>
                    <a:pt x="1" y="0"/>
                  </a:moveTo>
                  <a:lnTo>
                    <a:pt x="1" y="7069"/>
                  </a:lnTo>
                  <a:lnTo>
                    <a:pt x="1593" y="7069"/>
                  </a:lnTo>
                  <a:lnTo>
                    <a:pt x="1593" y="4522"/>
                  </a:lnTo>
                  <a:lnTo>
                    <a:pt x="2675" y="4522"/>
                  </a:lnTo>
                  <a:cubicBezTo>
                    <a:pt x="2710" y="4524"/>
                    <a:pt x="2743" y="4524"/>
                    <a:pt x="2777" y="4524"/>
                  </a:cubicBezTo>
                  <a:cubicBezTo>
                    <a:pt x="3942" y="4524"/>
                    <a:pt x="4903" y="3469"/>
                    <a:pt x="4841" y="2293"/>
                  </a:cubicBezTo>
                  <a:cubicBezTo>
                    <a:pt x="4841" y="1019"/>
                    <a:pt x="3885" y="0"/>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2"/>
            <p:cNvSpPr/>
            <p:nvPr/>
          </p:nvSpPr>
          <p:spPr>
            <a:xfrm>
              <a:off x="3905906" y="1883243"/>
              <a:ext cx="132956" cy="169645"/>
            </a:xfrm>
            <a:custGeom>
              <a:avLst/>
              <a:gdLst/>
              <a:ahLst/>
              <a:cxnLst/>
              <a:rect l="l" t="t" r="r" b="b"/>
              <a:pathLst>
                <a:path w="5541" h="7070" extrusionOk="0">
                  <a:moveTo>
                    <a:pt x="0" y="0"/>
                  </a:moveTo>
                  <a:lnTo>
                    <a:pt x="0" y="7069"/>
                  </a:lnTo>
                  <a:lnTo>
                    <a:pt x="1592" y="7069"/>
                  </a:lnTo>
                  <a:lnTo>
                    <a:pt x="1592" y="4267"/>
                  </a:lnTo>
                  <a:lnTo>
                    <a:pt x="3885" y="4267"/>
                  </a:lnTo>
                  <a:lnTo>
                    <a:pt x="3885" y="7069"/>
                  </a:lnTo>
                  <a:lnTo>
                    <a:pt x="5541" y="7069"/>
                  </a:lnTo>
                  <a:lnTo>
                    <a:pt x="5541" y="0"/>
                  </a:lnTo>
                  <a:lnTo>
                    <a:pt x="3885" y="0"/>
                  </a:lnTo>
                  <a:lnTo>
                    <a:pt x="3885" y="2802"/>
                  </a:lnTo>
                  <a:lnTo>
                    <a:pt x="1592" y="2802"/>
                  </a:lnTo>
                  <a:lnTo>
                    <a:pt x="15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2"/>
            <p:cNvSpPr/>
            <p:nvPr/>
          </p:nvSpPr>
          <p:spPr>
            <a:xfrm>
              <a:off x="4069408" y="1883243"/>
              <a:ext cx="116160" cy="169645"/>
            </a:xfrm>
            <a:custGeom>
              <a:avLst/>
              <a:gdLst/>
              <a:ahLst/>
              <a:cxnLst/>
              <a:rect l="l" t="t" r="r" b="b"/>
              <a:pathLst>
                <a:path w="4841" h="7070" extrusionOk="0">
                  <a:moveTo>
                    <a:pt x="2357" y="1274"/>
                  </a:moveTo>
                  <a:cubicBezTo>
                    <a:pt x="2930" y="1274"/>
                    <a:pt x="3312" y="1720"/>
                    <a:pt x="3312" y="2293"/>
                  </a:cubicBezTo>
                  <a:cubicBezTo>
                    <a:pt x="3312" y="2802"/>
                    <a:pt x="2930" y="3312"/>
                    <a:pt x="2357" y="3312"/>
                  </a:cubicBezTo>
                  <a:lnTo>
                    <a:pt x="1529" y="3312"/>
                  </a:lnTo>
                  <a:lnTo>
                    <a:pt x="1529" y="1274"/>
                  </a:lnTo>
                  <a:close/>
                  <a:moveTo>
                    <a:pt x="0" y="0"/>
                  </a:moveTo>
                  <a:lnTo>
                    <a:pt x="0" y="7069"/>
                  </a:lnTo>
                  <a:lnTo>
                    <a:pt x="1529" y="7069"/>
                  </a:lnTo>
                  <a:lnTo>
                    <a:pt x="1529" y="4522"/>
                  </a:lnTo>
                  <a:lnTo>
                    <a:pt x="2612" y="4522"/>
                  </a:lnTo>
                  <a:cubicBezTo>
                    <a:pt x="2647" y="4524"/>
                    <a:pt x="2683" y="4524"/>
                    <a:pt x="2718" y="4524"/>
                  </a:cubicBezTo>
                  <a:cubicBezTo>
                    <a:pt x="3938" y="4524"/>
                    <a:pt x="4839" y="3469"/>
                    <a:pt x="4777" y="2293"/>
                  </a:cubicBezTo>
                  <a:cubicBezTo>
                    <a:pt x="4840" y="1083"/>
                    <a:pt x="3822" y="64"/>
                    <a:pt x="2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2"/>
            <p:cNvSpPr/>
            <p:nvPr/>
          </p:nvSpPr>
          <p:spPr>
            <a:xfrm>
              <a:off x="-522515" y="481959"/>
              <a:ext cx="88638" cy="171180"/>
            </a:xfrm>
            <a:custGeom>
              <a:avLst/>
              <a:gdLst/>
              <a:ahLst/>
              <a:cxnLst/>
              <a:rect l="l" t="t" r="r" b="b"/>
              <a:pathLst>
                <a:path w="3694" h="7134" extrusionOk="0">
                  <a:moveTo>
                    <a:pt x="2102" y="1"/>
                  </a:moveTo>
                  <a:lnTo>
                    <a:pt x="2102" y="4268"/>
                  </a:lnTo>
                  <a:cubicBezTo>
                    <a:pt x="2102" y="5032"/>
                    <a:pt x="2102" y="5669"/>
                    <a:pt x="955" y="5669"/>
                  </a:cubicBezTo>
                  <a:cubicBezTo>
                    <a:pt x="573" y="5669"/>
                    <a:pt x="191" y="5478"/>
                    <a:pt x="0" y="5159"/>
                  </a:cubicBezTo>
                  <a:lnTo>
                    <a:pt x="0" y="7006"/>
                  </a:lnTo>
                  <a:cubicBezTo>
                    <a:pt x="319" y="7134"/>
                    <a:pt x="637" y="7134"/>
                    <a:pt x="955" y="7134"/>
                  </a:cubicBezTo>
                  <a:cubicBezTo>
                    <a:pt x="2675" y="7134"/>
                    <a:pt x="3694" y="6433"/>
                    <a:pt x="3694" y="4395"/>
                  </a:cubicBezTo>
                  <a:lnTo>
                    <a:pt x="3694"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2"/>
            <p:cNvSpPr/>
            <p:nvPr/>
          </p:nvSpPr>
          <p:spPr>
            <a:xfrm>
              <a:off x="-415569" y="478912"/>
              <a:ext cx="142146" cy="175763"/>
            </a:xfrm>
            <a:custGeom>
              <a:avLst/>
              <a:gdLst/>
              <a:ahLst/>
              <a:cxnLst/>
              <a:rect l="l" t="t" r="r" b="b"/>
              <a:pathLst>
                <a:path w="5924" h="7325" extrusionOk="0">
                  <a:moveTo>
                    <a:pt x="2867" y="1"/>
                  </a:moveTo>
                  <a:cubicBezTo>
                    <a:pt x="1593" y="1"/>
                    <a:pt x="256" y="637"/>
                    <a:pt x="256" y="2102"/>
                  </a:cubicBezTo>
                  <a:cubicBezTo>
                    <a:pt x="256" y="4713"/>
                    <a:pt x="4331" y="3822"/>
                    <a:pt x="4331" y="5223"/>
                  </a:cubicBezTo>
                  <a:cubicBezTo>
                    <a:pt x="4331" y="5860"/>
                    <a:pt x="3504" y="6051"/>
                    <a:pt x="3058" y="6051"/>
                  </a:cubicBezTo>
                  <a:cubicBezTo>
                    <a:pt x="3019" y="6054"/>
                    <a:pt x="2980" y="6055"/>
                    <a:pt x="2942" y="6055"/>
                  </a:cubicBezTo>
                  <a:cubicBezTo>
                    <a:pt x="2230" y="6055"/>
                    <a:pt x="1654" y="5505"/>
                    <a:pt x="1593" y="4841"/>
                  </a:cubicBezTo>
                  <a:lnTo>
                    <a:pt x="1" y="4841"/>
                  </a:lnTo>
                  <a:cubicBezTo>
                    <a:pt x="1" y="6496"/>
                    <a:pt x="1466" y="7324"/>
                    <a:pt x="2994" y="7324"/>
                  </a:cubicBezTo>
                  <a:cubicBezTo>
                    <a:pt x="4586" y="7324"/>
                    <a:pt x="5924" y="6687"/>
                    <a:pt x="5924" y="5032"/>
                  </a:cubicBezTo>
                  <a:cubicBezTo>
                    <a:pt x="5924" y="2357"/>
                    <a:pt x="1848" y="3249"/>
                    <a:pt x="1848" y="1975"/>
                  </a:cubicBezTo>
                  <a:cubicBezTo>
                    <a:pt x="1848" y="1465"/>
                    <a:pt x="2485" y="1274"/>
                    <a:pt x="2867" y="1274"/>
                  </a:cubicBezTo>
                  <a:cubicBezTo>
                    <a:pt x="3695" y="1274"/>
                    <a:pt x="4077" y="1529"/>
                    <a:pt x="4204" y="2230"/>
                  </a:cubicBezTo>
                  <a:lnTo>
                    <a:pt x="5669" y="2230"/>
                  </a:lnTo>
                  <a:cubicBezTo>
                    <a:pt x="5605" y="637"/>
                    <a:pt x="4331" y="1"/>
                    <a:pt x="2867" y="1"/>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2"/>
            <p:cNvSpPr/>
            <p:nvPr/>
          </p:nvSpPr>
          <p:spPr>
            <a:xfrm>
              <a:off x="-689088" y="1001523"/>
              <a:ext cx="97828" cy="169645"/>
            </a:xfrm>
            <a:custGeom>
              <a:avLst/>
              <a:gdLst/>
              <a:ahLst/>
              <a:cxnLst/>
              <a:rect l="l" t="t" r="r" b="b"/>
              <a:pathLst>
                <a:path w="4077" h="7070" extrusionOk="0">
                  <a:moveTo>
                    <a:pt x="1" y="1"/>
                  </a:moveTo>
                  <a:lnTo>
                    <a:pt x="1" y="7069"/>
                  </a:lnTo>
                  <a:lnTo>
                    <a:pt x="4076" y="7069"/>
                  </a:lnTo>
                  <a:lnTo>
                    <a:pt x="4076" y="5668"/>
                  </a:lnTo>
                  <a:lnTo>
                    <a:pt x="1529" y="5668"/>
                  </a:lnTo>
                  <a:lnTo>
                    <a:pt x="1529"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2"/>
            <p:cNvSpPr/>
            <p:nvPr/>
          </p:nvSpPr>
          <p:spPr>
            <a:xfrm>
              <a:off x="12309" y="4484061"/>
              <a:ext cx="155896" cy="203262"/>
            </a:xfrm>
            <a:custGeom>
              <a:avLst/>
              <a:gdLst/>
              <a:ahLst/>
              <a:cxnLst/>
              <a:rect l="l" t="t" r="r" b="b"/>
              <a:pathLst>
                <a:path w="6497" h="8471" extrusionOk="0">
                  <a:moveTo>
                    <a:pt x="6496" y="0"/>
                  </a:moveTo>
                  <a:lnTo>
                    <a:pt x="0" y="3057"/>
                  </a:lnTo>
                  <a:lnTo>
                    <a:pt x="0" y="5413"/>
                  </a:lnTo>
                  <a:lnTo>
                    <a:pt x="6496" y="8470"/>
                  </a:lnTo>
                  <a:lnTo>
                    <a:pt x="6496" y="6560"/>
                  </a:lnTo>
                  <a:lnTo>
                    <a:pt x="1402" y="4267"/>
                  </a:lnTo>
                  <a:lnTo>
                    <a:pt x="6496" y="1911"/>
                  </a:lnTo>
                  <a:lnTo>
                    <a:pt x="64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2"/>
            <p:cNvSpPr/>
            <p:nvPr/>
          </p:nvSpPr>
          <p:spPr>
            <a:xfrm>
              <a:off x="192632" y="4384722"/>
              <a:ext cx="198679" cy="365252"/>
            </a:xfrm>
            <a:custGeom>
              <a:avLst/>
              <a:gdLst/>
              <a:ahLst/>
              <a:cxnLst/>
              <a:rect l="l" t="t" r="r" b="b"/>
              <a:pathLst>
                <a:path w="8280" h="15222" extrusionOk="0">
                  <a:moveTo>
                    <a:pt x="6114" y="1"/>
                  </a:moveTo>
                  <a:lnTo>
                    <a:pt x="0" y="15221"/>
                  </a:lnTo>
                  <a:lnTo>
                    <a:pt x="2165" y="15221"/>
                  </a:lnTo>
                  <a:lnTo>
                    <a:pt x="82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2"/>
            <p:cNvSpPr/>
            <p:nvPr/>
          </p:nvSpPr>
          <p:spPr>
            <a:xfrm>
              <a:off x="3801989" y="4086729"/>
              <a:ext cx="230760" cy="230784"/>
            </a:xfrm>
            <a:custGeom>
              <a:avLst/>
              <a:gdLst/>
              <a:ahLst/>
              <a:cxnLst/>
              <a:rect l="l" t="t" r="r" b="b"/>
              <a:pathLst>
                <a:path w="9617" h="9618" extrusionOk="0">
                  <a:moveTo>
                    <a:pt x="1" y="1"/>
                  </a:moveTo>
                  <a:lnTo>
                    <a:pt x="1" y="9617"/>
                  </a:lnTo>
                  <a:lnTo>
                    <a:pt x="9617" y="9617"/>
                  </a:lnTo>
                  <a:lnTo>
                    <a:pt x="961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96CEAC02-BFFF-E587-D05A-8142342CDAD7}"/>
              </a:ext>
            </a:extLst>
          </p:cNvPr>
          <p:cNvSpPr txBox="1"/>
          <p:nvPr/>
        </p:nvSpPr>
        <p:spPr>
          <a:xfrm>
            <a:off x="4631740" y="900280"/>
            <a:ext cx="5531554" cy="1569660"/>
          </a:xfrm>
          <a:prstGeom prst="rect">
            <a:avLst/>
          </a:prstGeom>
          <a:noFill/>
        </p:spPr>
        <p:txBody>
          <a:bodyPr wrap="square">
            <a:spAutoFit/>
          </a:bodyPr>
          <a:lstStyle/>
          <a:p>
            <a:r>
              <a:rPr lang="es" sz="3200" b="1" dirty="0">
                <a:solidFill>
                  <a:schemeClr val="accent1"/>
                </a:solidFill>
                <a:latin typeface="Arial Black" panose="020B0A04020102020204" pitchFamily="34" charset="0"/>
              </a:rPr>
              <a:t>Topic: </a:t>
            </a:r>
          </a:p>
          <a:p>
            <a:r>
              <a:rPr lang="es" sz="3200" b="1" dirty="0">
                <a:solidFill>
                  <a:schemeClr val="accent1"/>
                </a:solidFill>
                <a:latin typeface="Arial Black" panose="020B0A04020102020204" pitchFamily="34" charset="0"/>
              </a:rPr>
              <a:t>SERVER CONFIGURATION</a:t>
            </a:r>
            <a:endParaRPr lang="en-US" sz="3200" b="1" dirty="0">
              <a:latin typeface="Arial Black" panose="020B0A040201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a:spLocks noGrp="1"/>
          </p:cNvSpPr>
          <p:nvPr>
            <p:ph type="ctrTitle"/>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TABLE OF CONTENTS</a:t>
            </a:r>
            <a:endParaRPr/>
          </a:p>
        </p:txBody>
      </p:sp>
      <p:sp>
        <p:nvSpPr>
          <p:cNvPr id="220" name="Google Shape;220;p23"/>
          <p:cNvSpPr txBox="1">
            <a:spLocks noGrp="1"/>
          </p:cNvSpPr>
          <p:nvPr>
            <p:ph type="title" idx="2"/>
          </p:nvPr>
        </p:nvSpPr>
        <p:spPr>
          <a:xfrm>
            <a:off x="5167125" y="1901250"/>
            <a:ext cx="1176900" cy="606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chemeClr val="accent1"/>
                </a:solidFill>
              </a:rPr>
              <a:t>04</a:t>
            </a:r>
            <a:endParaRPr>
              <a:solidFill>
                <a:schemeClr val="accent1"/>
              </a:solidFill>
            </a:endParaRPr>
          </a:p>
        </p:txBody>
      </p:sp>
      <p:sp>
        <p:nvSpPr>
          <p:cNvPr id="222" name="Google Shape;222;p23"/>
          <p:cNvSpPr txBox="1">
            <a:spLocks noGrp="1"/>
          </p:cNvSpPr>
          <p:nvPr>
            <p:ph type="title" idx="4"/>
          </p:nvPr>
        </p:nvSpPr>
        <p:spPr>
          <a:xfrm>
            <a:off x="5167125" y="2797975"/>
            <a:ext cx="1176900" cy="606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chemeClr val="accent1"/>
                </a:solidFill>
              </a:rPr>
              <a:t>05</a:t>
            </a:r>
            <a:endParaRPr>
              <a:solidFill>
                <a:schemeClr val="accent1"/>
              </a:solidFill>
            </a:endParaRPr>
          </a:p>
        </p:txBody>
      </p:sp>
      <p:sp>
        <p:nvSpPr>
          <p:cNvPr id="224" name="Google Shape;224;p23"/>
          <p:cNvSpPr txBox="1">
            <a:spLocks noGrp="1"/>
          </p:cNvSpPr>
          <p:nvPr>
            <p:ph type="title" idx="6"/>
          </p:nvPr>
        </p:nvSpPr>
        <p:spPr>
          <a:xfrm>
            <a:off x="5167125" y="3694700"/>
            <a:ext cx="1176900" cy="606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a:solidFill>
                  <a:schemeClr val="accent1"/>
                </a:solidFill>
              </a:rPr>
              <a:t>06</a:t>
            </a:r>
            <a:endParaRPr>
              <a:solidFill>
                <a:schemeClr val="accent1"/>
              </a:solidFill>
            </a:endParaRPr>
          </a:p>
        </p:txBody>
      </p:sp>
      <p:sp>
        <p:nvSpPr>
          <p:cNvPr id="226" name="Google Shape;226;p23"/>
          <p:cNvSpPr txBox="1">
            <a:spLocks noGrp="1"/>
          </p:cNvSpPr>
          <p:nvPr>
            <p:ph type="title" idx="8"/>
          </p:nvPr>
        </p:nvSpPr>
        <p:spPr>
          <a:xfrm>
            <a:off x="2827575" y="1901250"/>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solidFill>
                  <a:schemeClr val="accent1"/>
                </a:solidFill>
              </a:rPr>
              <a:t>01</a:t>
            </a:r>
            <a:endParaRPr dirty="0">
              <a:solidFill>
                <a:schemeClr val="accent1"/>
              </a:solidFill>
            </a:endParaRPr>
          </a:p>
        </p:txBody>
      </p:sp>
      <p:sp>
        <p:nvSpPr>
          <p:cNvPr id="228" name="Google Shape;228;p23"/>
          <p:cNvSpPr txBox="1">
            <a:spLocks noGrp="1"/>
          </p:cNvSpPr>
          <p:nvPr>
            <p:ph type="title" idx="13"/>
          </p:nvPr>
        </p:nvSpPr>
        <p:spPr>
          <a:xfrm>
            <a:off x="2827575" y="2797975"/>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02</a:t>
            </a:r>
            <a:endParaRPr>
              <a:solidFill>
                <a:schemeClr val="accent1"/>
              </a:solidFill>
            </a:endParaRPr>
          </a:p>
        </p:txBody>
      </p:sp>
      <p:sp>
        <p:nvSpPr>
          <p:cNvPr id="230" name="Google Shape;230;p23"/>
          <p:cNvSpPr txBox="1">
            <a:spLocks noGrp="1"/>
          </p:cNvSpPr>
          <p:nvPr>
            <p:ph type="title" idx="15"/>
          </p:nvPr>
        </p:nvSpPr>
        <p:spPr>
          <a:xfrm>
            <a:off x="2827575" y="3694700"/>
            <a:ext cx="1176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solidFill>
                  <a:schemeClr val="accent1"/>
                </a:solidFill>
              </a:rPr>
              <a:t>03</a:t>
            </a:r>
            <a:endParaRPr>
              <a:solidFill>
                <a:schemeClr val="accent1"/>
              </a:solidFill>
            </a:endParaRPr>
          </a:p>
        </p:txBody>
      </p:sp>
      <p:sp>
        <p:nvSpPr>
          <p:cNvPr id="231" name="Google Shape;231;p23"/>
          <p:cNvSpPr txBox="1">
            <a:spLocks noGrp="1"/>
          </p:cNvSpPr>
          <p:nvPr>
            <p:ph type="ctrTitle" idx="16"/>
          </p:nvPr>
        </p:nvSpPr>
        <p:spPr>
          <a:xfrm>
            <a:off x="718352" y="2005871"/>
            <a:ext cx="2076000" cy="508112"/>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s" dirty="0"/>
              <a:t>What is server configuration?</a:t>
            </a:r>
            <a:endParaRPr dirty="0"/>
          </a:p>
        </p:txBody>
      </p:sp>
      <p:sp>
        <p:nvSpPr>
          <p:cNvPr id="232" name="Google Shape;232;p23"/>
          <p:cNvSpPr txBox="1">
            <a:spLocks noGrp="1"/>
          </p:cNvSpPr>
          <p:nvPr>
            <p:ph type="ctrTitle" idx="17"/>
          </p:nvPr>
        </p:nvSpPr>
        <p:spPr>
          <a:xfrm>
            <a:off x="751139" y="2917533"/>
            <a:ext cx="2076000" cy="502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chemeClr val="dk1"/>
              </a:buClr>
              <a:buSzPts val="1100"/>
              <a:buFont typeface="Arial"/>
              <a:buNone/>
            </a:pPr>
            <a:r>
              <a:rPr lang="en-US" dirty="0"/>
              <a:t>Why is Server Configuration Important?</a:t>
            </a:r>
            <a:endParaRPr dirty="0"/>
          </a:p>
        </p:txBody>
      </p:sp>
      <p:sp>
        <p:nvSpPr>
          <p:cNvPr id="233" name="Google Shape;233;p23"/>
          <p:cNvSpPr txBox="1">
            <a:spLocks noGrp="1"/>
          </p:cNvSpPr>
          <p:nvPr>
            <p:ph type="ctrTitle" idx="18"/>
          </p:nvPr>
        </p:nvSpPr>
        <p:spPr>
          <a:xfrm>
            <a:off x="706865" y="3823583"/>
            <a:ext cx="2076000" cy="520509"/>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chemeClr val="dk1"/>
              </a:buClr>
              <a:buSzPts val="1100"/>
              <a:buFont typeface="Arial"/>
              <a:buNone/>
            </a:pPr>
            <a:r>
              <a:rPr lang="en-US" dirty="0"/>
              <a:t>Common Server Configuration Options</a:t>
            </a:r>
            <a:endParaRPr dirty="0"/>
          </a:p>
        </p:txBody>
      </p:sp>
      <p:sp>
        <p:nvSpPr>
          <p:cNvPr id="234" name="Google Shape;234;p23"/>
          <p:cNvSpPr txBox="1">
            <a:spLocks noGrp="1"/>
          </p:cNvSpPr>
          <p:nvPr>
            <p:ph type="ctrTitle" idx="19"/>
          </p:nvPr>
        </p:nvSpPr>
        <p:spPr>
          <a:xfrm>
            <a:off x="6349648" y="2021164"/>
            <a:ext cx="2076000" cy="51141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dirty="0"/>
              <a:t>Approaches to Server Configuration </a:t>
            </a:r>
            <a:endParaRPr dirty="0"/>
          </a:p>
        </p:txBody>
      </p:sp>
      <p:sp>
        <p:nvSpPr>
          <p:cNvPr id="235" name="Google Shape;235;p23"/>
          <p:cNvSpPr txBox="1">
            <a:spLocks noGrp="1"/>
          </p:cNvSpPr>
          <p:nvPr>
            <p:ph type="ctrTitle" idx="20"/>
          </p:nvPr>
        </p:nvSpPr>
        <p:spPr>
          <a:xfrm>
            <a:off x="6424513" y="2963194"/>
            <a:ext cx="2076000" cy="3731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dirty="0"/>
              <a:t>When to Choose Which: </a:t>
            </a:r>
            <a:endParaRPr dirty="0"/>
          </a:p>
        </p:txBody>
      </p:sp>
      <p:sp>
        <p:nvSpPr>
          <p:cNvPr id="236" name="Google Shape;236;p23"/>
          <p:cNvSpPr txBox="1">
            <a:spLocks noGrp="1"/>
          </p:cNvSpPr>
          <p:nvPr>
            <p:ph type="ctrTitle" idx="21"/>
          </p:nvPr>
        </p:nvSpPr>
        <p:spPr>
          <a:xfrm>
            <a:off x="6401670" y="3834962"/>
            <a:ext cx="2076000" cy="49775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US" dirty="0"/>
              <a:t>STEPS FOR SERVER CONFIGURATION </a:t>
            </a:r>
            <a:endParaRPr dirty="0"/>
          </a:p>
        </p:txBody>
      </p:sp>
      <p:cxnSp>
        <p:nvCxnSpPr>
          <p:cNvPr id="257" name="Google Shape;257;p23"/>
          <p:cNvCxnSpPr/>
          <p:nvPr/>
        </p:nvCxnSpPr>
        <p:spPr>
          <a:xfrm>
            <a:off x="311700" y="1191700"/>
            <a:ext cx="8520600" cy="0"/>
          </a:xfrm>
          <a:prstGeom prst="straightConnector1">
            <a:avLst/>
          </a:prstGeom>
          <a:noFill/>
          <a:ln w="9525" cap="flat" cmpd="sng">
            <a:solidFill>
              <a:srgbClr val="48FFD5"/>
            </a:solidFill>
            <a:prstDash val="solid"/>
            <a:round/>
            <a:headEnd type="none" w="med" len="med"/>
            <a:tailEnd type="none" w="med" len="med"/>
          </a:ln>
        </p:spPr>
      </p:cxnSp>
      <p:pic>
        <p:nvPicPr>
          <p:cNvPr id="15" name="Picture 14">
            <a:extLst>
              <a:ext uri="{FF2B5EF4-FFF2-40B4-BE49-F238E27FC236}">
                <a16:creationId xmlns:a16="http://schemas.microsoft.com/office/drawing/2014/main" id="{97E31E4F-D083-9F83-6DBF-E0E575DA81E3}"/>
              </a:ext>
            </a:extLst>
          </p:cNvPr>
          <p:cNvPicPr>
            <a:picLocks noChangeAspect="1"/>
          </p:cNvPicPr>
          <p:nvPr/>
        </p:nvPicPr>
        <p:blipFill>
          <a:blip r:embed="rId3">
            <a:duotone>
              <a:schemeClr val="accent1">
                <a:shade val="45000"/>
                <a:satMod val="135000"/>
              </a:schemeClr>
              <a:prstClr val="white"/>
            </a:duotone>
          </a:blip>
          <a:stretch>
            <a:fillRect/>
          </a:stretch>
        </p:blipFill>
        <p:spPr>
          <a:xfrm>
            <a:off x="3527234" y="2025233"/>
            <a:ext cx="429768" cy="429768"/>
          </a:xfrm>
          <a:prstGeom prst="rect">
            <a:avLst/>
          </a:prstGeom>
        </p:spPr>
      </p:pic>
      <p:pic>
        <p:nvPicPr>
          <p:cNvPr id="17" name="Picture 16">
            <a:extLst>
              <a:ext uri="{FF2B5EF4-FFF2-40B4-BE49-F238E27FC236}">
                <a16:creationId xmlns:a16="http://schemas.microsoft.com/office/drawing/2014/main" id="{5070889E-8669-1BF2-5AF0-0C48FD2C42B5}"/>
              </a:ext>
            </a:extLst>
          </p:cNvPr>
          <p:cNvPicPr>
            <a:picLocks noChangeAspect="1"/>
          </p:cNvPicPr>
          <p:nvPr/>
        </p:nvPicPr>
        <p:blipFill>
          <a:blip r:embed="rId4">
            <a:duotone>
              <a:schemeClr val="accent1">
                <a:shade val="45000"/>
                <a:satMod val="135000"/>
              </a:schemeClr>
              <a:prstClr val="white"/>
            </a:duotone>
          </a:blip>
          <a:stretch>
            <a:fillRect/>
          </a:stretch>
        </p:blipFill>
        <p:spPr>
          <a:xfrm>
            <a:off x="3527234" y="2938469"/>
            <a:ext cx="429768" cy="429768"/>
          </a:xfrm>
          <a:prstGeom prst="rect">
            <a:avLst/>
          </a:prstGeom>
        </p:spPr>
      </p:pic>
      <p:pic>
        <p:nvPicPr>
          <p:cNvPr id="19" name="Picture 18">
            <a:extLst>
              <a:ext uri="{FF2B5EF4-FFF2-40B4-BE49-F238E27FC236}">
                <a16:creationId xmlns:a16="http://schemas.microsoft.com/office/drawing/2014/main" id="{0EEF72B1-0E96-BF63-DBC7-258729CD589F}"/>
              </a:ext>
            </a:extLst>
          </p:cNvPr>
          <p:cNvPicPr>
            <a:picLocks noChangeAspect="1"/>
          </p:cNvPicPr>
          <p:nvPr/>
        </p:nvPicPr>
        <p:blipFill>
          <a:blip r:embed="rId5">
            <a:duotone>
              <a:schemeClr val="accent1">
                <a:shade val="45000"/>
                <a:satMod val="135000"/>
              </a:schemeClr>
              <a:prstClr val="white"/>
            </a:duotone>
          </a:blip>
          <a:stretch>
            <a:fillRect/>
          </a:stretch>
        </p:blipFill>
        <p:spPr>
          <a:xfrm>
            <a:off x="3543437" y="3880716"/>
            <a:ext cx="402336" cy="402336"/>
          </a:xfrm>
          <a:prstGeom prst="rect">
            <a:avLst/>
          </a:prstGeom>
        </p:spPr>
      </p:pic>
      <p:pic>
        <p:nvPicPr>
          <p:cNvPr id="25" name="Picture 24">
            <a:extLst>
              <a:ext uri="{FF2B5EF4-FFF2-40B4-BE49-F238E27FC236}">
                <a16:creationId xmlns:a16="http://schemas.microsoft.com/office/drawing/2014/main" id="{561DF7B5-C274-177A-61D4-57785BBEB5FC}"/>
              </a:ext>
            </a:extLst>
          </p:cNvPr>
          <p:cNvPicPr>
            <a:picLocks noChangeAspect="1"/>
          </p:cNvPicPr>
          <p:nvPr/>
        </p:nvPicPr>
        <p:blipFill>
          <a:blip r:embed="rId6">
            <a:duotone>
              <a:schemeClr val="accent1">
                <a:shade val="45000"/>
                <a:satMod val="135000"/>
              </a:schemeClr>
              <a:prstClr val="white"/>
            </a:duotone>
          </a:blip>
          <a:stretch>
            <a:fillRect/>
          </a:stretch>
        </p:blipFill>
        <p:spPr>
          <a:xfrm>
            <a:off x="5135620" y="2005871"/>
            <a:ext cx="429768" cy="429768"/>
          </a:xfrm>
          <a:prstGeom prst="rect">
            <a:avLst/>
          </a:prstGeom>
        </p:spPr>
      </p:pic>
      <p:pic>
        <p:nvPicPr>
          <p:cNvPr id="27" name="Picture 26">
            <a:extLst>
              <a:ext uri="{FF2B5EF4-FFF2-40B4-BE49-F238E27FC236}">
                <a16:creationId xmlns:a16="http://schemas.microsoft.com/office/drawing/2014/main" id="{0C9CC242-E8B3-EA28-DFBA-E9D8177733A4}"/>
              </a:ext>
            </a:extLst>
          </p:cNvPr>
          <p:cNvPicPr>
            <a:picLocks noChangeAspect="1"/>
          </p:cNvPicPr>
          <p:nvPr/>
        </p:nvPicPr>
        <p:blipFill>
          <a:blip r:embed="rId7">
            <a:duotone>
              <a:schemeClr val="accent1">
                <a:shade val="45000"/>
                <a:satMod val="135000"/>
              </a:schemeClr>
              <a:prstClr val="white"/>
            </a:duotone>
          </a:blip>
          <a:stretch>
            <a:fillRect/>
          </a:stretch>
        </p:blipFill>
        <p:spPr>
          <a:xfrm>
            <a:off x="5135620" y="2944277"/>
            <a:ext cx="429768" cy="429768"/>
          </a:xfrm>
          <a:prstGeom prst="rect">
            <a:avLst/>
          </a:prstGeom>
        </p:spPr>
      </p:pic>
      <p:pic>
        <p:nvPicPr>
          <p:cNvPr id="29" name="Picture 28">
            <a:extLst>
              <a:ext uri="{FF2B5EF4-FFF2-40B4-BE49-F238E27FC236}">
                <a16:creationId xmlns:a16="http://schemas.microsoft.com/office/drawing/2014/main" id="{56B47495-DAFE-B0BC-5B58-9F891E571ACB}"/>
              </a:ext>
            </a:extLst>
          </p:cNvPr>
          <p:cNvPicPr>
            <a:picLocks noChangeAspect="1"/>
          </p:cNvPicPr>
          <p:nvPr/>
        </p:nvPicPr>
        <p:blipFill>
          <a:blip r:embed="rId8">
            <a:duotone>
              <a:schemeClr val="accent1">
                <a:shade val="45000"/>
                <a:satMod val="135000"/>
              </a:schemeClr>
              <a:prstClr val="white"/>
            </a:duotone>
          </a:blip>
          <a:stretch>
            <a:fillRect/>
          </a:stretch>
        </p:blipFill>
        <p:spPr>
          <a:xfrm>
            <a:off x="5135620" y="3867000"/>
            <a:ext cx="429768" cy="4297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4"/>
          <p:cNvSpPr txBox="1">
            <a:spLocks noGrp="1"/>
          </p:cNvSpPr>
          <p:nvPr>
            <p:ph type="ctrTitle"/>
          </p:nvPr>
        </p:nvSpPr>
        <p:spPr>
          <a:xfrm>
            <a:off x="2828311" y="1234891"/>
            <a:ext cx="6732201" cy="1162999"/>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dirty="0"/>
              <a:t>What is server configuration?</a:t>
            </a:r>
          </a:p>
        </p:txBody>
      </p:sp>
      <p:sp>
        <p:nvSpPr>
          <p:cNvPr id="263" name="Google Shape;263;p24"/>
          <p:cNvSpPr txBox="1">
            <a:spLocks noGrp="1"/>
          </p:cNvSpPr>
          <p:nvPr>
            <p:ph type="subTitle" idx="1"/>
          </p:nvPr>
        </p:nvSpPr>
        <p:spPr>
          <a:xfrm>
            <a:off x="2845185" y="2397890"/>
            <a:ext cx="6165815" cy="2404520"/>
          </a:xfrm>
          <a:prstGeom prst="rect">
            <a:avLst/>
          </a:prstGeom>
        </p:spPr>
        <p:txBody>
          <a:bodyPr spcFirstLastPara="1" wrap="square" lIns="91425" tIns="91425" rIns="91425" bIns="91425" anchor="t" anchorCtr="0">
            <a:noAutofit/>
          </a:bodyPr>
          <a:lstStyle/>
          <a:p>
            <a:pPr marL="285750" lvl="0" indent="-285750" algn="just" rtl="0">
              <a:spcBef>
                <a:spcPts val="0"/>
              </a:spcBef>
              <a:spcAft>
                <a:spcPts val="0"/>
              </a:spcAft>
              <a:buClr>
                <a:schemeClr val="accent1"/>
              </a:buClr>
              <a:buSzPct val="160000"/>
              <a:buFont typeface="Arial" panose="020B0604020202020204" pitchFamily="34" charset="0"/>
              <a:buChar char="•"/>
            </a:pPr>
            <a:r>
              <a:rPr lang="en-US" sz="1600" dirty="0">
                <a:latin typeface="+mn-lt"/>
              </a:rPr>
              <a:t>Server configuration refers to the process of setting up a web server to handle incoming requests from web services and deliver content appropriately. </a:t>
            </a:r>
          </a:p>
          <a:p>
            <a:pPr marL="285750" lvl="0" indent="-285750" algn="just" rtl="0">
              <a:spcBef>
                <a:spcPts val="0"/>
              </a:spcBef>
              <a:spcAft>
                <a:spcPts val="0"/>
              </a:spcAft>
              <a:buClr>
                <a:schemeClr val="accent1"/>
              </a:buClr>
              <a:buSzPct val="160000"/>
              <a:buFont typeface="Arial" panose="020B0604020202020204" pitchFamily="34" charset="0"/>
              <a:buChar char="•"/>
            </a:pPr>
            <a:r>
              <a:rPr lang="en-US" sz="1600" dirty="0">
                <a:latin typeface="+mn-lt"/>
              </a:rPr>
              <a:t>It involves defining various parameters that control the server's behavior, such as:</a:t>
            </a:r>
            <a:endParaRPr lang="ur-PK" sz="1600" dirty="0">
              <a:latin typeface="+mn-lt"/>
            </a:endParaRPr>
          </a:p>
          <a:p>
            <a:pPr marL="742950" lvl="1" indent="-285750" algn="just">
              <a:buClr>
                <a:schemeClr val="accent1"/>
              </a:buClr>
              <a:buSzPct val="110000"/>
              <a:buFont typeface="Courier New" panose="02070309020205020404" pitchFamily="49" charset="0"/>
              <a:buChar char="o"/>
            </a:pPr>
            <a:r>
              <a:rPr lang="en-US" sz="1700" dirty="0">
                <a:latin typeface="+mn-lt"/>
              </a:rPr>
              <a:t>Security settings </a:t>
            </a:r>
            <a:endParaRPr lang="ur-PK" sz="1700" dirty="0">
              <a:latin typeface="+mn-lt"/>
            </a:endParaRPr>
          </a:p>
          <a:p>
            <a:pPr marL="742950" lvl="1" indent="-285750" algn="just">
              <a:buClr>
                <a:schemeClr val="accent1"/>
              </a:buClr>
              <a:buSzPct val="110000"/>
              <a:buFont typeface="Courier New" panose="02070309020205020404" pitchFamily="49" charset="0"/>
              <a:buChar char="o"/>
            </a:pPr>
            <a:r>
              <a:rPr lang="en-US" sz="1700" dirty="0">
                <a:latin typeface="+mn-lt"/>
              </a:rPr>
              <a:t> Access control </a:t>
            </a:r>
            <a:endParaRPr lang="ur-PK" sz="1700" dirty="0">
              <a:latin typeface="+mn-lt"/>
            </a:endParaRPr>
          </a:p>
          <a:p>
            <a:pPr marL="742950" lvl="1" indent="-285750" algn="just">
              <a:buClr>
                <a:schemeClr val="accent1"/>
              </a:buClr>
              <a:buSzPct val="110000"/>
              <a:buFont typeface="Courier New" panose="02070309020205020404" pitchFamily="49" charset="0"/>
              <a:buChar char="o"/>
            </a:pPr>
            <a:r>
              <a:rPr lang="en-US" sz="1700" dirty="0">
                <a:latin typeface="+mn-lt"/>
              </a:rPr>
              <a:t> Performance optimization </a:t>
            </a:r>
            <a:endParaRPr lang="ur-PK" sz="1700" dirty="0">
              <a:latin typeface="+mn-lt"/>
            </a:endParaRPr>
          </a:p>
          <a:p>
            <a:pPr marL="742950" lvl="1" indent="-285750" algn="just">
              <a:buClr>
                <a:schemeClr val="accent1"/>
              </a:buClr>
              <a:buSzPct val="110000"/>
              <a:buFont typeface="Courier New" panose="02070309020205020404" pitchFamily="49" charset="0"/>
              <a:buChar char="o"/>
            </a:pPr>
            <a:r>
              <a:rPr lang="en-US" sz="1700" dirty="0">
                <a:latin typeface="+mn-lt"/>
              </a:rPr>
              <a:t> Error handling </a:t>
            </a:r>
            <a:endParaRPr sz="1150" dirty="0">
              <a:latin typeface="+mn-lt"/>
            </a:endParaRPr>
          </a:p>
        </p:txBody>
      </p:sp>
      <p:cxnSp>
        <p:nvCxnSpPr>
          <p:cNvPr id="264" name="Google Shape;264;p24"/>
          <p:cNvCxnSpPr>
            <a:cxnSpLocks/>
          </p:cNvCxnSpPr>
          <p:nvPr/>
        </p:nvCxnSpPr>
        <p:spPr>
          <a:xfrm>
            <a:off x="2970599" y="2283850"/>
            <a:ext cx="6447626" cy="0"/>
          </a:xfrm>
          <a:prstGeom prst="straightConnector1">
            <a:avLst/>
          </a:prstGeom>
          <a:noFill/>
          <a:ln w="9525" cap="flat" cmpd="sng">
            <a:solidFill>
              <a:schemeClr val="accent1"/>
            </a:solidFill>
            <a:prstDash val="solid"/>
            <a:round/>
            <a:headEnd type="none" w="med" len="med"/>
            <a:tailEnd type="none" w="med" len="med"/>
          </a:ln>
        </p:spPr>
      </p:cxnSp>
      <p:grpSp>
        <p:nvGrpSpPr>
          <p:cNvPr id="265" name="Google Shape;265;p24"/>
          <p:cNvGrpSpPr/>
          <p:nvPr/>
        </p:nvGrpSpPr>
        <p:grpSpPr>
          <a:xfrm>
            <a:off x="357689" y="738788"/>
            <a:ext cx="2342144" cy="1664528"/>
            <a:chOff x="160325" y="221250"/>
            <a:chExt cx="7199950" cy="5116901"/>
          </a:xfrm>
        </p:grpSpPr>
        <p:sp>
          <p:nvSpPr>
            <p:cNvPr id="266" name="Google Shape;266;p24"/>
            <p:cNvSpPr/>
            <p:nvPr/>
          </p:nvSpPr>
          <p:spPr>
            <a:xfrm>
              <a:off x="2429200" y="1820275"/>
              <a:ext cx="2493650" cy="3513550"/>
            </a:xfrm>
            <a:custGeom>
              <a:avLst/>
              <a:gdLst/>
              <a:ahLst/>
              <a:cxnLst/>
              <a:rect l="l" t="t" r="r" b="b"/>
              <a:pathLst>
                <a:path w="99746" h="140542" extrusionOk="0">
                  <a:moveTo>
                    <a:pt x="86262" y="95423"/>
                  </a:moveTo>
                  <a:lnTo>
                    <a:pt x="86262" y="53416"/>
                  </a:lnTo>
                  <a:cubicBezTo>
                    <a:pt x="86780" y="53243"/>
                    <a:pt x="87126" y="53071"/>
                    <a:pt x="87645" y="52898"/>
                  </a:cubicBezTo>
                  <a:cubicBezTo>
                    <a:pt x="99745" y="47366"/>
                    <a:pt x="95251" y="29215"/>
                    <a:pt x="82113" y="29734"/>
                  </a:cubicBezTo>
                  <a:cubicBezTo>
                    <a:pt x="68802" y="30252"/>
                    <a:pt x="65863" y="48749"/>
                    <a:pt x="78310" y="53243"/>
                  </a:cubicBezTo>
                  <a:lnTo>
                    <a:pt x="78828" y="53416"/>
                  </a:lnTo>
                  <a:lnTo>
                    <a:pt x="78828" y="91447"/>
                  </a:lnTo>
                  <a:lnTo>
                    <a:pt x="49960" y="111154"/>
                  </a:lnTo>
                  <a:lnTo>
                    <a:pt x="49960" y="23856"/>
                  </a:lnTo>
                  <a:cubicBezTo>
                    <a:pt x="62925" y="19534"/>
                    <a:pt x="60159" y="519"/>
                    <a:pt x="46502" y="173"/>
                  </a:cubicBezTo>
                  <a:cubicBezTo>
                    <a:pt x="33019" y="0"/>
                    <a:pt x="29388" y="18843"/>
                    <a:pt x="42008" y="23510"/>
                  </a:cubicBezTo>
                  <a:lnTo>
                    <a:pt x="42526" y="23683"/>
                  </a:lnTo>
                  <a:lnTo>
                    <a:pt x="42526" y="82285"/>
                  </a:lnTo>
                  <a:lnTo>
                    <a:pt x="20399" y="71567"/>
                  </a:lnTo>
                  <a:lnTo>
                    <a:pt x="20399" y="43909"/>
                  </a:lnTo>
                  <a:cubicBezTo>
                    <a:pt x="20918" y="43736"/>
                    <a:pt x="21264" y="43736"/>
                    <a:pt x="21782" y="43563"/>
                  </a:cubicBezTo>
                  <a:cubicBezTo>
                    <a:pt x="33883" y="37858"/>
                    <a:pt x="29388" y="19880"/>
                    <a:pt x="16250" y="20399"/>
                  </a:cubicBezTo>
                  <a:cubicBezTo>
                    <a:pt x="2940" y="20917"/>
                    <a:pt x="1" y="39241"/>
                    <a:pt x="12447" y="43909"/>
                  </a:cubicBezTo>
                  <a:lnTo>
                    <a:pt x="12966" y="44082"/>
                  </a:lnTo>
                  <a:lnTo>
                    <a:pt x="12966" y="76235"/>
                  </a:lnTo>
                  <a:lnTo>
                    <a:pt x="42526" y="90756"/>
                  </a:lnTo>
                  <a:lnTo>
                    <a:pt x="42526" y="140541"/>
                  </a:lnTo>
                  <a:lnTo>
                    <a:pt x="49960" y="140541"/>
                  </a:lnTo>
                  <a:lnTo>
                    <a:pt x="49960" y="120143"/>
                  </a:lnTo>
                  <a:close/>
                  <a:moveTo>
                    <a:pt x="78310" y="40278"/>
                  </a:moveTo>
                  <a:cubicBezTo>
                    <a:pt x="78828" y="38550"/>
                    <a:pt x="80557" y="37340"/>
                    <a:pt x="82632" y="37340"/>
                  </a:cubicBezTo>
                  <a:cubicBezTo>
                    <a:pt x="83150" y="37340"/>
                    <a:pt x="83669" y="37340"/>
                    <a:pt x="84187" y="37513"/>
                  </a:cubicBezTo>
                  <a:cubicBezTo>
                    <a:pt x="88163" y="38895"/>
                    <a:pt x="88336" y="44600"/>
                    <a:pt x="84533" y="46156"/>
                  </a:cubicBezTo>
                  <a:cubicBezTo>
                    <a:pt x="80730" y="47885"/>
                    <a:pt x="76754" y="44254"/>
                    <a:pt x="78137" y="40451"/>
                  </a:cubicBezTo>
                  <a:close/>
                  <a:moveTo>
                    <a:pt x="12447" y="34401"/>
                  </a:moveTo>
                  <a:cubicBezTo>
                    <a:pt x="11064" y="31289"/>
                    <a:pt x="13484" y="28005"/>
                    <a:pt x="16769" y="28005"/>
                  </a:cubicBezTo>
                  <a:cubicBezTo>
                    <a:pt x="17288" y="28005"/>
                    <a:pt x="17806" y="28005"/>
                    <a:pt x="18325" y="28178"/>
                  </a:cubicBezTo>
                  <a:cubicBezTo>
                    <a:pt x="22301" y="29388"/>
                    <a:pt x="22474" y="35092"/>
                    <a:pt x="18671" y="36821"/>
                  </a:cubicBezTo>
                  <a:cubicBezTo>
                    <a:pt x="16250" y="37858"/>
                    <a:pt x="13484" y="36821"/>
                    <a:pt x="12447" y="34574"/>
                  </a:cubicBezTo>
                  <a:close/>
                  <a:moveTo>
                    <a:pt x="42008" y="14176"/>
                  </a:moveTo>
                  <a:cubicBezTo>
                    <a:pt x="41489" y="12965"/>
                    <a:pt x="41489" y="11755"/>
                    <a:pt x="42008" y="10545"/>
                  </a:cubicBezTo>
                  <a:cubicBezTo>
                    <a:pt x="42699" y="8817"/>
                    <a:pt x="44428" y="7607"/>
                    <a:pt x="46329" y="7607"/>
                  </a:cubicBezTo>
                  <a:cubicBezTo>
                    <a:pt x="48058" y="7607"/>
                    <a:pt x="49787" y="8644"/>
                    <a:pt x="50478" y="10200"/>
                  </a:cubicBezTo>
                  <a:cubicBezTo>
                    <a:pt x="50997" y="11410"/>
                    <a:pt x="50997" y="12620"/>
                    <a:pt x="50651" y="13830"/>
                  </a:cubicBezTo>
                  <a:cubicBezTo>
                    <a:pt x="49787" y="16250"/>
                    <a:pt x="47194" y="17460"/>
                    <a:pt x="44774" y="16596"/>
                  </a:cubicBezTo>
                  <a:cubicBezTo>
                    <a:pt x="43563" y="16077"/>
                    <a:pt x="42526" y="15213"/>
                    <a:pt x="42008" y="1417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4"/>
            <p:cNvSpPr/>
            <p:nvPr/>
          </p:nvSpPr>
          <p:spPr>
            <a:xfrm>
              <a:off x="160325" y="221250"/>
              <a:ext cx="7199950" cy="5116901"/>
            </a:xfrm>
            <a:custGeom>
              <a:avLst/>
              <a:gdLst/>
              <a:ahLst/>
              <a:cxnLst/>
              <a:rect l="l" t="t" r="r" b="b"/>
              <a:pathLst>
                <a:path w="287998" h="204676" extrusionOk="0">
                  <a:moveTo>
                    <a:pt x="219196" y="79865"/>
                  </a:moveTo>
                  <a:cubicBezTo>
                    <a:pt x="217468" y="40106"/>
                    <a:pt x="186697" y="7607"/>
                    <a:pt x="146938" y="3804"/>
                  </a:cubicBezTo>
                  <a:cubicBezTo>
                    <a:pt x="107178" y="1"/>
                    <a:pt x="70876" y="26104"/>
                    <a:pt x="61714" y="64999"/>
                  </a:cubicBezTo>
                  <a:cubicBezTo>
                    <a:pt x="25585" y="70876"/>
                    <a:pt x="0" y="103548"/>
                    <a:pt x="2939" y="140023"/>
                  </a:cubicBezTo>
                  <a:cubicBezTo>
                    <a:pt x="5878" y="176498"/>
                    <a:pt x="36648" y="204675"/>
                    <a:pt x="73296" y="204502"/>
                  </a:cubicBezTo>
                  <a:lnTo>
                    <a:pt x="86088" y="204502"/>
                  </a:lnTo>
                  <a:lnTo>
                    <a:pt x="86088" y="148321"/>
                  </a:lnTo>
                  <a:cubicBezTo>
                    <a:pt x="87471" y="147802"/>
                    <a:pt x="88854" y="147110"/>
                    <a:pt x="89891" y="146073"/>
                  </a:cubicBezTo>
                  <a:cubicBezTo>
                    <a:pt x="92485" y="144172"/>
                    <a:pt x="94040" y="141233"/>
                    <a:pt x="94386" y="137948"/>
                  </a:cubicBezTo>
                  <a:cubicBezTo>
                    <a:pt x="95596" y="127749"/>
                    <a:pt x="84360" y="120835"/>
                    <a:pt x="75716" y="126366"/>
                  </a:cubicBezTo>
                  <a:cubicBezTo>
                    <a:pt x="67246" y="131898"/>
                    <a:pt x="68802" y="145036"/>
                    <a:pt x="78655" y="148148"/>
                  </a:cubicBezTo>
                  <a:lnTo>
                    <a:pt x="78655" y="196896"/>
                  </a:lnTo>
                  <a:lnTo>
                    <a:pt x="73296" y="196896"/>
                  </a:lnTo>
                  <a:cubicBezTo>
                    <a:pt x="40279" y="196723"/>
                    <a:pt x="12965" y="171139"/>
                    <a:pt x="10891" y="138121"/>
                  </a:cubicBezTo>
                  <a:cubicBezTo>
                    <a:pt x="8817" y="105277"/>
                    <a:pt x="32672" y="76235"/>
                    <a:pt x="65344" y="72086"/>
                  </a:cubicBezTo>
                  <a:lnTo>
                    <a:pt x="67937" y="71740"/>
                  </a:lnTo>
                  <a:lnTo>
                    <a:pt x="68456" y="69147"/>
                  </a:lnTo>
                  <a:cubicBezTo>
                    <a:pt x="75716" y="32673"/>
                    <a:pt x="109598" y="7780"/>
                    <a:pt x="146592" y="11410"/>
                  </a:cubicBezTo>
                  <a:cubicBezTo>
                    <a:pt x="183413" y="15040"/>
                    <a:pt x="211590" y="46156"/>
                    <a:pt x="211763" y="83323"/>
                  </a:cubicBezTo>
                  <a:lnTo>
                    <a:pt x="211763" y="86780"/>
                  </a:lnTo>
                  <a:lnTo>
                    <a:pt x="215220" y="86953"/>
                  </a:lnTo>
                  <a:cubicBezTo>
                    <a:pt x="226630" y="88163"/>
                    <a:pt x="237693" y="91102"/>
                    <a:pt x="248238" y="95942"/>
                  </a:cubicBezTo>
                  <a:cubicBezTo>
                    <a:pt x="269501" y="106141"/>
                    <a:pt x="280392" y="122045"/>
                    <a:pt x="280392" y="143653"/>
                  </a:cubicBezTo>
                  <a:cubicBezTo>
                    <a:pt x="280392" y="171485"/>
                    <a:pt x="257400" y="196896"/>
                    <a:pt x="232161" y="196896"/>
                  </a:cubicBezTo>
                  <a:lnTo>
                    <a:pt x="205886" y="196896"/>
                  </a:lnTo>
                  <a:lnTo>
                    <a:pt x="205886" y="156791"/>
                  </a:lnTo>
                  <a:cubicBezTo>
                    <a:pt x="219196" y="153334"/>
                    <a:pt x="217468" y="133800"/>
                    <a:pt x="203638" y="132935"/>
                  </a:cubicBezTo>
                  <a:cubicBezTo>
                    <a:pt x="189982" y="131898"/>
                    <a:pt x="185487" y="151086"/>
                    <a:pt x="198279" y="156272"/>
                  </a:cubicBezTo>
                  <a:lnTo>
                    <a:pt x="198279" y="204502"/>
                  </a:lnTo>
                  <a:lnTo>
                    <a:pt x="232334" y="204502"/>
                  </a:lnTo>
                  <a:cubicBezTo>
                    <a:pt x="261895" y="204502"/>
                    <a:pt x="287998" y="176152"/>
                    <a:pt x="287998" y="143826"/>
                  </a:cubicBezTo>
                  <a:cubicBezTo>
                    <a:pt x="287998" y="92657"/>
                    <a:pt x="233544" y="81940"/>
                    <a:pt x="219196" y="79865"/>
                  </a:cubicBezTo>
                  <a:close/>
                  <a:moveTo>
                    <a:pt x="77791" y="136047"/>
                  </a:moveTo>
                  <a:cubicBezTo>
                    <a:pt x="77964" y="133800"/>
                    <a:pt x="80038" y="132071"/>
                    <a:pt x="82285" y="132071"/>
                  </a:cubicBezTo>
                  <a:lnTo>
                    <a:pt x="82804" y="132071"/>
                  </a:lnTo>
                  <a:cubicBezTo>
                    <a:pt x="85397" y="132244"/>
                    <a:pt x="87298" y="134664"/>
                    <a:pt x="86953" y="137257"/>
                  </a:cubicBezTo>
                  <a:cubicBezTo>
                    <a:pt x="86780" y="138467"/>
                    <a:pt x="86261" y="139504"/>
                    <a:pt x="85224" y="140369"/>
                  </a:cubicBezTo>
                  <a:cubicBezTo>
                    <a:pt x="81940" y="142962"/>
                    <a:pt x="77272" y="140196"/>
                    <a:pt x="77791" y="136220"/>
                  </a:cubicBezTo>
                  <a:close/>
                  <a:moveTo>
                    <a:pt x="198279" y="144517"/>
                  </a:moveTo>
                  <a:cubicBezTo>
                    <a:pt x="198452" y="142097"/>
                    <a:pt x="200527" y="140369"/>
                    <a:pt x="202774" y="140369"/>
                  </a:cubicBezTo>
                  <a:lnTo>
                    <a:pt x="203293" y="140369"/>
                  </a:lnTo>
                  <a:cubicBezTo>
                    <a:pt x="204503" y="140541"/>
                    <a:pt x="205713" y="141060"/>
                    <a:pt x="206404" y="142097"/>
                  </a:cubicBezTo>
                  <a:cubicBezTo>
                    <a:pt x="208997" y="145209"/>
                    <a:pt x="206404" y="150049"/>
                    <a:pt x="202255" y="149531"/>
                  </a:cubicBezTo>
                  <a:cubicBezTo>
                    <a:pt x="199835" y="149185"/>
                    <a:pt x="197934" y="146938"/>
                    <a:pt x="198279" y="1445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 name="Google Shape;268;p24"/>
            <p:cNvSpPr/>
            <p:nvPr/>
          </p:nvSpPr>
          <p:spPr>
            <a:xfrm>
              <a:off x="2472425" y="4158300"/>
              <a:ext cx="726075" cy="1175525"/>
            </a:xfrm>
            <a:custGeom>
              <a:avLst/>
              <a:gdLst/>
              <a:ahLst/>
              <a:cxnLst/>
              <a:rect l="l" t="t" r="r" b="b"/>
              <a:pathLst>
                <a:path w="29043" h="47021" extrusionOk="0">
                  <a:moveTo>
                    <a:pt x="19189" y="1038"/>
                  </a:moveTo>
                  <a:cubicBezTo>
                    <a:pt x="16077" y="0"/>
                    <a:pt x="12793" y="173"/>
                    <a:pt x="9854" y="1556"/>
                  </a:cubicBezTo>
                  <a:cubicBezTo>
                    <a:pt x="1" y="6051"/>
                    <a:pt x="519" y="20053"/>
                    <a:pt x="10718" y="23856"/>
                  </a:cubicBezTo>
                  <a:lnTo>
                    <a:pt x="11237" y="24029"/>
                  </a:lnTo>
                  <a:lnTo>
                    <a:pt x="11237" y="47020"/>
                  </a:lnTo>
                  <a:lnTo>
                    <a:pt x="18670" y="47020"/>
                  </a:lnTo>
                  <a:lnTo>
                    <a:pt x="18670" y="24029"/>
                  </a:lnTo>
                  <a:cubicBezTo>
                    <a:pt x="25585" y="21782"/>
                    <a:pt x="29042" y="14003"/>
                    <a:pt x="25931" y="7434"/>
                  </a:cubicBezTo>
                  <a:cubicBezTo>
                    <a:pt x="24548" y="4495"/>
                    <a:pt x="22128" y="2248"/>
                    <a:pt x="19189" y="1038"/>
                  </a:cubicBezTo>
                  <a:close/>
                  <a:moveTo>
                    <a:pt x="19189" y="14003"/>
                  </a:moveTo>
                  <a:cubicBezTo>
                    <a:pt x="17979" y="17633"/>
                    <a:pt x="13311" y="18151"/>
                    <a:pt x="11064" y="15040"/>
                  </a:cubicBezTo>
                  <a:cubicBezTo>
                    <a:pt x="8990" y="12101"/>
                    <a:pt x="11237" y="7779"/>
                    <a:pt x="14867" y="7779"/>
                  </a:cubicBezTo>
                  <a:cubicBezTo>
                    <a:pt x="15386" y="7779"/>
                    <a:pt x="16077" y="7952"/>
                    <a:pt x="16596" y="8125"/>
                  </a:cubicBezTo>
                  <a:cubicBezTo>
                    <a:pt x="19016" y="8990"/>
                    <a:pt x="20226" y="11583"/>
                    <a:pt x="19189" y="1400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4"/>
            <p:cNvSpPr/>
            <p:nvPr/>
          </p:nvSpPr>
          <p:spPr>
            <a:xfrm>
              <a:off x="4054175" y="4408950"/>
              <a:ext cx="816800" cy="916225"/>
            </a:xfrm>
            <a:custGeom>
              <a:avLst/>
              <a:gdLst/>
              <a:ahLst/>
              <a:cxnLst/>
              <a:rect l="l" t="t" r="r" b="b"/>
              <a:pathLst>
                <a:path w="32672" h="36649" extrusionOk="0">
                  <a:moveTo>
                    <a:pt x="23164" y="5360"/>
                  </a:moveTo>
                  <a:cubicBezTo>
                    <a:pt x="8125" y="1"/>
                    <a:pt x="0" y="22301"/>
                    <a:pt x="14867" y="28005"/>
                  </a:cubicBezTo>
                  <a:lnTo>
                    <a:pt x="15212" y="28005"/>
                  </a:lnTo>
                  <a:lnTo>
                    <a:pt x="15212" y="36649"/>
                  </a:lnTo>
                  <a:lnTo>
                    <a:pt x="22819" y="36649"/>
                  </a:lnTo>
                  <a:lnTo>
                    <a:pt x="22819" y="28005"/>
                  </a:lnTo>
                  <a:cubicBezTo>
                    <a:pt x="23164" y="28005"/>
                    <a:pt x="23683" y="27832"/>
                    <a:pt x="24029" y="27659"/>
                  </a:cubicBezTo>
                  <a:cubicBezTo>
                    <a:pt x="26967" y="26277"/>
                    <a:pt x="29215" y="23856"/>
                    <a:pt x="30425" y="20745"/>
                  </a:cubicBezTo>
                  <a:cubicBezTo>
                    <a:pt x="32672" y="14522"/>
                    <a:pt x="29387" y="7607"/>
                    <a:pt x="23164" y="5360"/>
                  </a:cubicBezTo>
                  <a:close/>
                  <a:moveTo>
                    <a:pt x="23337" y="18325"/>
                  </a:moveTo>
                  <a:cubicBezTo>
                    <a:pt x="22991" y="19362"/>
                    <a:pt x="22127" y="20399"/>
                    <a:pt x="20917" y="20918"/>
                  </a:cubicBezTo>
                  <a:cubicBezTo>
                    <a:pt x="19880" y="21436"/>
                    <a:pt x="18497" y="21436"/>
                    <a:pt x="17460" y="21091"/>
                  </a:cubicBezTo>
                  <a:cubicBezTo>
                    <a:pt x="15039" y="20226"/>
                    <a:pt x="13829" y="17460"/>
                    <a:pt x="14694" y="15040"/>
                  </a:cubicBezTo>
                  <a:cubicBezTo>
                    <a:pt x="15385" y="13311"/>
                    <a:pt x="17114" y="12101"/>
                    <a:pt x="19015" y="12101"/>
                  </a:cubicBezTo>
                  <a:cubicBezTo>
                    <a:pt x="19534" y="12101"/>
                    <a:pt x="20053" y="12101"/>
                    <a:pt x="20571" y="12274"/>
                  </a:cubicBezTo>
                  <a:cubicBezTo>
                    <a:pt x="22991" y="13311"/>
                    <a:pt x="24201" y="15905"/>
                    <a:pt x="23337" y="1832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7293;p55">
            <a:extLst>
              <a:ext uri="{FF2B5EF4-FFF2-40B4-BE49-F238E27FC236}">
                <a16:creationId xmlns:a16="http://schemas.microsoft.com/office/drawing/2014/main" id="{D00D0BCC-A8EC-7CD2-4777-BF66657B05B3}"/>
              </a:ext>
            </a:extLst>
          </p:cNvPr>
          <p:cNvSpPr/>
          <p:nvPr/>
        </p:nvSpPr>
        <p:spPr>
          <a:xfrm>
            <a:off x="548189" y="2740185"/>
            <a:ext cx="1937984" cy="1937819"/>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5"/>
          <p:cNvSpPr txBox="1">
            <a:spLocks noGrp="1"/>
          </p:cNvSpPr>
          <p:nvPr>
            <p:ph type="ctrTitle" idx="6"/>
          </p:nvPr>
        </p:nvSpPr>
        <p:spPr>
          <a:xfrm>
            <a:off x="311700" y="239272"/>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sz="2800" dirty="0"/>
              <a:t>WHY IS SERVER CONFIGURATION IMPORTANT?</a:t>
            </a:r>
            <a:endParaRPr sz="2800" dirty="0"/>
          </a:p>
        </p:txBody>
      </p:sp>
      <p:sp>
        <p:nvSpPr>
          <p:cNvPr id="276" name="Google Shape;276;p25"/>
          <p:cNvSpPr txBox="1">
            <a:spLocks noGrp="1"/>
          </p:cNvSpPr>
          <p:nvPr>
            <p:ph type="subTitle" idx="1"/>
          </p:nvPr>
        </p:nvSpPr>
        <p:spPr>
          <a:xfrm>
            <a:off x="1168374" y="1137168"/>
            <a:ext cx="6980478" cy="606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800" dirty="0">
                <a:latin typeface="+mn-lt"/>
              </a:rPr>
              <a:t>Proper configuration optimizes settings for faster loading times and a better user experience</a:t>
            </a:r>
            <a:r>
              <a:rPr lang="en-US" sz="1600" dirty="0">
                <a:latin typeface="+mn-lt"/>
              </a:rPr>
              <a:t>.</a:t>
            </a:r>
            <a:endParaRPr sz="1200" dirty="0">
              <a:latin typeface="+mn-lt"/>
            </a:endParaRPr>
          </a:p>
        </p:txBody>
      </p:sp>
      <p:sp>
        <p:nvSpPr>
          <p:cNvPr id="279" name="Google Shape;279;p25"/>
          <p:cNvSpPr txBox="1">
            <a:spLocks noGrp="1"/>
          </p:cNvSpPr>
          <p:nvPr>
            <p:ph type="ctrTitle"/>
          </p:nvPr>
        </p:nvSpPr>
        <p:spPr>
          <a:xfrm>
            <a:off x="1199686" y="904217"/>
            <a:ext cx="2076000" cy="40783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1400" dirty="0"/>
              <a:t>PERFORMANCE:</a:t>
            </a:r>
            <a:endParaRPr sz="1400" dirty="0"/>
          </a:p>
        </p:txBody>
      </p:sp>
      <p:sp>
        <p:nvSpPr>
          <p:cNvPr id="281" name="Google Shape;281;p25"/>
          <p:cNvSpPr txBox="1">
            <a:spLocks noGrp="1"/>
          </p:cNvSpPr>
          <p:nvPr>
            <p:ph type="ctrTitle" idx="5"/>
          </p:nvPr>
        </p:nvSpPr>
        <p:spPr>
          <a:xfrm>
            <a:off x="1199163" y="1901831"/>
            <a:ext cx="2076000" cy="42755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1400" dirty="0"/>
              <a:t>SECURITY:</a:t>
            </a:r>
            <a:endParaRPr sz="1400" dirty="0"/>
          </a:p>
        </p:txBody>
      </p:sp>
      <p:grpSp>
        <p:nvGrpSpPr>
          <p:cNvPr id="11" name="Group 10">
            <a:extLst>
              <a:ext uri="{FF2B5EF4-FFF2-40B4-BE49-F238E27FC236}">
                <a16:creationId xmlns:a16="http://schemas.microsoft.com/office/drawing/2014/main" id="{7431B0ED-BBF9-29FF-B774-ACBD2BCEED34}"/>
              </a:ext>
            </a:extLst>
          </p:cNvPr>
          <p:cNvGrpSpPr/>
          <p:nvPr/>
        </p:nvGrpSpPr>
        <p:grpSpPr>
          <a:xfrm>
            <a:off x="204708" y="2989062"/>
            <a:ext cx="994978" cy="830447"/>
            <a:chOff x="4081142" y="2083606"/>
            <a:chExt cx="994978" cy="830447"/>
          </a:xfrm>
        </p:grpSpPr>
        <p:sp>
          <p:nvSpPr>
            <p:cNvPr id="284" name="Google Shape;284;p25"/>
            <p:cNvSpPr/>
            <p:nvPr/>
          </p:nvSpPr>
          <p:spPr>
            <a:xfrm>
              <a:off x="4081142" y="2083606"/>
              <a:ext cx="994978" cy="830447"/>
            </a:xfrm>
            <a:custGeom>
              <a:avLst/>
              <a:gdLst/>
              <a:ahLst/>
              <a:cxnLst/>
              <a:rect l="l" t="t" r="r" b="b"/>
              <a:pathLst>
                <a:path w="209469" h="174831" extrusionOk="0">
                  <a:moveTo>
                    <a:pt x="198078" y="11364"/>
                  </a:moveTo>
                  <a:lnTo>
                    <a:pt x="198105" y="12404"/>
                  </a:lnTo>
                  <a:lnTo>
                    <a:pt x="198105" y="134142"/>
                  </a:lnTo>
                  <a:cubicBezTo>
                    <a:pt x="198105" y="134854"/>
                    <a:pt x="197804" y="135155"/>
                    <a:pt x="197092" y="135155"/>
                  </a:cubicBezTo>
                  <a:lnTo>
                    <a:pt x="12295" y="135155"/>
                  </a:lnTo>
                  <a:cubicBezTo>
                    <a:pt x="11583" y="135155"/>
                    <a:pt x="11254" y="134854"/>
                    <a:pt x="11254" y="134142"/>
                  </a:cubicBezTo>
                  <a:lnTo>
                    <a:pt x="11254" y="12404"/>
                  </a:lnTo>
                  <a:lnTo>
                    <a:pt x="11254" y="11364"/>
                  </a:lnTo>
                  <a:close/>
                  <a:moveTo>
                    <a:pt x="11254" y="0"/>
                  </a:moveTo>
                  <a:lnTo>
                    <a:pt x="11254" y="302"/>
                  </a:lnTo>
                  <a:cubicBezTo>
                    <a:pt x="5203" y="712"/>
                    <a:pt x="712" y="5559"/>
                    <a:pt x="0" y="11364"/>
                  </a:cubicBezTo>
                  <a:lnTo>
                    <a:pt x="0" y="12404"/>
                  </a:lnTo>
                  <a:lnTo>
                    <a:pt x="0" y="134142"/>
                  </a:lnTo>
                  <a:cubicBezTo>
                    <a:pt x="0" y="136497"/>
                    <a:pt x="603" y="138496"/>
                    <a:pt x="1643" y="140275"/>
                  </a:cubicBezTo>
                  <a:cubicBezTo>
                    <a:pt x="3998" y="144410"/>
                    <a:pt x="7503" y="146518"/>
                    <a:pt x="12295" y="146518"/>
                  </a:cubicBezTo>
                  <a:lnTo>
                    <a:pt x="79708" y="146518"/>
                  </a:lnTo>
                  <a:lnTo>
                    <a:pt x="79708" y="163550"/>
                  </a:lnTo>
                  <a:lnTo>
                    <a:pt x="66921" y="163550"/>
                  </a:lnTo>
                  <a:cubicBezTo>
                    <a:pt x="63744" y="163550"/>
                    <a:pt x="61280" y="166014"/>
                    <a:pt x="61280" y="169190"/>
                  </a:cubicBezTo>
                  <a:cubicBezTo>
                    <a:pt x="61280" y="172366"/>
                    <a:pt x="63744" y="174831"/>
                    <a:pt x="66921" y="174831"/>
                  </a:cubicBezTo>
                  <a:lnTo>
                    <a:pt x="142466" y="174831"/>
                  </a:lnTo>
                  <a:cubicBezTo>
                    <a:pt x="145642" y="174831"/>
                    <a:pt x="148216" y="172366"/>
                    <a:pt x="148216" y="169190"/>
                  </a:cubicBezTo>
                  <a:cubicBezTo>
                    <a:pt x="148216" y="166014"/>
                    <a:pt x="145642" y="163550"/>
                    <a:pt x="142466" y="163550"/>
                  </a:cubicBezTo>
                  <a:lnTo>
                    <a:pt x="129651" y="163550"/>
                  </a:lnTo>
                  <a:lnTo>
                    <a:pt x="129651" y="146518"/>
                  </a:lnTo>
                  <a:lnTo>
                    <a:pt x="197092" y="146518"/>
                  </a:lnTo>
                  <a:cubicBezTo>
                    <a:pt x="201911" y="146518"/>
                    <a:pt x="205388" y="144437"/>
                    <a:pt x="207716" y="140275"/>
                  </a:cubicBezTo>
                  <a:cubicBezTo>
                    <a:pt x="208784" y="138386"/>
                    <a:pt x="209468" y="136360"/>
                    <a:pt x="209468" y="134142"/>
                  </a:cubicBezTo>
                  <a:lnTo>
                    <a:pt x="209468" y="12404"/>
                  </a:lnTo>
                  <a:lnTo>
                    <a:pt x="209468" y="11364"/>
                  </a:lnTo>
                  <a:cubicBezTo>
                    <a:pt x="208756" y="5559"/>
                    <a:pt x="203937" y="712"/>
                    <a:pt x="198105" y="302"/>
                  </a:cubicBezTo>
                  <a:lnTo>
                    <a:pt x="198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 name="Google Shape;285;p25"/>
            <p:cNvSpPr/>
            <p:nvPr/>
          </p:nvSpPr>
          <p:spPr>
            <a:xfrm>
              <a:off x="4491485" y="2353876"/>
              <a:ext cx="174287" cy="174287"/>
            </a:xfrm>
            <a:custGeom>
              <a:avLst/>
              <a:gdLst/>
              <a:ahLst/>
              <a:cxnLst/>
              <a:rect l="l" t="t" r="r" b="b"/>
              <a:pathLst>
                <a:path w="36692" h="36692" extrusionOk="0">
                  <a:moveTo>
                    <a:pt x="27262" y="10022"/>
                  </a:moveTo>
                  <a:cubicBezTo>
                    <a:pt x="27985" y="10022"/>
                    <a:pt x="28710" y="10295"/>
                    <a:pt x="29271" y="10843"/>
                  </a:cubicBezTo>
                  <a:cubicBezTo>
                    <a:pt x="30367" y="11966"/>
                    <a:pt x="30367" y="13773"/>
                    <a:pt x="29244" y="14868"/>
                  </a:cubicBezTo>
                  <a:lnTo>
                    <a:pt x="16101" y="28011"/>
                  </a:lnTo>
                  <a:cubicBezTo>
                    <a:pt x="15553" y="28559"/>
                    <a:pt x="14814" y="28833"/>
                    <a:pt x="14102" y="28833"/>
                  </a:cubicBezTo>
                  <a:cubicBezTo>
                    <a:pt x="13390" y="28833"/>
                    <a:pt x="12678" y="28559"/>
                    <a:pt x="12131" y="28011"/>
                  </a:cubicBezTo>
                  <a:lnTo>
                    <a:pt x="7093" y="23000"/>
                  </a:lnTo>
                  <a:cubicBezTo>
                    <a:pt x="5997" y="21905"/>
                    <a:pt x="5997" y="20125"/>
                    <a:pt x="7093" y="18975"/>
                  </a:cubicBezTo>
                  <a:cubicBezTo>
                    <a:pt x="7640" y="18428"/>
                    <a:pt x="8359" y="18154"/>
                    <a:pt x="9081" y="18154"/>
                  </a:cubicBezTo>
                  <a:cubicBezTo>
                    <a:pt x="9803" y="18154"/>
                    <a:pt x="10529" y="18428"/>
                    <a:pt x="11090" y="18975"/>
                  </a:cubicBezTo>
                  <a:lnTo>
                    <a:pt x="14102" y="21987"/>
                  </a:lnTo>
                  <a:lnTo>
                    <a:pt x="25274" y="10843"/>
                  </a:lnTo>
                  <a:cubicBezTo>
                    <a:pt x="25821" y="10295"/>
                    <a:pt x="26540" y="10022"/>
                    <a:pt x="27262" y="10022"/>
                  </a:cubicBezTo>
                  <a:close/>
                  <a:moveTo>
                    <a:pt x="18346" y="0"/>
                  </a:moveTo>
                  <a:cubicBezTo>
                    <a:pt x="8215" y="0"/>
                    <a:pt x="1" y="8214"/>
                    <a:pt x="1" y="18346"/>
                  </a:cubicBezTo>
                  <a:cubicBezTo>
                    <a:pt x="1" y="28477"/>
                    <a:pt x="8215" y="36691"/>
                    <a:pt x="18346" y="36691"/>
                  </a:cubicBezTo>
                  <a:cubicBezTo>
                    <a:pt x="28477" y="36691"/>
                    <a:pt x="36692" y="28477"/>
                    <a:pt x="36692" y="18346"/>
                  </a:cubicBezTo>
                  <a:cubicBezTo>
                    <a:pt x="36692" y="8214"/>
                    <a:pt x="28477" y="0"/>
                    <a:pt x="183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5"/>
            <p:cNvSpPr/>
            <p:nvPr/>
          </p:nvSpPr>
          <p:spPr>
            <a:xfrm>
              <a:off x="4381584" y="2212236"/>
              <a:ext cx="393571" cy="457173"/>
            </a:xfrm>
            <a:custGeom>
              <a:avLst/>
              <a:gdLst/>
              <a:ahLst/>
              <a:cxnLst/>
              <a:rect l="l" t="t" r="r" b="b"/>
              <a:pathLst>
                <a:path w="82857" h="96247" extrusionOk="0">
                  <a:moveTo>
                    <a:pt x="41483" y="24151"/>
                  </a:moveTo>
                  <a:cubicBezTo>
                    <a:pt x="54736" y="24151"/>
                    <a:pt x="65469" y="34939"/>
                    <a:pt x="65469" y="48137"/>
                  </a:cubicBezTo>
                  <a:cubicBezTo>
                    <a:pt x="65469" y="61362"/>
                    <a:pt x="54736" y="72151"/>
                    <a:pt x="41483" y="72151"/>
                  </a:cubicBezTo>
                  <a:cubicBezTo>
                    <a:pt x="28231" y="72151"/>
                    <a:pt x="17497" y="61362"/>
                    <a:pt x="17497" y="48137"/>
                  </a:cubicBezTo>
                  <a:cubicBezTo>
                    <a:pt x="17497" y="34939"/>
                    <a:pt x="28285" y="24151"/>
                    <a:pt x="41483" y="24151"/>
                  </a:cubicBezTo>
                  <a:close/>
                  <a:moveTo>
                    <a:pt x="41439" y="1"/>
                  </a:moveTo>
                  <a:cubicBezTo>
                    <a:pt x="39943" y="1"/>
                    <a:pt x="38444" y="548"/>
                    <a:pt x="37239" y="1644"/>
                  </a:cubicBezTo>
                  <a:lnTo>
                    <a:pt x="37184" y="1698"/>
                  </a:lnTo>
                  <a:cubicBezTo>
                    <a:pt x="29846" y="8817"/>
                    <a:pt x="21303" y="12459"/>
                    <a:pt x="10214" y="13062"/>
                  </a:cubicBezTo>
                  <a:cubicBezTo>
                    <a:pt x="4902" y="13390"/>
                    <a:pt x="685" y="17771"/>
                    <a:pt x="575" y="23056"/>
                  </a:cubicBezTo>
                  <a:cubicBezTo>
                    <a:pt x="575" y="24151"/>
                    <a:pt x="548" y="25109"/>
                    <a:pt x="493" y="26040"/>
                  </a:cubicBezTo>
                  <a:lnTo>
                    <a:pt x="493" y="26205"/>
                  </a:lnTo>
                  <a:cubicBezTo>
                    <a:pt x="274" y="37513"/>
                    <a:pt x="0" y="51532"/>
                    <a:pt x="4683" y="64320"/>
                  </a:cubicBezTo>
                  <a:cubicBezTo>
                    <a:pt x="7284" y="71329"/>
                    <a:pt x="11199" y="77408"/>
                    <a:pt x="16320" y="82419"/>
                  </a:cubicBezTo>
                  <a:cubicBezTo>
                    <a:pt x="22179" y="88141"/>
                    <a:pt x="29846" y="92659"/>
                    <a:pt x="39101" y="95863"/>
                  </a:cubicBezTo>
                  <a:cubicBezTo>
                    <a:pt x="39402" y="95973"/>
                    <a:pt x="39704" y="96082"/>
                    <a:pt x="40005" y="96109"/>
                  </a:cubicBezTo>
                  <a:cubicBezTo>
                    <a:pt x="40470" y="96219"/>
                    <a:pt x="40908" y="96246"/>
                    <a:pt x="41374" y="96246"/>
                  </a:cubicBezTo>
                  <a:cubicBezTo>
                    <a:pt x="41839" y="96246"/>
                    <a:pt x="42277" y="96192"/>
                    <a:pt x="42743" y="96109"/>
                  </a:cubicBezTo>
                  <a:cubicBezTo>
                    <a:pt x="43071" y="96027"/>
                    <a:pt x="43400" y="95973"/>
                    <a:pt x="43674" y="95863"/>
                  </a:cubicBezTo>
                  <a:cubicBezTo>
                    <a:pt x="52929" y="92659"/>
                    <a:pt x="60596" y="88087"/>
                    <a:pt x="66400" y="82391"/>
                  </a:cubicBezTo>
                  <a:cubicBezTo>
                    <a:pt x="71548" y="77381"/>
                    <a:pt x="75436" y="71247"/>
                    <a:pt x="78037" y="64237"/>
                  </a:cubicBezTo>
                  <a:cubicBezTo>
                    <a:pt x="82857" y="51505"/>
                    <a:pt x="82583" y="37431"/>
                    <a:pt x="82391" y="26123"/>
                  </a:cubicBezTo>
                  <a:lnTo>
                    <a:pt x="82391" y="26040"/>
                  </a:lnTo>
                  <a:cubicBezTo>
                    <a:pt x="82364" y="25109"/>
                    <a:pt x="82309" y="24124"/>
                    <a:pt x="82282" y="23056"/>
                  </a:cubicBezTo>
                  <a:cubicBezTo>
                    <a:pt x="82227" y="17771"/>
                    <a:pt x="77983" y="13390"/>
                    <a:pt x="72671" y="13062"/>
                  </a:cubicBezTo>
                  <a:cubicBezTo>
                    <a:pt x="61609" y="12459"/>
                    <a:pt x="53011" y="8817"/>
                    <a:pt x="45700" y="1698"/>
                  </a:cubicBezTo>
                  <a:lnTo>
                    <a:pt x="45618" y="1644"/>
                  </a:lnTo>
                  <a:cubicBezTo>
                    <a:pt x="44427" y="548"/>
                    <a:pt x="42935" y="1"/>
                    <a:pt x="414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roup 9">
            <a:extLst>
              <a:ext uri="{FF2B5EF4-FFF2-40B4-BE49-F238E27FC236}">
                <a16:creationId xmlns:a16="http://schemas.microsoft.com/office/drawing/2014/main" id="{265F137B-F1F7-D1D6-6ECC-389EF72A6F4E}"/>
              </a:ext>
            </a:extLst>
          </p:cNvPr>
          <p:cNvGrpSpPr/>
          <p:nvPr/>
        </p:nvGrpSpPr>
        <p:grpSpPr>
          <a:xfrm>
            <a:off x="204708" y="3989588"/>
            <a:ext cx="1002833" cy="837003"/>
            <a:chOff x="6877940" y="2077049"/>
            <a:chExt cx="1002833" cy="837003"/>
          </a:xfrm>
        </p:grpSpPr>
        <p:sp>
          <p:nvSpPr>
            <p:cNvPr id="288" name="Google Shape;288;p25"/>
            <p:cNvSpPr/>
            <p:nvPr/>
          </p:nvSpPr>
          <p:spPr>
            <a:xfrm>
              <a:off x="6877940" y="2077049"/>
              <a:ext cx="1002833" cy="837003"/>
            </a:xfrm>
            <a:custGeom>
              <a:avLst/>
              <a:gdLst/>
              <a:ahLst/>
              <a:cxnLst/>
              <a:rect l="l" t="t" r="r" b="b"/>
              <a:pathLst>
                <a:path w="209469" h="174831" extrusionOk="0">
                  <a:moveTo>
                    <a:pt x="198078" y="11364"/>
                  </a:moveTo>
                  <a:lnTo>
                    <a:pt x="198078" y="12404"/>
                  </a:lnTo>
                  <a:lnTo>
                    <a:pt x="198078" y="134142"/>
                  </a:lnTo>
                  <a:cubicBezTo>
                    <a:pt x="198078" y="134854"/>
                    <a:pt x="197749" y="135155"/>
                    <a:pt x="197037" y="135155"/>
                  </a:cubicBezTo>
                  <a:lnTo>
                    <a:pt x="12295" y="135155"/>
                  </a:lnTo>
                  <a:cubicBezTo>
                    <a:pt x="11555" y="135155"/>
                    <a:pt x="11254" y="134854"/>
                    <a:pt x="11254" y="134142"/>
                  </a:cubicBezTo>
                  <a:lnTo>
                    <a:pt x="11254" y="12404"/>
                  </a:lnTo>
                  <a:lnTo>
                    <a:pt x="11254" y="11364"/>
                  </a:lnTo>
                  <a:close/>
                  <a:moveTo>
                    <a:pt x="11254" y="0"/>
                  </a:moveTo>
                  <a:lnTo>
                    <a:pt x="11254" y="302"/>
                  </a:lnTo>
                  <a:cubicBezTo>
                    <a:pt x="5203" y="712"/>
                    <a:pt x="712" y="5559"/>
                    <a:pt x="0" y="11364"/>
                  </a:cubicBezTo>
                  <a:lnTo>
                    <a:pt x="0" y="12404"/>
                  </a:lnTo>
                  <a:lnTo>
                    <a:pt x="0" y="134142"/>
                  </a:lnTo>
                  <a:cubicBezTo>
                    <a:pt x="0" y="136497"/>
                    <a:pt x="603" y="138496"/>
                    <a:pt x="1643" y="140275"/>
                  </a:cubicBezTo>
                  <a:cubicBezTo>
                    <a:pt x="3998" y="144410"/>
                    <a:pt x="7503" y="146518"/>
                    <a:pt x="12295" y="146518"/>
                  </a:cubicBezTo>
                  <a:lnTo>
                    <a:pt x="79708" y="146518"/>
                  </a:lnTo>
                  <a:lnTo>
                    <a:pt x="79708" y="163550"/>
                  </a:lnTo>
                  <a:lnTo>
                    <a:pt x="66921" y="163550"/>
                  </a:lnTo>
                  <a:cubicBezTo>
                    <a:pt x="63717" y="163550"/>
                    <a:pt x="61253" y="166014"/>
                    <a:pt x="61253" y="169190"/>
                  </a:cubicBezTo>
                  <a:cubicBezTo>
                    <a:pt x="61253" y="172366"/>
                    <a:pt x="63717" y="174831"/>
                    <a:pt x="66921" y="174831"/>
                  </a:cubicBezTo>
                  <a:lnTo>
                    <a:pt x="142439" y="174831"/>
                  </a:lnTo>
                  <a:cubicBezTo>
                    <a:pt x="145642" y="174831"/>
                    <a:pt x="148189" y="172366"/>
                    <a:pt x="148189" y="169190"/>
                  </a:cubicBezTo>
                  <a:cubicBezTo>
                    <a:pt x="148189" y="166014"/>
                    <a:pt x="145642" y="163550"/>
                    <a:pt x="142439" y="163550"/>
                  </a:cubicBezTo>
                  <a:lnTo>
                    <a:pt x="129651" y="163550"/>
                  </a:lnTo>
                  <a:lnTo>
                    <a:pt x="129651" y="146518"/>
                  </a:lnTo>
                  <a:lnTo>
                    <a:pt x="197065" y="146518"/>
                  </a:lnTo>
                  <a:cubicBezTo>
                    <a:pt x="201911" y="146518"/>
                    <a:pt x="205388" y="144437"/>
                    <a:pt x="207716" y="140275"/>
                  </a:cubicBezTo>
                  <a:cubicBezTo>
                    <a:pt x="208784" y="138386"/>
                    <a:pt x="209468" y="136360"/>
                    <a:pt x="209468" y="134142"/>
                  </a:cubicBezTo>
                  <a:lnTo>
                    <a:pt x="209468" y="12404"/>
                  </a:lnTo>
                  <a:lnTo>
                    <a:pt x="209468" y="11364"/>
                  </a:lnTo>
                  <a:cubicBezTo>
                    <a:pt x="208756" y="5559"/>
                    <a:pt x="203910" y="712"/>
                    <a:pt x="198078" y="302"/>
                  </a:cubicBezTo>
                  <a:lnTo>
                    <a:pt x="1980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5"/>
            <p:cNvSpPr/>
            <p:nvPr/>
          </p:nvSpPr>
          <p:spPr>
            <a:xfrm>
              <a:off x="7170399" y="2232518"/>
              <a:ext cx="392747" cy="407430"/>
            </a:xfrm>
            <a:custGeom>
              <a:avLst/>
              <a:gdLst/>
              <a:ahLst/>
              <a:cxnLst/>
              <a:rect l="l" t="t" r="r" b="b"/>
              <a:pathLst>
                <a:path w="82036" h="85103" extrusionOk="0">
                  <a:moveTo>
                    <a:pt x="56844" y="4108"/>
                  </a:moveTo>
                  <a:cubicBezTo>
                    <a:pt x="57228" y="4108"/>
                    <a:pt x="57529" y="4437"/>
                    <a:pt x="57529" y="4793"/>
                  </a:cubicBezTo>
                  <a:cubicBezTo>
                    <a:pt x="57529" y="5176"/>
                    <a:pt x="57228" y="5477"/>
                    <a:pt x="56844" y="5477"/>
                  </a:cubicBezTo>
                  <a:lnTo>
                    <a:pt x="44742" y="5477"/>
                  </a:lnTo>
                  <a:cubicBezTo>
                    <a:pt x="44358" y="5477"/>
                    <a:pt x="44057" y="5176"/>
                    <a:pt x="44057" y="4793"/>
                  </a:cubicBezTo>
                  <a:cubicBezTo>
                    <a:pt x="44057" y="4437"/>
                    <a:pt x="44358" y="4108"/>
                    <a:pt x="44742" y="4108"/>
                  </a:cubicBezTo>
                  <a:close/>
                  <a:moveTo>
                    <a:pt x="67879" y="39074"/>
                  </a:moveTo>
                  <a:cubicBezTo>
                    <a:pt x="65387" y="39074"/>
                    <a:pt x="63334" y="41073"/>
                    <a:pt x="63334" y="43619"/>
                  </a:cubicBezTo>
                  <a:lnTo>
                    <a:pt x="63334" y="44085"/>
                  </a:lnTo>
                  <a:cubicBezTo>
                    <a:pt x="63334" y="46631"/>
                    <a:pt x="65332" y="48630"/>
                    <a:pt x="67879" y="48630"/>
                  </a:cubicBezTo>
                  <a:lnTo>
                    <a:pt x="77490" y="48630"/>
                  </a:lnTo>
                  <a:cubicBezTo>
                    <a:pt x="79982" y="48630"/>
                    <a:pt x="82035" y="46577"/>
                    <a:pt x="82035" y="44085"/>
                  </a:cubicBezTo>
                  <a:lnTo>
                    <a:pt x="82035" y="43565"/>
                  </a:lnTo>
                  <a:cubicBezTo>
                    <a:pt x="82035" y="41073"/>
                    <a:pt x="79982" y="39074"/>
                    <a:pt x="77490" y="39074"/>
                  </a:cubicBezTo>
                  <a:close/>
                  <a:moveTo>
                    <a:pt x="37896" y="37513"/>
                  </a:moveTo>
                  <a:lnTo>
                    <a:pt x="37896" y="40525"/>
                  </a:lnTo>
                  <a:cubicBezTo>
                    <a:pt x="47781" y="40525"/>
                    <a:pt x="55858" y="48575"/>
                    <a:pt x="55858" y="58487"/>
                  </a:cubicBezTo>
                  <a:lnTo>
                    <a:pt x="58898" y="58487"/>
                  </a:lnTo>
                  <a:cubicBezTo>
                    <a:pt x="58898" y="46933"/>
                    <a:pt x="49451" y="37513"/>
                    <a:pt x="37896" y="37513"/>
                  </a:cubicBezTo>
                  <a:close/>
                  <a:moveTo>
                    <a:pt x="37896" y="48165"/>
                  </a:moveTo>
                  <a:lnTo>
                    <a:pt x="37896" y="51204"/>
                  </a:lnTo>
                  <a:cubicBezTo>
                    <a:pt x="41921" y="51204"/>
                    <a:pt x="45207" y="54490"/>
                    <a:pt x="45207" y="58542"/>
                  </a:cubicBezTo>
                  <a:lnTo>
                    <a:pt x="48274" y="58542"/>
                  </a:lnTo>
                  <a:cubicBezTo>
                    <a:pt x="48274" y="52820"/>
                    <a:pt x="43619" y="48165"/>
                    <a:pt x="37896" y="48165"/>
                  </a:cubicBezTo>
                  <a:close/>
                  <a:moveTo>
                    <a:pt x="37896" y="42743"/>
                  </a:moveTo>
                  <a:lnTo>
                    <a:pt x="37896" y="45810"/>
                  </a:lnTo>
                  <a:cubicBezTo>
                    <a:pt x="44906" y="45810"/>
                    <a:pt x="50629" y="51505"/>
                    <a:pt x="50629" y="58542"/>
                  </a:cubicBezTo>
                  <a:lnTo>
                    <a:pt x="53668" y="58542"/>
                  </a:lnTo>
                  <a:lnTo>
                    <a:pt x="53668" y="58487"/>
                  </a:lnTo>
                  <a:cubicBezTo>
                    <a:pt x="53668" y="49808"/>
                    <a:pt x="46576" y="42743"/>
                    <a:pt x="37896" y="42743"/>
                  </a:cubicBezTo>
                  <a:close/>
                  <a:moveTo>
                    <a:pt x="67879" y="50383"/>
                  </a:moveTo>
                  <a:cubicBezTo>
                    <a:pt x="65387" y="50383"/>
                    <a:pt x="63334" y="52436"/>
                    <a:pt x="63334" y="54955"/>
                  </a:cubicBezTo>
                  <a:lnTo>
                    <a:pt x="63334" y="55448"/>
                  </a:lnTo>
                  <a:cubicBezTo>
                    <a:pt x="63334" y="57967"/>
                    <a:pt x="65332" y="60021"/>
                    <a:pt x="67879" y="60021"/>
                  </a:cubicBezTo>
                  <a:lnTo>
                    <a:pt x="77490" y="60021"/>
                  </a:lnTo>
                  <a:cubicBezTo>
                    <a:pt x="79982" y="60021"/>
                    <a:pt x="82035" y="57995"/>
                    <a:pt x="82035" y="55448"/>
                  </a:cubicBezTo>
                  <a:lnTo>
                    <a:pt x="82035" y="54955"/>
                  </a:lnTo>
                  <a:cubicBezTo>
                    <a:pt x="82035" y="52436"/>
                    <a:pt x="80036" y="50383"/>
                    <a:pt x="77490" y="50383"/>
                  </a:cubicBezTo>
                  <a:close/>
                  <a:moveTo>
                    <a:pt x="50793" y="76450"/>
                  </a:moveTo>
                  <a:cubicBezTo>
                    <a:pt x="52381" y="76450"/>
                    <a:pt x="53668" y="77737"/>
                    <a:pt x="53668" y="79325"/>
                  </a:cubicBezTo>
                  <a:cubicBezTo>
                    <a:pt x="53668" y="80885"/>
                    <a:pt x="52408" y="82200"/>
                    <a:pt x="50793" y="82200"/>
                  </a:cubicBezTo>
                  <a:cubicBezTo>
                    <a:pt x="49232" y="82200"/>
                    <a:pt x="47918" y="80913"/>
                    <a:pt x="47918" y="79325"/>
                  </a:cubicBezTo>
                  <a:cubicBezTo>
                    <a:pt x="47918" y="77709"/>
                    <a:pt x="49177" y="76450"/>
                    <a:pt x="50793" y="76450"/>
                  </a:cubicBezTo>
                  <a:close/>
                  <a:moveTo>
                    <a:pt x="31872" y="1"/>
                  </a:moveTo>
                  <a:cubicBezTo>
                    <a:pt x="28723" y="1"/>
                    <a:pt x="26122" y="2602"/>
                    <a:pt x="26122" y="5751"/>
                  </a:cubicBezTo>
                  <a:lnTo>
                    <a:pt x="26122" y="21550"/>
                  </a:lnTo>
                  <a:cubicBezTo>
                    <a:pt x="18455" y="25876"/>
                    <a:pt x="10542" y="30394"/>
                    <a:pt x="10542" y="30394"/>
                  </a:cubicBezTo>
                  <a:cubicBezTo>
                    <a:pt x="6271" y="32147"/>
                    <a:pt x="0" y="37869"/>
                    <a:pt x="0" y="51286"/>
                  </a:cubicBezTo>
                  <a:cubicBezTo>
                    <a:pt x="0" y="52491"/>
                    <a:pt x="55" y="53614"/>
                    <a:pt x="165" y="54681"/>
                  </a:cubicBezTo>
                  <a:lnTo>
                    <a:pt x="274" y="55585"/>
                  </a:lnTo>
                  <a:cubicBezTo>
                    <a:pt x="384" y="56379"/>
                    <a:pt x="521" y="57118"/>
                    <a:pt x="685" y="57858"/>
                  </a:cubicBezTo>
                  <a:cubicBezTo>
                    <a:pt x="740" y="58104"/>
                    <a:pt x="794" y="58378"/>
                    <a:pt x="849" y="58597"/>
                  </a:cubicBezTo>
                  <a:cubicBezTo>
                    <a:pt x="1068" y="59418"/>
                    <a:pt x="1287" y="60213"/>
                    <a:pt x="1616" y="60924"/>
                  </a:cubicBezTo>
                  <a:cubicBezTo>
                    <a:pt x="1780" y="61280"/>
                    <a:pt x="1917" y="61609"/>
                    <a:pt x="2081" y="61965"/>
                  </a:cubicBezTo>
                  <a:cubicBezTo>
                    <a:pt x="2273" y="62348"/>
                    <a:pt x="2437" y="62677"/>
                    <a:pt x="2602" y="63033"/>
                  </a:cubicBezTo>
                  <a:cubicBezTo>
                    <a:pt x="2821" y="63444"/>
                    <a:pt x="3012" y="63799"/>
                    <a:pt x="3259" y="64183"/>
                  </a:cubicBezTo>
                  <a:cubicBezTo>
                    <a:pt x="3314" y="64265"/>
                    <a:pt x="3368" y="64320"/>
                    <a:pt x="3423" y="64429"/>
                  </a:cubicBezTo>
                  <a:cubicBezTo>
                    <a:pt x="8981" y="72781"/>
                    <a:pt x="19167" y="72808"/>
                    <a:pt x="19167" y="72808"/>
                  </a:cubicBezTo>
                  <a:lnTo>
                    <a:pt x="26095" y="72808"/>
                  </a:lnTo>
                  <a:lnTo>
                    <a:pt x="26095" y="79352"/>
                  </a:lnTo>
                  <a:cubicBezTo>
                    <a:pt x="26095" y="82501"/>
                    <a:pt x="28696" y="85102"/>
                    <a:pt x="31845" y="85102"/>
                  </a:cubicBezTo>
                  <a:lnTo>
                    <a:pt x="69713" y="85102"/>
                  </a:lnTo>
                  <a:cubicBezTo>
                    <a:pt x="72917" y="85102"/>
                    <a:pt x="75464" y="82501"/>
                    <a:pt x="75464" y="79352"/>
                  </a:cubicBezTo>
                  <a:lnTo>
                    <a:pt x="75464" y="71384"/>
                  </a:lnTo>
                  <a:lnTo>
                    <a:pt x="77490" y="71384"/>
                  </a:lnTo>
                  <a:cubicBezTo>
                    <a:pt x="80036" y="71384"/>
                    <a:pt x="82035" y="69331"/>
                    <a:pt x="82035" y="66811"/>
                  </a:cubicBezTo>
                  <a:lnTo>
                    <a:pt x="82035" y="66319"/>
                  </a:lnTo>
                  <a:cubicBezTo>
                    <a:pt x="82035" y="63772"/>
                    <a:pt x="79982" y="61746"/>
                    <a:pt x="77490" y="61746"/>
                  </a:cubicBezTo>
                  <a:lnTo>
                    <a:pt x="67879" y="61746"/>
                  </a:lnTo>
                  <a:cubicBezTo>
                    <a:pt x="65332" y="61746"/>
                    <a:pt x="63334" y="63799"/>
                    <a:pt x="63334" y="66319"/>
                  </a:cubicBezTo>
                  <a:lnTo>
                    <a:pt x="63334" y="66811"/>
                  </a:lnTo>
                  <a:cubicBezTo>
                    <a:pt x="63334" y="69331"/>
                    <a:pt x="65387" y="71384"/>
                    <a:pt x="67879" y="71384"/>
                  </a:cubicBezTo>
                  <a:lnTo>
                    <a:pt x="71466" y="71384"/>
                  </a:lnTo>
                  <a:lnTo>
                    <a:pt x="71466" y="74451"/>
                  </a:lnTo>
                  <a:lnTo>
                    <a:pt x="30065" y="74451"/>
                  </a:lnTo>
                  <a:lnTo>
                    <a:pt x="30065" y="33160"/>
                  </a:lnTo>
                  <a:cubicBezTo>
                    <a:pt x="32146" y="31845"/>
                    <a:pt x="34063" y="30586"/>
                    <a:pt x="35158" y="29710"/>
                  </a:cubicBezTo>
                  <a:cubicBezTo>
                    <a:pt x="40744" y="25411"/>
                    <a:pt x="46001" y="21988"/>
                    <a:pt x="46713" y="18867"/>
                  </a:cubicBezTo>
                  <a:cubicBezTo>
                    <a:pt x="47408" y="15861"/>
                    <a:pt x="45874" y="13206"/>
                    <a:pt x="42806" y="13206"/>
                  </a:cubicBezTo>
                  <a:cubicBezTo>
                    <a:pt x="41766" y="13206"/>
                    <a:pt x="40549" y="13511"/>
                    <a:pt x="39183" y="14212"/>
                  </a:cubicBezTo>
                  <a:cubicBezTo>
                    <a:pt x="37486" y="15115"/>
                    <a:pt x="34035" y="17032"/>
                    <a:pt x="30065" y="19250"/>
                  </a:cubicBezTo>
                  <a:lnTo>
                    <a:pt x="30065" y="9091"/>
                  </a:lnTo>
                  <a:lnTo>
                    <a:pt x="71466" y="9091"/>
                  </a:lnTo>
                  <a:lnTo>
                    <a:pt x="71466" y="27738"/>
                  </a:lnTo>
                  <a:lnTo>
                    <a:pt x="67879" y="27738"/>
                  </a:lnTo>
                  <a:cubicBezTo>
                    <a:pt x="65387" y="27738"/>
                    <a:pt x="63334" y="29792"/>
                    <a:pt x="63334" y="32283"/>
                  </a:cubicBezTo>
                  <a:lnTo>
                    <a:pt x="63334" y="32776"/>
                  </a:lnTo>
                  <a:cubicBezTo>
                    <a:pt x="63334" y="35295"/>
                    <a:pt x="65387" y="37322"/>
                    <a:pt x="67879" y="37322"/>
                  </a:cubicBezTo>
                  <a:lnTo>
                    <a:pt x="77490" y="37322"/>
                  </a:lnTo>
                  <a:cubicBezTo>
                    <a:pt x="80036" y="37322"/>
                    <a:pt x="82035" y="35268"/>
                    <a:pt x="82035" y="32776"/>
                  </a:cubicBezTo>
                  <a:lnTo>
                    <a:pt x="82035" y="32256"/>
                  </a:lnTo>
                  <a:cubicBezTo>
                    <a:pt x="82035" y="29797"/>
                    <a:pt x="80088" y="27764"/>
                    <a:pt x="77642" y="27764"/>
                  </a:cubicBezTo>
                  <a:cubicBezTo>
                    <a:pt x="77610" y="27764"/>
                    <a:pt x="77577" y="27765"/>
                    <a:pt x="77545" y="27766"/>
                  </a:cubicBezTo>
                  <a:lnTo>
                    <a:pt x="75546" y="27766"/>
                  </a:lnTo>
                  <a:lnTo>
                    <a:pt x="75546" y="5751"/>
                  </a:lnTo>
                  <a:cubicBezTo>
                    <a:pt x="75546" y="2602"/>
                    <a:pt x="72944" y="1"/>
                    <a:pt x="697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roup 7">
            <a:extLst>
              <a:ext uri="{FF2B5EF4-FFF2-40B4-BE49-F238E27FC236}">
                <a16:creationId xmlns:a16="http://schemas.microsoft.com/office/drawing/2014/main" id="{8EE1E3E9-774E-26B5-7C88-423A18263F56}"/>
              </a:ext>
            </a:extLst>
          </p:cNvPr>
          <p:cNvGrpSpPr/>
          <p:nvPr/>
        </p:nvGrpSpPr>
        <p:grpSpPr>
          <a:xfrm>
            <a:off x="158944" y="1928348"/>
            <a:ext cx="994973" cy="830447"/>
            <a:chOff x="1267145" y="2083606"/>
            <a:chExt cx="994973" cy="830447"/>
          </a:xfrm>
        </p:grpSpPr>
        <p:sp>
          <p:nvSpPr>
            <p:cNvPr id="282" name="Google Shape;282;p25"/>
            <p:cNvSpPr/>
            <p:nvPr/>
          </p:nvSpPr>
          <p:spPr>
            <a:xfrm>
              <a:off x="1267145" y="2083606"/>
              <a:ext cx="994973" cy="830447"/>
            </a:xfrm>
            <a:custGeom>
              <a:avLst/>
              <a:gdLst/>
              <a:ahLst/>
              <a:cxnLst/>
              <a:rect l="l" t="t" r="r" b="b"/>
              <a:pathLst>
                <a:path w="209468" h="174831" extrusionOk="0">
                  <a:moveTo>
                    <a:pt x="198077" y="11364"/>
                  </a:moveTo>
                  <a:lnTo>
                    <a:pt x="198105" y="12377"/>
                  </a:lnTo>
                  <a:lnTo>
                    <a:pt x="198105" y="134115"/>
                  </a:lnTo>
                  <a:cubicBezTo>
                    <a:pt x="198105" y="134854"/>
                    <a:pt x="197803" y="135155"/>
                    <a:pt x="197064" y="135155"/>
                  </a:cubicBezTo>
                  <a:lnTo>
                    <a:pt x="12294" y="135155"/>
                  </a:lnTo>
                  <a:cubicBezTo>
                    <a:pt x="11555" y="135155"/>
                    <a:pt x="11254" y="134854"/>
                    <a:pt x="11254" y="134115"/>
                  </a:cubicBezTo>
                  <a:lnTo>
                    <a:pt x="11254" y="12377"/>
                  </a:lnTo>
                  <a:lnTo>
                    <a:pt x="11254" y="11364"/>
                  </a:lnTo>
                  <a:close/>
                  <a:moveTo>
                    <a:pt x="11254" y="0"/>
                  </a:moveTo>
                  <a:lnTo>
                    <a:pt x="11254" y="302"/>
                  </a:lnTo>
                  <a:cubicBezTo>
                    <a:pt x="5230" y="712"/>
                    <a:pt x="712" y="5531"/>
                    <a:pt x="0" y="11364"/>
                  </a:cubicBezTo>
                  <a:lnTo>
                    <a:pt x="0" y="12377"/>
                  </a:lnTo>
                  <a:lnTo>
                    <a:pt x="0" y="134115"/>
                  </a:lnTo>
                  <a:cubicBezTo>
                    <a:pt x="0" y="136497"/>
                    <a:pt x="630" y="138468"/>
                    <a:pt x="1643" y="140248"/>
                  </a:cubicBezTo>
                  <a:cubicBezTo>
                    <a:pt x="3998" y="144383"/>
                    <a:pt x="7503" y="146518"/>
                    <a:pt x="12294" y="146518"/>
                  </a:cubicBezTo>
                  <a:lnTo>
                    <a:pt x="79707" y="146518"/>
                  </a:lnTo>
                  <a:lnTo>
                    <a:pt x="79707" y="163522"/>
                  </a:lnTo>
                  <a:lnTo>
                    <a:pt x="66920" y="163522"/>
                  </a:lnTo>
                  <a:cubicBezTo>
                    <a:pt x="63744" y="163522"/>
                    <a:pt x="61280" y="165987"/>
                    <a:pt x="61280" y="169163"/>
                  </a:cubicBezTo>
                  <a:cubicBezTo>
                    <a:pt x="61280" y="172339"/>
                    <a:pt x="63744" y="174831"/>
                    <a:pt x="66920" y="174831"/>
                  </a:cubicBezTo>
                  <a:lnTo>
                    <a:pt x="142466" y="174831"/>
                  </a:lnTo>
                  <a:cubicBezTo>
                    <a:pt x="145642" y="174831"/>
                    <a:pt x="148216" y="172339"/>
                    <a:pt x="148216" y="169163"/>
                  </a:cubicBezTo>
                  <a:cubicBezTo>
                    <a:pt x="148216" y="165987"/>
                    <a:pt x="145642" y="163522"/>
                    <a:pt x="142466" y="163522"/>
                  </a:cubicBezTo>
                  <a:lnTo>
                    <a:pt x="129651" y="163522"/>
                  </a:lnTo>
                  <a:lnTo>
                    <a:pt x="129651" y="146518"/>
                  </a:lnTo>
                  <a:lnTo>
                    <a:pt x="197064" y="146518"/>
                  </a:lnTo>
                  <a:cubicBezTo>
                    <a:pt x="201911" y="146518"/>
                    <a:pt x="205388" y="144437"/>
                    <a:pt x="207715" y="140248"/>
                  </a:cubicBezTo>
                  <a:cubicBezTo>
                    <a:pt x="208783" y="138359"/>
                    <a:pt x="209468" y="136360"/>
                    <a:pt x="209468" y="134115"/>
                  </a:cubicBezTo>
                  <a:lnTo>
                    <a:pt x="209468" y="12377"/>
                  </a:lnTo>
                  <a:lnTo>
                    <a:pt x="209468" y="11364"/>
                  </a:lnTo>
                  <a:cubicBezTo>
                    <a:pt x="208756" y="5531"/>
                    <a:pt x="203909" y="712"/>
                    <a:pt x="198105" y="302"/>
                  </a:cubicBezTo>
                  <a:lnTo>
                    <a:pt x="198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5"/>
            <p:cNvSpPr/>
            <p:nvPr/>
          </p:nvSpPr>
          <p:spPr>
            <a:xfrm>
              <a:off x="1609000" y="2221850"/>
              <a:ext cx="311260" cy="414990"/>
            </a:xfrm>
            <a:custGeom>
              <a:avLst/>
              <a:gdLst/>
              <a:ahLst/>
              <a:cxnLst/>
              <a:rect l="l" t="t" r="r" b="b"/>
              <a:pathLst>
                <a:path w="156609" h="208800" extrusionOk="0">
                  <a:moveTo>
                    <a:pt x="78289" y="26096"/>
                  </a:moveTo>
                  <a:cubicBezTo>
                    <a:pt x="97469" y="26096"/>
                    <a:pt x="113061" y="41721"/>
                    <a:pt x="113061" y="60869"/>
                  </a:cubicBezTo>
                  <a:lnTo>
                    <a:pt x="113061" y="78288"/>
                  </a:lnTo>
                  <a:lnTo>
                    <a:pt x="43516" y="78288"/>
                  </a:lnTo>
                  <a:lnTo>
                    <a:pt x="43516" y="60869"/>
                  </a:lnTo>
                  <a:cubicBezTo>
                    <a:pt x="43516" y="41688"/>
                    <a:pt x="59141" y="26096"/>
                    <a:pt x="78289" y="26096"/>
                  </a:cubicBezTo>
                  <a:close/>
                  <a:moveTo>
                    <a:pt x="78256" y="113060"/>
                  </a:moveTo>
                  <a:cubicBezTo>
                    <a:pt x="87879" y="113060"/>
                    <a:pt x="95675" y="120857"/>
                    <a:pt x="95675" y="130479"/>
                  </a:cubicBezTo>
                  <a:cubicBezTo>
                    <a:pt x="95675" y="136123"/>
                    <a:pt x="93000" y="141244"/>
                    <a:pt x="88531" y="144473"/>
                  </a:cubicBezTo>
                  <a:lnTo>
                    <a:pt x="91304" y="169134"/>
                  </a:lnTo>
                  <a:cubicBezTo>
                    <a:pt x="91434" y="170374"/>
                    <a:pt x="91043" y="171580"/>
                    <a:pt x="90195" y="172526"/>
                  </a:cubicBezTo>
                  <a:cubicBezTo>
                    <a:pt x="89379" y="173472"/>
                    <a:pt x="88205" y="173994"/>
                    <a:pt x="86965" y="173994"/>
                  </a:cubicBezTo>
                  <a:lnTo>
                    <a:pt x="69579" y="173994"/>
                  </a:lnTo>
                  <a:cubicBezTo>
                    <a:pt x="68340" y="173994"/>
                    <a:pt x="67165" y="173472"/>
                    <a:pt x="66350" y="172526"/>
                  </a:cubicBezTo>
                  <a:cubicBezTo>
                    <a:pt x="65534" y="171580"/>
                    <a:pt x="65110" y="170374"/>
                    <a:pt x="65241" y="169134"/>
                  </a:cubicBezTo>
                  <a:lnTo>
                    <a:pt x="67981" y="144473"/>
                  </a:lnTo>
                  <a:cubicBezTo>
                    <a:pt x="63544" y="141244"/>
                    <a:pt x="60837" y="136123"/>
                    <a:pt x="60837" y="130479"/>
                  </a:cubicBezTo>
                  <a:cubicBezTo>
                    <a:pt x="60837" y="120889"/>
                    <a:pt x="68633" y="113060"/>
                    <a:pt x="78256" y="113060"/>
                  </a:cubicBezTo>
                  <a:close/>
                  <a:moveTo>
                    <a:pt x="78289" y="0"/>
                  </a:moveTo>
                  <a:cubicBezTo>
                    <a:pt x="44723" y="0"/>
                    <a:pt x="17420" y="27335"/>
                    <a:pt x="17420" y="60869"/>
                  </a:cubicBezTo>
                  <a:lnTo>
                    <a:pt x="17420" y="78288"/>
                  </a:lnTo>
                  <a:lnTo>
                    <a:pt x="4372" y="78288"/>
                  </a:lnTo>
                  <a:cubicBezTo>
                    <a:pt x="1958" y="78288"/>
                    <a:pt x="1" y="80245"/>
                    <a:pt x="1" y="82659"/>
                  </a:cubicBezTo>
                  <a:lnTo>
                    <a:pt x="1" y="191413"/>
                  </a:lnTo>
                  <a:cubicBezTo>
                    <a:pt x="1" y="200971"/>
                    <a:pt x="7797" y="208800"/>
                    <a:pt x="17420" y="208800"/>
                  </a:cubicBezTo>
                  <a:lnTo>
                    <a:pt x="139222" y="208800"/>
                  </a:lnTo>
                  <a:cubicBezTo>
                    <a:pt x="148780" y="208800"/>
                    <a:pt x="156609" y="201036"/>
                    <a:pt x="156609" y="191413"/>
                  </a:cubicBezTo>
                  <a:lnTo>
                    <a:pt x="156609" y="82659"/>
                  </a:lnTo>
                  <a:cubicBezTo>
                    <a:pt x="156576" y="80245"/>
                    <a:pt x="154619" y="78288"/>
                    <a:pt x="152205" y="78288"/>
                  </a:cubicBezTo>
                  <a:lnTo>
                    <a:pt x="139157" y="78288"/>
                  </a:lnTo>
                  <a:lnTo>
                    <a:pt x="139157" y="60869"/>
                  </a:lnTo>
                  <a:cubicBezTo>
                    <a:pt x="139157" y="27335"/>
                    <a:pt x="111854" y="0"/>
                    <a:pt x="78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1" name="Google Shape;291;p25"/>
          <p:cNvCxnSpPr/>
          <p:nvPr/>
        </p:nvCxnSpPr>
        <p:spPr>
          <a:xfrm>
            <a:off x="318331" y="792972"/>
            <a:ext cx="8520600" cy="0"/>
          </a:xfrm>
          <a:prstGeom prst="straightConnector1">
            <a:avLst/>
          </a:prstGeom>
          <a:noFill/>
          <a:ln w="9525" cap="flat" cmpd="sng">
            <a:solidFill>
              <a:schemeClr val="accent1"/>
            </a:solidFill>
            <a:prstDash val="solid"/>
            <a:round/>
            <a:headEnd type="none" w="med" len="med"/>
            <a:tailEnd type="none" w="med" len="med"/>
          </a:ln>
        </p:spPr>
      </p:cxnSp>
      <p:grpSp>
        <p:nvGrpSpPr>
          <p:cNvPr id="9" name="Group 8">
            <a:extLst>
              <a:ext uri="{FF2B5EF4-FFF2-40B4-BE49-F238E27FC236}">
                <a16:creationId xmlns:a16="http://schemas.microsoft.com/office/drawing/2014/main" id="{3AB774F0-68D9-1A90-3DDE-D864D36D37FB}"/>
              </a:ext>
            </a:extLst>
          </p:cNvPr>
          <p:cNvGrpSpPr/>
          <p:nvPr/>
        </p:nvGrpSpPr>
        <p:grpSpPr>
          <a:xfrm>
            <a:off x="173401" y="963127"/>
            <a:ext cx="994973" cy="830447"/>
            <a:chOff x="2638958" y="2083606"/>
            <a:chExt cx="994973" cy="830447"/>
          </a:xfrm>
        </p:grpSpPr>
        <p:sp>
          <p:nvSpPr>
            <p:cNvPr id="6" name="Google Shape;282;p25">
              <a:extLst>
                <a:ext uri="{FF2B5EF4-FFF2-40B4-BE49-F238E27FC236}">
                  <a16:creationId xmlns:a16="http://schemas.microsoft.com/office/drawing/2014/main" id="{4DE23E52-3D06-4999-7372-FE86DAA34E81}"/>
                </a:ext>
              </a:extLst>
            </p:cNvPr>
            <p:cNvSpPr/>
            <p:nvPr/>
          </p:nvSpPr>
          <p:spPr>
            <a:xfrm>
              <a:off x="2638958" y="2083606"/>
              <a:ext cx="994973" cy="830447"/>
            </a:xfrm>
            <a:custGeom>
              <a:avLst/>
              <a:gdLst/>
              <a:ahLst/>
              <a:cxnLst/>
              <a:rect l="l" t="t" r="r" b="b"/>
              <a:pathLst>
                <a:path w="209468" h="174831" extrusionOk="0">
                  <a:moveTo>
                    <a:pt x="198077" y="11364"/>
                  </a:moveTo>
                  <a:lnTo>
                    <a:pt x="198105" y="12377"/>
                  </a:lnTo>
                  <a:lnTo>
                    <a:pt x="198105" y="134115"/>
                  </a:lnTo>
                  <a:cubicBezTo>
                    <a:pt x="198105" y="134854"/>
                    <a:pt x="197803" y="135155"/>
                    <a:pt x="197064" y="135155"/>
                  </a:cubicBezTo>
                  <a:lnTo>
                    <a:pt x="12294" y="135155"/>
                  </a:lnTo>
                  <a:cubicBezTo>
                    <a:pt x="11555" y="135155"/>
                    <a:pt x="11254" y="134854"/>
                    <a:pt x="11254" y="134115"/>
                  </a:cubicBezTo>
                  <a:lnTo>
                    <a:pt x="11254" y="12377"/>
                  </a:lnTo>
                  <a:lnTo>
                    <a:pt x="11254" y="11364"/>
                  </a:lnTo>
                  <a:close/>
                  <a:moveTo>
                    <a:pt x="11254" y="0"/>
                  </a:moveTo>
                  <a:lnTo>
                    <a:pt x="11254" y="302"/>
                  </a:lnTo>
                  <a:cubicBezTo>
                    <a:pt x="5230" y="712"/>
                    <a:pt x="712" y="5531"/>
                    <a:pt x="0" y="11364"/>
                  </a:cubicBezTo>
                  <a:lnTo>
                    <a:pt x="0" y="12377"/>
                  </a:lnTo>
                  <a:lnTo>
                    <a:pt x="0" y="134115"/>
                  </a:lnTo>
                  <a:cubicBezTo>
                    <a:pt x="0" y="136497"/>
                    <a:pt x="630" y="138468"/>
                    <a:pt x="1643" y="140248"/>
                  </a:cubicBezTo>
                  <a:cubicBezTo>
                    <a:pt x="3998" y="144383"/>
                    <a:pt x="7503" y="146518"/>
                    <a:pt x="12294" y="146518"/>
                  </a:cubicBezTo>
                  <a:lnTo>
                    <a:pt x="79707" y="146518"/>
                  </a:lnTo>
                  <a:lnTo>
                    <a:pt x="79707" y="163522"/>
                  </a:lnTo>
                  <a:lnTo>
                    <a:pt x="66920" y="163522"/>
                  </a:lnTo>
                  <a:cubicBezTo>
                    <a:pt x="63744" y="163522"/>
                    <a:pt x="61280" y="165987"/>
                    <a:pt x="61280" y="169163"/>
                  </a:cubicBezTo>
                  <a:cubicBezTo>
                    <a:pt x="61280" y="172339"/>
                    <a:pt x="63744" y="174831"/>
                    <a:pt x="66920" y="174831"/>
                  </a:cubicBezTo>
                  <a:lnTo>
                    <a:pt x="142466" y="174831"/>
                  </a:lnTo>
                  <a:cubicBezTo>
                    <a:pt x="145642" y="174831"/>
                    <a:pt x="148216" y="172339"/>
                    <a:pt x="148216" y="169163"/>
                  </a:cubicBezTo>
                  <a:cubicBezTo>
                    <a:pt x="148216" y="165987"/>
                    <a:pt x="145642" y="163522"/>
                    <a:pt x="142466" y="163522"/>
                  </a:cubicBezTo>
                  <a:lnTo>
                    <a:pt x="129651" y="163522"/>
                  </a:lnTo>
                  <a:lnTo>
                    <a:pt x="129651" y="146518"/>
                  </a:lnTo>
                  <a:lnTo>
                    <a:pt x="197064" y="146518"/>
                  </a:lnTo>
                  <a:cubicBezTo>
                    <a:pt x="201911" y="146518"/>
                    <a:pt x="205388" y="144437"/>
                    <a:pt x="207715" y="140248"/>
                  </a:cubicBezTo>
                  <a:cubicBezTo>
                    <a:pt x="208783" y="138359"/>
                    <a:pt x="209468" y="136360"/>
                    <a:pt x="209468" y="134115"/>
                  </a:cubicBezTo>
                  <a:lnTo>
                    <a:pt x="209468" y="12377"/>
                  </a:lnTo>
                  <a:lnTo>
                    <a:pt x="209468" y="11364"/>
                  </a:lnTo>
                  <a:cubicBezTo>
                    <a:pt x="208756" y="5531"/>
                    <a:pt x="203909" y="712"/>
                    <a:pt x="198105" y="302"/>
                  </a:cubicBezTo>
                  <a:lnTo>
                    <a:pt x="198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439;p28">
              <a:extLst>
                <a:ext uri="{FF2B5EF4-FFF2-40B4-BE49-F238E27FC236}">
                  <a16:creationId xmlns:a16="http://schemas.microsoft.com/office/drawing/2014/main" id="{7742E1EF-1E48-4C60-AEB9-DD8E85288491}"/>
                </a:ext>
              </a:extLst>
            </p:cNvPr>
            <p:cNvSpPr/>
            <p:nvPr/>
          </p:nvSpPr>
          <p:spPr>
            <a:xfrm>
              <a:off x="2935751" y="2212236"/>
              <a:ext cx="417049" cy="457173"/>
            </a:xfrm>
            <a:custGeom>
              <a:avLst/>
              <a:gdLst/>
              <a:ahLst/>
              <a:cxnLst/>
              <a:rect l="l" t="t" r="r" b="b"/>
              <a:pathLst>
                <a:path w="38512" h="38429" extrusionOk="0">
                  <a:moveTo>
                    <a:pt x="19339" y="14484"/>
                  </a:moveTo>
                  <a:cubicBezTo>
                    <a:pt x="16577" y="14484"/>
                    <a:pt x="14316" y="16745"/>
                    <a:pt x="14316" y="19507"/>
                  </a:cubicBezTo>
                  <a:cubicBezTo>
                    <a:pt x="14316" y="22569"/>
                    <a:pt x="16812" y="24594"/>
                    <a:pt x="19411" y="24594"/>
                  </a:cubicBezTo>
                  <a:cubicBezTo>
                    <a:pt x="20650" y="24594"/>
                    <a:pt x="21913" y="24134"/>
                    <a:pt x="22939" y="23107"/>
                  </a:cubicBezTo>
                  <a:cubicBezTo>
                    <a:pt x="26037" y="19926"/>
                    <a:pt x="23860" y="14484"/>
                    <a:pt x="19339" y="14484"/>
                  </a:cubicBezTo>
                  <a:close/>
                  <a:moveTo>
                    <a:pt x="19256" y="9629"/>
                  </a:moveTo>
                  <a:cubicBezTo>
                    <a:pt x="25786" y="9629"/>
                    <a:pt x="30390" y="16075"/>
                    <a:pt x="28381" y="22354"/>
                  </a:cubicBezTo>
                  <a:cubicBezTo>
                    <a:pt x="27062" y="26229"/>
                    <a:pt x="23469" y="28886"/>
                    <a:pt x="19363" y="28886"/>
                  </a:cubicBezTo>
                  <a:cubicBezTo>
                    <a:pt x="19299" y="28886"/>
                    <a:pt x="19236" y="28885"/>
                    <a:pt x="19172" y="28884"/>
                  </a:cubicBezTo>
                  <a:cubicBezTo>
                    <a:pt x="12558" y="28884"/>
                    <a:pt x="7954" y="22438"/>
                    <a:pt x="10047" y="16159"/>
                  </a:cubicBezTo>
                  <a:cubicBezTo>
                    <a:pt x="11386" y="12224"/>
                    <a:pt x="15070" y="9629"/>
                    <a:pt x="19256" y="9629"/>
                  </a:cubicBezTo>
                  <a:close/>
                  <a:moveTo>
                    <a:pt x="16242" y="1"/>
                  </a:moveTo>
                  <a:lnTo>
                    <a:pt x="16242" y="2847"/>
                  </a:lnTo>
                  <a:cubicBezTo>
                    <a:pt x="13898" y="3266"/>
                    <a:pt x="11721" y="4187"/>
                    <a:pt x="9879" y="5526"/>
                  </a:cubicBezTo>
                  <a:lnTo>
                    <a:pt x="7786" y="3517"/>
                  </a:lnTo>
                  <a:lnTo>
                    <a:pt x="3433" y="7787"/>
                  </a:lnTo>
                  <a:lnTo>
                    <a:pt x="5526" y="9796"/>
                  </a:lnTo>
                  <a:cubicBezTo>
                    <a:pt x="4186" y="11722"/>
                    <a:pt x="3265" y="13898"/>
                    <a:pt x="2847" y="16159"/>
                  </a:cubicBezTo>
                  <a:lnTo>
                    <a:pt x="0" y="16159"/>
                  </a:lnTo>
                  <a:lnTo>
                    <a:pt x="0" y="22270"/>
                  </a:lnTo>
                  <a:lnTo>
                    <a:pt x="2847" y="22270"/>
                  </a:lnTo>
                  <a:cubicBezTo>
                    <a:pt x="3265" y="24531"/>
                    <a:pt x="4186" y="26707"/>
                    <a:pt x="5526" y="28633"/>
                  </a:cubicBezTo>
                  <a:lnTo>
                    <a:pt x="3433" y="30642"/>
                  </a:lnTo>
                  <a:lnTo>
                    <a:pt x="7786" y="34912"/>
                  </a:lnTo>
                  <a:lnTo>
                    <a:pt x="9879" y="32903"/>
                  </a:lnTo>
                  <a:cubicBezTo>
                    <a:pt x="11721" y="34242"/>
                    <a:pt x="13898" y="35163"/>
                    <a:pt x="16242" y="35582"/>
                  </a:cubicBezTo>
                  <a:lnTo>
                    <a:pt x="16242" y="38428"/>
                  </a:lnTo>
                  <a:lnTo>
                    <a:pt x="22270" y="38428"/>
                  </a:lnTo>
                  <a:lnTo>
                    <a:pt x="22270" y="35582"/>
                  </a:lnTo>
                  <a:cubicBezTo>
                    <a:pt x="24614" y="35163"/>
                    <a:pt x="26790" y="34242"/>
                    <a:pt x="28716" y="32903"/>
                  </a:cubicBezTo>
                  <a:lnTo>
                    <a:pt x="30809" y="34996"/>
                  </a:lnTo>
                  <a:lnTo>
                    <a:pt x="35079" y="30642"/>
                  </a:lnTo>
                  <a:lnTo>
                    <a:pt x="33069" y="28633"/>
                  </a:lnTo>
                  <a:cubicBezTo>
                    <a:pt x="34325" y="26707"/>
                    <a:pt x="35246" y="24531"/>
                    <a:pt x="35665" y="22270"/>
                  </a:cubicBezTo>
                  <a:lnTo>
                    <a:pt x="38511" y="22270"/>
                  </a:lnTo>
                  <a:lnTo>
                    <a:pt x="38511" y="16242"/>
                  </a:lnTo>
                  <a:lnTo>
                    <a:pt x="35665" y="16242"/>
                  </a:lnTo>
                  <a:cubicBezTo>
                    <a:pt x="35246" y="13898"/>
                    <a:pt x="34325" y="11722"/>
                    <a:pt x="33069" y="9796"/>
                  </a:cubicBezTo>
                  <a:lnTo>
                    <a:pt x="35079" y="7787"/>
                  </a:lnTo>
                  <a:lnTo>
                    <a:pt x="30809" y="3517"/>
                  </a:lnTo>
                  <a:lnTo>
                    <a:pt x="28716" y="5526"/>
                  </a:lnTo>
                  <a:cubicBezTo>
                    <a:pt x="26790" y="4187"/>
                    <a:pt x="24614" y="3350"/>
                    <a:pt x="22270" y="2847"/>
                  </a:cubicBezTo>
                  <a:lnTo>
                    <a:pt x="222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276;p25">
            <a:extLst>
              <a:ext uri="{FF2B5EF4-FFF2-40B4-BE49-F238E27FC236}">
                <a16:creationId xmlns:a16="http://schemas.microsoft.com/office/drawing/2014/main" id="{DEEB4B15-8DF9-A838-2099-3FE0EDC702BE}"/>
              </a:ext>
            </a:extLst>
          </p:cNvPr>
          <p:cNvSpPr txBox="1">
            <a:spLocks/>
          </p:cNvSpPr>
          <p:nvPr/>
        </p:nvSpPr>
        <p:spPr>
          <a:xfrm>
            <a:off x="1151066" y="2115611"/>
            <a:ext cx="6980478" cy="606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9pPr>
          </a:lstStyle>
          <a:p>
            <a:pPr marL="0" indent="0" algn="just"/>
            <a:r>
              <a:rPr lang="en-US" sz="1600" dirty="0">
                <a:latin typeface="+mn-lt"/>
              </a:rPr>
              <a:t>Strong configuration safeguards your server from unauthorized access and protects sensitive data. </a:t>
            </a:r>
            <a:endParaRPr lang="en-US" sz="800" dirty="0">
              <a:latin typeface="+mn-lt"/>
            </a:endParaRPr>
          </a:p>
        </p:txBody>
      </p:sp>
      <p:sp>
        <p:nvSpPr>
          <p:cNvPr id="13" name="Google Shape;281;p25">
            <a:extLst>
              <a:ext uri="{FF2B5EF4-FFF2-40B4-BE49-F238E27FC236}">
                <a16:creationId xmlns:a16="http://schemas.microsoft.com/office/drawing/2014/main" id="{3594DA0E-69FA-2166-C74E-1A2EA9BAF12B}"/>
              </a:ext>
            </a:extLst>
          </p:cNvPr>
          <p:cNvSpPr txBox="1">
            <a:spLocks/>
          </p:cNvSpPr>
          <p:nvPr/>
        </p:nvSpPr>
        <p:spPr>
          <a:xfrm>
            <a:off x="1199686" y="2903912"/>
            <a:ext cx="2076000" cy="42755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1pPr>
            <a:lvl2pPr marR="0" lvl="1"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2pPr>
            <a:lvl3pPr marR="0" lvl="2"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3pPr>
            <a:lvl4pPr marR="0" lvl="3"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4pPr>
            <a:lvl5pPr marR="0" lvl="4"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5pPr>
            <a:lvl6pPr marR="0" lvl="5"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6pPr>
            <a:lvl7pPr marR="0" lvl="6"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7pPr>
            <a:lvl8pPr marR="0" lvl="7"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8pPr>
            <a:lvl9pPr marR="0" lvl="8"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9pPr>
          </a:lstStyle>
          <a:p>
            <a:pPr algn="l"/>
            <a:r>
              <a:rPr lang="en-US" sz="1400" b="1" dirty="0">
                <a:latin typeface="Roboto Black" panose="02000000000000000000" pitchFamily="2" charset="0"/>
                <a:ea typeface="Roboto Black" panose="02000000000000000000" pitchFamily="2" charset="0"/>
                <a:cs typeface="Roboto Black" panose="02000000000000000000" pitchFamily="2" charset="0"/>
              </a:rPr>
              <a:t>Reliability:</a:t>
            </a:r>
            <a:endParaRPr lang="en-US" sz="1050" b="1" dirty="0">
              <a:latin typeface="Roboto Black" panose="02000000000000000000" pitchFamily="2" charset="0"/>
              <a:ea typeface="Roboto Black" panose="02000000000000000000" pitchFamily="2" charset="0"/>
              <a:cs typeface="Roboto Black" panose="02000000000000000000" pitchFamily="2" charset="0"/>
            </a:endParaRPr>
          </a:p>
        </p:txBody>
      </p:sp>
      <p:sp>
        <p:nvSpPr>
          <p:cNvPr id="14" name="Google Shape;276;p25">
            <a:extLst>
              <a:ext uri="{FF2B5EF4-FFF2-40B4-BE49-F238E27FC236}">
                <a16:creationId xmlns:a16="http://schemas.microsoft.com/office/drawing/2014/main" id="{D8DD5C66-F3E4-744B-B838-7B637FC983F3}"/>
              </a:ext>
            </a:extLst>
          </p:cNvPr>
          <p:cNvSpPr txBox="1">
            <a:spLocks/>
          </p:cNvSpPr>
          <p:nvPr/>
        </p:nvSpPr>
        <p:spPr>
          <a:xfrm>
            <a:off x="1199163" y="3143450"/>
            <a:ext cx="6980478" cy="606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9pPr>
          </a:lstStyle>
          <a:p>
            <a:pPr marL="0" indent="0" algn="just"/>
            <a:r>
              <a:rPr lang="en-US" sz="1600" dirty="0">
                <a:latin typeface="+mn-lt"/>
              </a:rPr>
              <a:t>A well-configured server is more stable and can handle traffic surges effectively. </a:t>
            </a:r>
            <a:endParaRPr lang="en-US" sz="400" dirty="0">
              <a:latin typeface="+mn-lt"/>
            </a:endParaRPr>
          </a:p>
        </p:txBody>
      </p:sp>
      <p:sp>
        <p:nvSpPr>
          <p:cNvPr id="23" name="Google Shape;281;p25">
            <a:extLst>
              <a:ext uri="{FF2B5EF4-FFF2-40B4-BE49-F238E27FC236}">
                <a16:creationId xmlns:a16="http://schemas.microsoft.com/office/drawing/2014/main" id="{550B7D3B-A9AC-10FE-121D-CB4CBDB96F3B}"/>
              </a:ext>
            </a:extLst>
          </p:cNvPr>
          <p:cNvSpPr txBox="1">
            <a:spLocks/>
          </p:cNvSpPr>
          <p:nvPr/>
        </p:nvSpPr>
        <p:spPr>
          <a:xfrm>
            <a:off x="1199686" y="3904438"/>
            <a:ext cx="2076000" cy="42755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1pPr>
            <a:lvl2pPr marR="0" lvl="1"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2pPr>
            <a:lvl3pPr marR="0" lvl="2"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3pPr>
            <a:lvl4pPr marR="0" lvl="3"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4pPr>
            <a:lvl5pPr marR="0" lvl="4"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5pPr>
            <a:lvl6pPr marR="0" lvl="5"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6pPr>
            <a:lvl7pPr marR="0" lvl="6"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7pPr>
            <a:lvl8pPr marR="0" lvl="7"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8pPr>
            <a:lvl9pPr marR="0" lvl="8" algn="ctr" rtl="0">
              <a:lnSpc>
                <a:spcPct val="100000"/>
              </a:lnSpc>
              <a:spcBef>
                <a:spcPts val="0"/>
              </a:spcBef>
              <a:spcAft>
                <a:spcPts val="0"/>
              </a:spcAft>
              <a:buClr>
                <a:srgbClr val="FFFFFF"/>
              </a:buClr>
              <a:buSzPts val="1200"/>
              <a:buFont typeface="Roboto Black"/>
              <a:buNone/>
              <a:defRPr sz="1200" b="0" i="0" u="none" strike="noStrike" cap="none">
                <a:solidFill>
                  <a:srgbClr val="FFFFFF"/>
                </a:solidFill>
                <a:latin typeface="Roboto Black"/>
                <a:ea typeface="Roboto Black"/>
                <a:cs typeface="Roboto Black"/>
                <a:sym typeface="Roboto Black"/>
              </a:defRPr>
            </a:lvl9pPr>
          </a:lstStyle>
          <a:p>
            <a:pPr algn="l"/>
            <a:r>
              <a:rPr lang="en-US" sz="1400" dirty="0"/>
              <a:t>SCALABILITY:</a:t>
            </a:r>
          </a:p>
        </p:txBody>
      </p:sp>
      <p:sp>
        <p:nvSpPr>
          <p:cNvPr id="24" name="Google Shape;276;p25">
            <a:extLst>
              <a:ext uri="{FF2B5EF4-FFF2-40B4-BE49-F238E27FC236}">
                <a16:creationId xmlns:a16="http://schemas.microsoft.com/office/drawing/2014/main" id="{1CE013ED-42D2-16D6-CD1D-5608852D4E5A}"/>
              </a:ext>
            </a:extLst>
          </p:cNvPr>
          <p:cNvSpPr txBox="1">
            <a:spLocks/>
          </p:cNvSpPr>
          <p:nvPr/>
        </p:nvSpPr>
        <p:spPr>
          <a:xfrm>
            <a:off x="1223126" y="4124553"/>
            <a:ext cx="6980478" cy="606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1pPr>
            <a:lvl2pPr marL="914400" marR="0" lvl="1"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2pPr>
            <a:lvl3pPr marL="1371600" marR="0" lvl="2"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3pPr>
            <a:lvl4pPr marL="1828800" marR="0" lvl="3"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4pPr>
            <a:lvl5pPr marL="2286000" marR="0" lvl="4"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5pPr>
            <a:lvl6pPr marL="2743200" marR="0" lvl="5"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6pPr>
            <a:lvl7pPr marL="3200400" marR="0" lvl="6"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7pPr>
            <a:lvl8pPr marL="3657600" marR="0" lvl="7"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8pPr>
            <a:lvl9pPr marL="4114800" marR="0" lvl="8" indent="-317500" algn="ctr" rtl="0">
              <a:lnSpc>
                <a:spcPct val="100000"/>
              </a:lnSpc>
              <a:spcBef>
                <a:spcPts val="0"/>
              </a:spcBef>
              <a:spcAft>
                <a:spcPts val="0"/>
              </a:spcAft>
              <a:buClr>
                <a:srgbClr val="FFFFFF"/>
              </a:buClr>
              <a:buSzPts val="1100"/>
              <a:buFont typeface="Roboto Light"/>
              <a:buNone/>
              <a:defRPr sz="1100" b="0" i="0" u="none" strike="noStrike" cap="none">
                <a:solidFill>
                  <a:srgbClr val="FFFFFF"/>
                </a:solidFill>
                <a:latin typeface="Roboto Light"/>
                <a:ea typeface="Roboto Light"/>
                <a:cs typeface="Roboto Light"/>
                <a:sym typeface="Roboto Light"/>
              </a:defRPr>
            </a:lvl9pPr>
          </a:lstStyle>
          <a:p>
            <a:pPr marL="0" indent="0" algn="just"/>
            <a:r>
              <a:rPr lang="en-US" sz="1600" dirty="0">
                <a:latin typeface="+mn-lt"/>
              </a:rPr>
              <a:t>Configuration can be adjusted to accommodate growth in users and website complexity.</a:t>
            </a:r>
            <a:endParaRPr lang="en-US" sz="200" dirty="0">
              <a:latin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6"/>
          <p:cNvSpPr txBox="1">
            <a:spLocks noGrp="1"/>
          </p:cNvSpPr>
          <p:nvPr>
            <p:ph type="ctrTitle"/>
          </p:nvPr>
        </p:nvSpPr>
        <p:spPr>
          <a:xfrm>
            <a:off x="579832" y="3437968"/>
            <a:ext cx="8551766" cy="84650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Common Server Configuration Options</a:t>
            </a:r>
            <a:endParaRPr dirty="0">
              <a:solidFill>
                <a:srgbClr val="FFFFFF"/>
              </a:solidFill>
            </a:endParaRPr>
          </a:p>
        </p:txBody>
      </p:sp>
      <p:cxnSp>
        <p:nvCxnSpPr>
          <p:cNvPr id="298" name="Google Shape;298;p26"/>
          <p:cNvCxnSpPr>
            <a:cxnSpLocks/>
          </p:cNvCxnSpPr>
          <p:nvPr/>
        </p:nvCxnSpPr>
        <p:spPr>
          <a:xfrm>
            <a:off x="626481" y="4284471"/>
            <a:ext cx="8174619" cy="0"/>
          </a:xfrm>
          <a:prstGeom prst="straightConnector1">
            <a:avLst/>
          </a:prstGeom>
          <a:noFill/>
          <a:ln w="9525" cap="flat" cmpd="sng">
            <a:solidFill>
              <a:schemeClr val="accent1"/>
            </a:solidFill>
            <a:prstDash val="solid"/>
            <a:round/>
            <a:headEnd type="none" w="med" len="med"/>
            <a:tailEnd type="none" w="med" len="med"/>
          </a:ln>
        </p:spPr>
      </p:cxnSp>
      <p:grpSp>
        <p:nvGrpSpPr>
          <p:cNvPr id="2" name="Group 1">
            <a:extLst>
              <a:ext uri="{FF2B5EF4-FFF2-40B4-BE49-F238E27FC236}">
                <a16:creationId xmlns:a16="http://schemas.microsoft.com/office/drawing/2014/main" id="{E5D1643E-4DF3-B0F3-D844-D1464FCF901E}"/>
              </a:ext>
            </a:extLst>
          </p:cNvPr>
          <p:cNvGrpSpPr/>
          <p:nvPr/>
        </p:nvGrpSpPr>
        <p:grpSpPr>
          <a:xfrm>
            <a:off x="3229990" y="363330"/>
            <a:ext cx="2684019" cy="2922856"/>
            <a:chOff x="1112845" y="1068391"/>
            <a:chExt cx="2684019" cy="2922856"/>
          </a:xfrm>
        </p:grpSpPr>
        <p:sp>
          <p:nvSpPr>
            <p:cNvPr id="299" name="Google Shape;299;p26"/>
            <p:cNvSpPr/>
            <p:nvPr/>
          </p:nvSpPr>
          <p:spPr>
            <a:xfrm>
              <a:off x="1953596" y="1830067"/>
              <a:ext cx="1094271" cy="2041506"/>
            </a:xfrm>
            <a:custGeom>
              <a:avLst/>
              <a:gdLst/>
              <a:ahLst/>
              <a:cxnLst/>
              <a:rect l="l" t="t" r="r" b="b"/>
              <a:pathLst>
                <a:path w="78009" h="145536" fill="none" extrusionOk="0">
                  <a:moveTo>
                    <a:pt x="9069" y="1"/>
                  </a:moveTo>
                  <a:lnTo>
                    <a:pt x="68940" y="1"/>
                  </a:lnTo>
                  <a:cubicBezTo>
                    <a:pt x="73962" y="1"/>
                    <a:pt x="78008" y="4096"/>
                    <a:pt x="78008" y="9118"/>
                  </a:cubicBezTo>
                  <a:lnTo>
                    <a:pt x="78008" y="136418"/>
                  </a:lnTo>
                  <a:cubicBezTo>
                    <a:pt x="78008" y="141440"/>
                    <a:pt x="73962" y="145535"/>
                    <a:pt x="68940" y="145535"/>
                  </a:cubicBezTo>
                  <a:lnTo>
                    <a:pt x="9069" y="145535"/>
                  </a:lnTo>
                  <a:cubicBezTo>
                    <a:pt x="4047" y="145535"/>
                    <a:pt x="0" y="141440"/>
                    <a:pt x="0" y="136418"/>
                  </a:cubicBezTo>
                  <a:lnTo>
                    <a:pt x="0" y="9118"/>
                  </a:lnTo>
                  <a:cubicBezTo>
                    <a:pt x="0" y="4096"/>
                    <a:pt x="4047" y="1"/>
                    <a:pt x="9069" y="1"/>
                  </a:cubicBezTo>
                  <a:close/>
                </a:path>
              </a:pathLst>
            </a:custGeom>
            <a:no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6"/>
            <p:cNvSpPr/>
            <p:nvPr/>
          </p:nvSpPr>
          <p:spPr>
            <a:xfrm>
              <a:off x="2056879" y="1992173"/>
              <a:ext cx="887043" cy="1628410"/>
            </a:xfrm>
            <a:custGeom>
              <a:avLst/>
              <a:gdLst/>
              <a:ahLst/>
              <a:cxnLst/>
              <a:rect l="l" t="t" r="r" b="b"/>
              <a:pathLst>
                <a:path w="63236" h="116087" extrusionOk="0">
                  <a:moveTo>
                    <a:pt x="2682" y="1"/>
                  </a:moveTo>
                  <a:cubicBezTo>
                    <a:pt x="1219" y="1"/>
                    <a:pt x="0" y="1171"/>
                    <a:pt x="0" y="2682"/>
                  </a:cubicBezTo>
                  <a:lnTo>
                    <a:pt x="0" y="113405"/>
                  </a:lnTo>
                  <a:cubicBezTo>
                    <a:pt x="0" y="114917"/>
                    <a:pt x="1219" y="116087"/>
                    <a:pt x="2682" y="116087"/>
                  </a:cubicBezTo>
                  <a:lnTo>
                    <a:pt x="60554" y="116087"/>
                  </a:lnTo>
                  <a:cubicBezTo>
                    <a:pt x="62066" y="116087"/>
                    <a:pt x="63236" y="114917"/>
                    <a:pt x="63236" y="113405"/>
                  </a:cubicBezTo>
                  <a:lnTo>
                    <a:pt x="63236" y="2682"/>
                  </a:lnTo>
                  <a:cubicBezTo>
                    <a:pt x="63236" y="1171"/>
                    <a:pt x="62066" y="1"/>
                    <a:pt x="60554" y="1"/>
                  </a:cubicBezTo>
                  <a:close/>
                </a:path>
              </a:pathLst>
            </a:custGeom>
            <a:gradFill>
              <a:gsLst>
                <a:gs pos="0">
                  <a:srgbClr val="052643">
                    <a:alpha val="53460"/>
                  </a:srgbClr>
                </a:gs>
                <a:gs pos="100000">
                  <a:srgbClr val="041523">
                    <a:alpha val="53460"/>
                  </a:srgbClr>
                </a:gs>
              </a:gsLst>
              <a:path path="circle">
                <a:fillToRect l="50000" t="50000" r="50000" b="50000"/>
              </a:path>
              <a:tileRect/>
            </a:gra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6"/>
            <p:cNvSpPr/>
            <p:nvPr/>
          </p:nvSpPr>
          <p:spPr>
            <a:xfrm>
              <a:off x="2396132" y="3661112"/>
              <a:ext cx="182624" cy="156421"/>
            </a:xfrm>
            <a:custGeom>
              <a:avLst/>
              <a:gdLst/>
              <a:ahLst/>
              <a:cxnLst/>
              <a:rect l="l" t="t" r="r" b="b"/>
              <a:pathLst>
                <a:path w="13019" h="11151" extrusionOk="0">
                  <a:moveTo>
                    <a:pt x="7460" y="1"/>
                  </a:moveTo>
                  <a:cubicBezTo>
                    <a:pt x="2487" y="1"/>
                    <a:pt x="1" y="5997"/>
                    <a:pt x="3511" y="9508"/>
                  </a:cubicBezTo>
                  <a:cubicBezTo>
                    <a:pt x="4646" y="10643"/>
                    <a:pt x="6041" y="11151"/>
                    <a:pt x="7409" y="11151"/>
                  </a:cubicBezTo>
                  <a:cubicBezTo>
                    <a:pt x="10272" y="11151"/>
                    <a:pt x="13018" y="8924"/>
                    <a:pt x="13018" y="5559"/>
                  </a:cubicBezTo>
                  <a:cubicBezTo>
                    <a:pt x="13018" y="2487"/>
                    <a:pt x="10532" y="1"/>
                    <a:pt x="7460" y="1"/>
                  </a:cubicBezTo>
                  <a:close/>
                </a:path>
              </a:pathLst>
            </a:custGeom>
            <a:gradFill>
              <a:gsLst>
                <a:gs pos="0">
                  <a:srgbClr val="052643"/>
                </a:gs>
                <a:gs pos="100000">
                  <a:srgbClr val="041523"/>
                </a:gs>
              </a:gsLst>
              <a:path path="circle">
                <a:fillToRect l="50000" t="50000" r="50000" b="50000"/>
              </a:path>
              <a:tileRect/>
            </a:gra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6"/>
            <p:cNvSpPr/>
            <p:nvPr/>
          </p:nvSpPr>
          <p:spPr>
            <a:xfrm>
              <a:off x="2392035" y="1893688"/>
              <a:ext cx="217496" cy="35574"/>
            </a:xfrm>
            <a:custGeom>
              <a:avLst/>
              <a:gdLst/>
              <a:ahLst/>
              <a:cxnLst/>
              <a:rect l="l" t="t" r="r" b="b"/>
              <a:pathLst>
                <a:path w="15505" h="2536" extrusionOk="0">
                  <a:moveTo>
                    <a:pt x="1317" y="0"/>
                  </a:moveTo>
                  <a:cubicBezTo>
                    <a:pt x="585" y="0"/>
                    <a:pt x="0" y="536"/>
                    <a:pt x="0" y="1268"/>
                  </a:cubicBezTo>
                  <a:cubicBezTo>
                    <a:pt x="0" y="1950"/>
                    <a:pt x="585" y="2535"/>
                    <a:pt x="1317" y="2535"/>
                  </a:cubicBezTo>
                  <a:lnTo>
                    <a:pt x="14188" y="2535"/>
                  </a:lnTo>
                  <a:cubicBezTo>
                    <a:pt x="14919" y="2535"/>
                    <a:pt x="15456" y="1950"/>
                    <a:pt x="15504" y="1268"/>
                  </a:cubicBezTo>
                  <a:cubicBezTo>
                    <a:pt x="15456" y="536"/>
                    <a:pt x="14919" y="0"/>
                    <a:pt x="14188" y="0"/>
                  </a:cubicBezTo>
                  <a:close/>
                </a:path>
              </a:pathLst>
            </a:custGeom>
            <a:solidFill>
              <a:srgbClr val="161234"/>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6"/>
            <p:cNvSpPr/>
            <p:nvPr/>
          </p:nvSpPr>
          <p:spPr>
            <a:xfrm>
              <a:off x="2251814" y="3281499"/>
              <a:ext cx="119697" cy="102639"/>
            </a:xfrm>
            <a:custGeom>
              <a:avLst/>
              <a:gdLst/>
              <a:ahLst/>
              <a:cxnLst/>
              <a:rect l="l" t="t" r="r" b="b"/>
              <a:pathLst>
                <a:path w="8533" h="7317" extrusionOk="0">
                  <a:moveTo>
                    <a:pt x="4876" y="0"/>
                  </a:moveTo>
                  <a:cubicBezTo>
                    <a:pt x="1658" y="0"/>
                    <a:pt x="1" y="3950"/>
                    <a:pt x="2292" y="6241"/>
                  </a:cubicBezTo>
                  <a:cubicBezTo>
                    <a:pt x="3050" y="6983"/>
                    <a:pt x="3972" y="7316"/>
                    <a:pt x="4872" y="7316"/>
                  </a:cubicBezTo>
                  <a:cubicBezTo>
                    <a:pt x="6750" y="7316"/>
                    <a:pt x="8533" y="5866"/>
                    <a:pt x="8533" y="3657"/>
                  </a:cubicBezTo>
                  <a:cubicBezTo>
                    <a:pt x="8533" y="1609"/>
                    <a:pt x="6924"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6"/>
            <p:cNvSpPr/>
            <p:nvPr/>
          </p:nvSpPr>
          <p:spPr>
            <a:xfrm>
              <a:off x="2326365" y="3384094"/>
              <a:ext cx="14" cy="30103"/>
            </a:xfrm>
            <a:custGeom>
              <a:avLst/>
              <a:gdLst/>
              <a:ahLst/>
              <a:cxnLst/>
              <a:rect l="l" t="t" r="r" b="b"/>
              <a:pathLst>
                <a:path w="1" h="2146" fill="none" extrusionOk="0">
                  <a:moveTo>
                    <a:pt x="1" y="1"/>
                  </a:moveTo>
                  <a:lnTo>
                    <a:pt x="1" y="2146"/>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6"/>
            <p:cNvSpPr/>
            <p:nvPr/>
          </p:nvSpPr>
          <p:spPr>
            <a:xfrm>
              <a:off x="2327052" y="3444293"/>
              <a:ext cx="29430" cy="30103"/>
            </a:xfrm>
            <a:custGeom>
              <a:avLst/>
              <a:gdLst/>
              <a:ahLst/>
              <a:cxnLst/>
              <a:rect l="l" t="t" r="r" b="b"/>
              <a:pathLst>
                <a:path w="2098" h="2146" fill="none" extrusionOk="0">
                  <a:moveTo>
                    <a:pt x="1" y="0"/>
                  </a:moveTo>
                  <a:lnTo>
                    <a:pt x="1" y="2145"/>
                  </a:lnTo>
                  <a:lnTo>
                    <a:pt x="2097" y="2145"/>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6"/>
            <p:cNvSpPr/>
            <p:nvPr/>
          </p:nvSpPr>
          <p:spPr>
            <a:xfrm>
              <a:off x="2411185" y="3474385"/>
              <a:ext cx="409673" cy="14"/>
            </a:xfrm>
            <a:custGeom>
              <a:avLst/>
              <a:gdLst/>
              <a:ahLst/>
              <a:cxnLst/>
              <a:rect l="l" t="t" r="r" b="b"/>
              <a:pathLst>
                <a:path w="29205" h="1" fill="none" extrusionOk="0">
                  <a:moveTo>
                    <a:pt x="0" y="0"/>
                  </a:moveTo>
                  <a:lnTo>
                    <a:pt x="29205"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2848263" y="3444293"/>
              <a:ext cx="30103" cy="30103"/>
            </a:xfrm>
            <a:custGeom>
              <a:avLst/>
              <a:gdLst/>
              <a:ahLst/>
              <a:cxnLst/>
              <a:rect l="l" t="t" r="r" b="b"/>
              <a:pathLst>
                <a:path w="2146" h="2146" fill="none" extrusionOk="0">
                  <a:moveTo>
                    <a:pt x="0" y="2145"/>
                  </a:moveTo>
                  <a:lnTo>
                    <a:pt x="2145" y="2145"/>
                  </a:lnTo>
                  <a:lnTo>
                    <a:pt x="2145"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a:off x="2878356" y="3081768"/>
              <a:ext cx="14" cy="307090"/>
            </a:xfrm>
            <a:custGeom>
              <a:avLst/>
              <a:gdLst/>
              <a:ahLst/>
              <a:cxnLst/>
              <a:rect l="l" t="t" r="r" b="b"/>
              <a:pathLst>
                <a:path w="1" h="21892" fill="none" extrusionOk="0">
                  <a:moveTo>
                    <a:pt x="0" y="21892"/>
                  </a:moveTo>
                  <a:lnTo>
                    <a:pt x="0" y="1"/>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2878356" y="3024319"/>
              <a:ext cx="30103" cy="29416"/>
            </a:xfrm>
            <a:custGeom>
              <a:avLst/>
              <a:gdLst/>
              <a:ahLst/>
              <a:cxnLst/>
              <a:rect l="l" t="t" r="r" b="b"/>
              <a:pathLst>
                <a:path w="2146" h="2097" fill="none" extrusionOk="0">
                  <a:moveTo>
                    <a:pt x="0" y="2097"/>
                  </a:moveTo>
                  <a:lnTo>
                    <a:pt x="0" y="0"/>
                  </a:lnTo>
                  <a:lnTo>
                    <a:pt x="2145"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a:off x="2970695" y="3024319"/>
              <a:ext cx="341962" cy="14"/>
            </a:xfrm>
            <a:custGeom>
              <a:avLst/>
              <a:gdLst/>
              <a:ahLst/>
              <a:cxnLst/>
              <a:rect l="l" t="t" r="r" b="b"/>
              <a:pathLst>
                <a:path w="24378" h="1" fill="none" extrusionOk="0">
                  <a:moveTo>
                    <a:pt x="0" y="0"/>
                  </a:moveTo>
                  <a:lnTo>
                    <a:pt x="24378" y="0"/>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3344151" y="3024319"/>
              <a:ext cx="29416" cy="29416"/>
            </a:xfrm>
            <a:custGeom>
              <a:avLst/>
              <a:gdLst/>
              <a:ahLst/>
              <a:cxnLst/>
              <a:rect l="l" t="t" r="r" b="b"/>
              <a:pathLst>
                <a:path w="2097" h="2097" fill="none" extrusionOk="0">
                  <a:moveTo>
                    <a:pt x="0" y="0"/>
                  </a:moveTo>
                  <a:lnTo>
                    <a:pt x="2097" y="0"/>
                  </a:lnTo>
                  <a:lnTo>
                    <a:pt x="2097" y="2097"/>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3373557" y="3107076"/>
              <a:ext cx="14" cy="292053"/>
            </a:xfrm>
            <a:custGeom>
              <a:avLst/>
              <a:gdLst/>
              <a:ahLst/>
              <a:cxnLst/>
              <a:rect l="l" t="t" r="r" b="b"/>
              <a:pathLst>
                <a:path w="1" h="20820" fill="none" extrusionOk="0">
                  <a:moveTo>
                    <a:pt x="1" y="1"/>
                  </a:moveTo>
                  <a:lnTo>
                    <a:pt x="1" y="20819"/>
                  </a:lnTo>
                </a:path>
              </a:pathLst>
            </a:custGeom>
            <a:solidFill>
              <a:srgbClr val="48FFD5"/>
            </a:solid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3373557" y="3425816"/>
              <a:ext cx="14" cy="30103"/>
            </a:xfrm>
            <a:custGeom>
              <a:avLst/>
              <a:gdLst/>
              <a:ahLst/>
              <a:cxnLst/>
              <a:rect l="l" t="t" r="r" b="b"/>
              <a:pathLst>
                <a:path w="1" h="2146" fill="none" extrusionOk="0">
                  <a:moveTo>
                    <a:pt x="1" y="1"/>
                  </a:move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1673154" y="2077680"/>
              <a:ext cx="29430" cy="14"/>
            </a:xfrm>
            <a:custGeom>
              <a:avLst/>
              <a:gdLst/>
              <a:ahLst/>
              <a:cxnLst/>
              <a:rect l="l" t="t" r="r" b="b"/>
              <a:pathLst>
                <a:path w="2098" h="1" fill="none" extrusionOk="0">
                  <a:moveTo>
                    <a:pt x="1" y="0"/>
                  </a:moveTo>
                  <a:lnTo>
                    <a:pt x="2097"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6"/>
            <p:cNvSpPr/>
            <p:nvPr/>
          </p:nvSpPr>
          <p:spPr>
            <a:xfrm>
              <a:off x="1736762" y="2077680"/>
              <a:ext cx="50625" cy="14"/>
            </a:xfrm>
            <a:custGeom>
              <a:avLst/>
              <a:gdLst/>
              <a:ahLst/>
              <a:cxnLst/>
              <a:rect l="l" t="t" r="r" b="b"/>
              <a:pathLst>
                <a:path w="3609" h="1" fill="none" extrusionOk="0">
                  <a:moveTo>
                    <a:pt x="1" y="0"/>
                  </a:moveTo>
                  <a:lnTo>
                    <a:pt x="3609"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6"/>
            <p:cNvSpPr/>
            <p:nvPr/>
          </p:nvSpPr>
          <p:spPr>
            <a:xfrm>
              <a:off x="1804480" y="2077680"/>
              <a:ext cx="30103" cy="29416"/>
            </a:xfrm>
            <a:custGeom>
              <a:avLst/>
              <a:gdLst/>
              <a:ahLst/>
              <a:cxnLst/>
              <a:rect l="l" t="t" r="r" b="b"/>
              <a:pathLst>
                <a:path w="2146" h="2097" fill="none" extrusionOk="0">
                  <a:moveTo>
                    <a:pt x="1" y="0"/>
                  </a:moveTo>
                  <a:lnTo>
                    <a:pt x="2146" y="0"/>
                  </a:lnTo>
                  <a:lnTo>
                    <a:pt x="2146" y="2097"/>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6"/>
            <p:cNvSpPr/>
            <p:nvPr/>
          </p:nvSpPr>
          <p:spPr>
            <a:xfrm>
              <a:off x="1833900" y="2169332"/>
              <a:ext cx="14" cy="464394"/>
            </a:xfrm>
            <a:custGeom>
              <a:avLst/>
              <a:gdLst/>
              <a:ahLst/>
              <a:cxnLst/>
              <a:rect l="l" t="t" r="r" b="b"/>
              <a:pathLst>
                <a:path w="1" h="33106" fill="none" extrusionOk="0">
                  <a:moveTo>
                    <a:pt x="0" y="0"/>
                  </a:moveTo>
                  <a:lnTo>
                    <a:pt x="0" y="33105"/>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1834573" y="2665217"/>
              <a:ext cx="29430" cy="30117"/>
            </a:xfrm>
            <a:custGeom>
              <a:avLst/>
              <a:gdLst/>
              <a:ahLst/>
              <a:cxnLst/>
              <a:rect l="l" t="t" r="r" b="b"/>
              <a:pathLst>
                <a:path w="2098" h="2147" fill="none" extrusionOk="0">
                  <a:moveTo>
                    <a:pt x="1" y="1"/>
                  </a:moveTo>
                  <a:lnTo>
                    <a:pt x="1" y="2146"/>
                  </a:lnTo>
                  <a:lnTo>
                    <a:pt x="2097"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1923504" y="2695323"/>
              <a:ext cx="681189" cy="14"/>
            </a:xfrm>
            <a:custGeom>
              <a:avLst/>
              <a:gdLst/>
              <a:ahLst/>
              <a:cxnLst/>
              <a:rect l="l" t="t" r="r" b="b"/>
              <a:pathLst>
                <a:path w="48561" h="1" fill="none" extrusionOk="0">
                  <a:moveTo>
                    <a:pt x="0" y="0"/>
                  </a:moveTo>
                  <a:lnTo>
                    <a:pt x="4856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p:nvPr/>
          </p:nvSpPr>
          <p:spPr>
            <a:xfrm>
              <a:off x="2634164" y="2695323"/>
              <a:ext cx="30103" cy="14"/>
            </a:xfrm>
            <a:custGeom>
              <a:avLst/>
              <a:gdLst/>
              <a:ahLst/>
              <a:cxnLst/>
              <a:rect l="l" t="t" r="r" b="b"/>
              <a:pathLst>
                <a:path w="2146" h="1" fill="none" extrusionOk="0">
                  <a:moveTo>
                    <a:pt x="1" y="0"/>
                  </a:moveTo>
                  <a:lnTo>
                    <a:pt x="2146"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2608856" y="2648129"/>
              <a:ext cx="119697" cy="102934"/>
            </a:xfrm>
            <a:custGeom>
              <a:avLst/>
              <a:gdLst/>
              <a:ahLst/>
              <a:cxnLst/>
              <a:rect l="l" t="t" r="r" b="b"/>
              <a:pathLst>
                <a:path w="8533" h="7338" extrusionOk="0">
                  <a:moveTo>
                    <a:pt x="4876" y="0"/>
                  </a:moveTo>
                  <a:cubicBezTo>
                    <a:pt x="1610" y="0"/>
                    <a:pt x="1" y="3949"/>
                    <a:pt x="2292" y="6241"/>
                  </a:cubicBezTo>
                  <a:cubicBezTo>
                    <a:pt x="3035" y="6999"/>
                    <a:pt x="3951" y="7338"/>
                    <a:pt x="4851" y="7338"/>
                  </a:cubicBezTo>
                  <a:cubicBezTo>
                    <a:pt x="6729" y="7338"/>
                    <a:pt x="8533" y="5865"/>
                    <a:pt x="8533" y="3657"/>
                  </a:cubicBezTo>
                  <a:cubicBezTo>
                    <a:pt x="8533" y="1658"/>
                    <a:pt x="6875"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p:nvPr/>
          </p:nvSpPr>
          <p:spPr>
            <a:xfrm>
              <a:off x="1611594" y="3639226"/>
              <a:ext cx="30103" cy="14"/>
            </a:xfrm>
            <a:custGeom>
              <a:avLst/>
              <a:gdLst/>
              <a:ahLst/>
              <a:cxnLst/>
              <a:rect l="l" t="t" r="r" b="b"/>
              <a:pathLst>
                <a:path w="2146" h="1" fill="none" extrusionOk="0">
                  <a:moveTo>
                    <a:pt x="1" y="0"/>
                  </a:moveTo>
                  <a:lnTo>
                    <a:pt x="2146"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6"/>
            <p:cNvSpPr/>
            <p:nvPr/>
          </p:nvSpPr>
          <p:spPr>
            <a:xfrm>
              <a:off x="1724458" y="3609808"/>
              <a:ext cx="30103" cy="30117"/>
            </a:xfrm>
            <a:custGeom>
              <a:avLst/>
              <a:gdLst/>
              <a:ahLst/>
              <a:cxnLst/>
              <a:rect l="l" t="t" r="r" b="b"/>
              <a:pathLst>
                <a:path w="2146" h="2147" fill="none" extrusionOk="0">
                  <a:moveTo>
                    <a:pt x="0" y="2146"/>
                  </a:moveTo>
                  <a:lnTo>
                    <a:pt x="2146" y="2146"/>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p:nvPr/>
          </p:nvSpPr>
          <p:spPr>
            <a:xfrm>
              <a:off x="1754551" y="3238402"/>
              <a:ext cx="14" cy="313935"/>
            </a:xfrm>
            <a:custGeom>
              <a:avLst/>
              <a:gdLst/>
              <a:ahLst/>
              <a:cxnLst/>
              <a:rect l="l" t="t" r="r" b="b"/>
              <a:pathLst>
                <a:path w="1" h="22380" fill="none" extrusionOk="0">
                  <a:moveTo>
                    <a:pt x="1" y="22379"/>
                  </a:moveTo>
                  <a:lnTo>
                    <a:pt x="1"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6"/>
            <p:cNvSpPr/>
            <p:nvPr/>
          </p:nvSpPr>
          <p:spPr>
            <a:xfrm>
              <a:off x="1754551" y="3179578"/>
              <a:ext cx="30103" cy="30117"/>
            </a:xfrm>
            <a:custGeom>
              <a:avLst/>
              <a:gdLst/>
              <a:ahLst/>
              <a:cxnLst/>
              <a:rect l="l" t="t" r="r" b="b"/>
              <a:pathLst>
                <a:path w="2146" h="2147" fill="none" extrusionOk="0">
                  <a:moveTo>
                    <a:pt x="1" y="2146"/>
                  </a:moveTo>
                  <a:lnTo>
                    <a:pt x="1" y="1"/>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p:nvPr/>
          </p:nvSpPr>
          <p:spPr>
            <a:xfrm>
              <a:off x="1840732" y="3179578"/>
              <a:ext cx="871318" cy="14"/>
            </a:xfrm>
            <a:custGeom>
              <a:avLst/>
              <a:gdLst/>
              <a:ahLst/>
              <a:cxnLst/>
              <a:rect l="l" t="t" r="r" b="b"/>
              <a:pathLst>
                <a:path w="62115" h="1" fill="none" extrusionOk="0">
                  <a:moveTo>
                    <a:pt x="1" y="1"/>
                  </a:moveTo>
                  <a:lnTo>
                    <a:pt x="62115"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6"/>
            <p:cNvSpPr/>
            <p:nvPr/>
          </p:nvSpPr>
          <p:spPr>
            <a:xfrm>
              <a:off x="2740183" y="3179578"/>
              <a:ext cx="30103" cy="30117"/>
            </a:xfrm>
            <a:custGeom>
              <a:avLst/>
              <a:gdLst/>
              <a:ahLst/>
              <a:cxnLst/>
              <a:rect l="l" t="t" r="r" b="b"/>
              <a:pathLst>
                <a:path w="2146" h="2147" fill="none" extrusionOk="0">
                  <a:moveTo>
                    <a:pt x="1" y="1"/>
                  </a:moveTo>
                  <a:lnTo>
                    <a:pt x="2146" y="1"/>
                  </a:lnTo>
                  <a:lnTo>
                    <a:pt x="2146"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6"/>
            <p:cNvSpPr/>
            <p:nvPr/>
          </p:nvSpPr>
          <p:spPr>
            <a:xfrm>
              <a:off x="2770275" y="3289706"/>
              <a:ext cx="14" cy="30103"/>
            </a:xfrm>
            <a:custGeom>
              <a:avLst/>
              <a:gdLst/>
              <a:ahLst/>
              <a:cxnLst/>
              <a:rect l="l" t="t" r="r" b="b"/>
              <a:pathLst>
                <a:path w="1" h="2146" fill="none" extrusionOk="0">
                  <a:moveTo>
                    <a:pt x="1" y="0"/>
                  </a:move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6"/>
            <p:cNvSpPr/>
            <p:nvPr/>
          </p:nvSpPr>
          <p:spPr>
            <a:xfrm>
              <a:off x="2699147" y="3284235"/>
              <a:ext cx="119697" cy="102639"/>
            </a:xfrm>
            <a:custGeom>
              <a:avLst/>
              <a:gdLst/>
              <a:ahLst/>
              <a:cxnLst/>
              <a:rect l="l" t="t" r="r" b="b"/>
              <a:pathLst>
                <a:path w="8533" h="7317" extrusionOk="0">
                  <a:moveTo>
                    <a:pt x="4876" y="0"/>
                  </a:moveTo>
                  <a:cubicBezTo>
                    <a:pt x="1658" y="0"/>
                    <a:pt x="0" y="3950"/>
                    <a:pt x="2292" y="6241"/>
                  </a:cubicBezTo>
                  <a:cubicBezTo>
                    <a:pt x="3050" y="6983"/>
                    <a:pt x="3972" y="7316"/>
                    <a:pt x="4872" y="7316"/>
                  </a:cubicBezTo>
                  <a:cubicBezTo>
                    <a:pt x="6750" y="7316"/>
                    <a:pt x="8533" y="5866"/>
                    <a:pt x="8533" y="3657"/>
                  </a:cubicBezTo>
                  <a:cubicBezTo>
                    <a:pt x="8533" y="1609"/>
                    <a:pt x="6924"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6"/>
            <p:cNvSpPr/>
            <p:nvPr/>
          </p:nvSpPr>
          <p:spPr>
            <a:xfrm>
              <a:off x="2526098" y="3007905"/>
              <a:ext cx="14" cy="29416"/>
            </a:xfrm>
            <a:custGeom>
              <a:avLst/>
              <a:gdLst/>
              <a:ahLst/>
              <a:cxnLst/>
              <a:rect l="l" t="t" r="r" b="b"/>
              <a:pathLst>
                <a:path w="1" h="2097" fill="none" extrusionOk="0">
                  <a:moveTo>
                    <a:pt x="0" y="2097"/>
                  </a:moveTo>
                  <a:lnTo>
                    <a:pt x="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2526098" y="2548944"/>
              <a:ext cx="14" cy="404890"/>
            </a:xfrm>
            <a:custGeom>
              <a:avLst/>
              <a:gdLst/>
              <a:ahLst/>
              <a:cxnLst/>
              <a:rect l="l" t="t" r="r" b="b"/>
              <a:pathLst>
                <a:path w="1" h="28864" fill="none" extrusionOk="0">
                  <a:moveTo>
                    <a:pt x="0" y="28864"/>
                  </a:moveTo>
                  <a:lnTo>
                    <a:pt x="0"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6"/>
            <p:cNvSpPr/>
            <p:nvPr/>
          </p:nvSpPr>
          <p:spPr>
            <a:xfrm>
              <a:off x="2526785" y="2492168"/>
              <a:ext cx="29416" cy="30117"/>
            </a:xfrm>
            <a:custGeom>
              <a:avLst/>
              <a:gdLst/>
              <a:ahLst/>
              <a:cxnLst/>
              <a:rect l="l" t="t" r="r" b="b"/>
              <a:pathLst>
                <a:path w="2097" h="2147" fill="none" extrusionOk="0">
                  <a:moveTo>
                    <a:pt x="0" y="2146"/>
                  </a:moveTo>
                  <a:lnTo>
                    <a:pt x="0" y="1"/>
                  </a:lnTo>
                  <a:lnTo>
                    <a:pt x="2097"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p:nvPr/>
          </p:nvSpPr>
          <p:spPr>
            <a:xfrm>
              <a:off x="2615014" y="2492168"/>
              <a:ext cx="904830" cy="14"/>
            </a:xfrm>
            <a:custGeom>
              <a:avLst/>
              <a:gdLst/>
              <a:ahLst/>
              <a:cxnLst/>
              <a:rect l="l" t="t" r="r" b="b"/>
              <a:pathLst>
                <a:path w="64504" h="1" fill="none" extrusionOk="0">
                  <a:moveTo>
                    <a:pt x="1" y="1"/>
                  </a:moveTo>
                  <a:lnTo>
                    <a:pt x="64504"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6"/>
            <p:cNvSpPr/>
            <p:nvPr/>
          </p:nvSpPr>
          <p:spPr>
            <a:xfrm>
              <a:off x="3549342" y="2462076"/>
              <a:ext cx="30117" cy="30103"/>
            </a:xfrm>
            <a:custGeom>
              <a:avLst/>
              <a:gdLst/>
              <a:ahLst/>
              <a:cxnLst/>
              <a:rect l="l" t="t" r="r" b="b"/>
              <a:pathLst>
                <a:path w="2147" h="2146" fill="none" extrusionOk="0">
                  <a:moveTo>
                    <a:pt x="1" y="2146"/>
                  </a:moveTo>
                  <a:lnTo>
                    <a:pt x="2146" y="2146"/>
                  </a:lnTo>
                  <a:lnTo>
                    <a:pt x="2146"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6"/>
            <p:cNvSpPr/>
            <p:nvPr/>
          </p:nvSpPr>
          <p:spPr>
            <a:xfrm>
              <a:off x="3579448" y="2350587"/>
              <a:ext cx="14" cy="67037"/>
            </a:xfrm>
            <a:custGeom>
              <a:avLst/>
              <a:gdLst/>
              <a:ahLst/>
              <a:cxnLst/>
              <a:rect l="l" t="t" r="r" b="b"/>
              <a:pathLst>
                <a:path w="1" h="4779" fill="none" extrusionOk="0">
                  <a:moveTo>
                    <a:pt x="0" y="4779"/>
                  </a:moveTo>
                  <a:lnTo>
                    <a:pt x="0" y="1"/>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6"/>
            <p:cNvSpPr/>
            <p:nvPr/>
          </p:nvSpPr>
          <p:spPr>
            <a:xfrm>
              <a:off x="3579448" y="2297922"/>
              <a:ext cx="14" cy="30103"/>
            </a:xfrm>
            <a:custGeom>
              <a:avLst/>
              <a:gdLst/>
              <a:ahLst/>
              <a:cxnLst/>
              <a:rect l="l" t="t" r="r" b="b"/>
              <a:pathLst>
                <a:path w="1" h="2146" fill="none" extrusionOk="0">
                  <a:moveTo>
                    <a:pt x="0" y="2146"/>
                  </a:moveTo>
                  <a:lnTo>
                    <a:pt x="0"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6"/>
            <p:cNvSpPr/>
            <p:nvPr/>
          </p:nvSpPr>
          <p:spPr>
            <a:xfrm>
              <a:off x="2473432" y="3007217"/>
              <a:ext cx="103284" cy="103284"/>
            </a:xfrm>
            <a:custGeom>
              <a:avLst/>
              <a:gdLst/>
              <a:ahLst/>
              <a:cxnLst/>
              <a:rect l="l" t="t" r="r" b="b"/>
              <a:pathLst>
                <a:path w="7363" h="7363" extrusionOk="0">
                  <a:moveTo>
                    <a:pt x="3657" y="1"/>
                  </a:moveTo>
                  <a:cubicBezTo>
                    <a:pt x="1658" y="1"/>
                    <a:pt x="0" y="1658"/>
                    <a:pt x="0" y="3706"/>
                  </a:cubicBezTo>
                  <a:cubicBezTo>
                    <a:pt x="0" y="5754"/>
                    <a:pt x="1658" y="7363"/>
                    <a:pt x="3657" y="7363"/>
                  </a:cubicBezTo>
                  <a:cubicBezTo>
                    <a:pt x="5705" y="7363"/>
                    <a:pt x="7362" y="5754"/>
                    <a:pt x="7362" y="3706"/>
                  </a:cubicBezTo>
                  <a:cubicBezTo>
                    <a:pt x="7362" y="1658"/>
                    <a:pt x="5705" y="1"/>
                    <a:pt x="3657" y="1"/>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2811324" y="1640604"/>
              <a:ext cx="14" cy="30103"/>
            </a:xfrm>
            <a:custGeom>
              <a:avLst/>
              <a:gdLst/>
              <a:ahLst/>
              <a:cxnLst/>
              <a:rect l="l" t="t" r="r" b="b"/>
              <a:pathLst>
                <a:path w="1" h="2146" fill="none" extrusionOk="0">
                  <a:moveTo>
                    <a:pt x="0" y="1"/>
                  </a:moveTo>
                  <a:lnTo>
                    <a:pt x="0"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6"/>
            <p:cNvSpPr/>
            <p:nvPr/>
          </p:nvSpPr>
          <p:spPr>
            <a:xfrm>
              <a:off x="2811324" y="1728160"/>
              <a:ext cx="14" cy="547143"/>
            </a:xfrm>
            <a:custGeom>
              <a:avLst/>
              <a:gdLst/>
              <a:ahLst/>
              <a:cxnLst/>
              <a:rect l="l" t="t" r="r" b="b"/>
              <a:pathLst>
                <a:path w="1" h="39005" fill="none" extrusionOk="0">
                  <a:moveTo>
                    <a:pt x="0" y="0"/>
                  </a:moveTo>
                  <a:lnTo>
                    <a:pt x="0" y="39004"/>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6"/>
            <p:cNvSpPr/>
            <p:nvPr/>
          </p:nvSpPr>
          <p:spPr>
            <a:xfrm>
              <a:off x="2781905" y="2304754"/>
              <a:ext cx="30103" cy="29430"/>
            </a:xfrm>
            <a:custGeom>
              <a:avLst/>
              <a:gdLst/>
              <a:ahLst/>
              <a:cxnLst/>
              <a:rect l="l" t="t" r="r" b="b"/>
              <a:pathLst>
                <a:path w="2146" h="2098" fill="none" extrusionOk="0">
                  <a:moveTo>
                    <a:pt x="2146" y="1"/>
                  </a:moveTo>
                  <a:lnTo>
                    <a:pt x="2146" y="2097"/>
                  </a:lnTo>
                  <a:lnTo>
                    <a:pt x="1" y="2097"/>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6"/>
            <p:cNvSpPr/>
            <p:nvPr/>
          </p:nvSpPr>
          <p:spPr>
            <a:xfrm>
              <a:off x="2296272" y="2334173"/>
              <a:ext cx="428147" cy="14"/>
            </a:xfrm>
            <a:custGeom>
              <a:avLst/>
              <a:gdLst/>
              <a:ahLst/>
              <a:cxnLst/>
              <a:rect l="l" t="t" r="r" b="b"/>
              <a:pathLst>
                <a:path w="30522" h="1" fill="none" extrusionOk="0">
                  <a:moveTo>
                    <a:pt x="30521" y="0"/>
                  </a:moveTo>
                  <a:lnTo>
                    <a:pt x="1" y="0"/>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6"/>
            <p:cNvSpPr/>
            <p:nvPr/>
          </p:nvSpPr>
          <p:spPr>
            <a:xfrm>
              <a:off x="2237448" y="2334173"/>
              <a:ext cx="30103" cy="30103"/>
            </a:xfrm>
            <a:custGeom>
              <a:avLst/>
              <a:gdLst/>
              <a:ahLst/>
              <a:cxnLst/>
              <a:rect l="l" t="t" r="r" b="b"/>
              <a:pathLst>
                <a:path w="2146" h="2146" fill="none" extrusionOk="0">
                  <a:moveTo>
                    <a:pt x="2146" y="0"/>
                  </a:moveTo>
                  <a:lnTo>
                    <a:pt x="1" y="0"/>
                  </a:lnTo>
                  <a:lnTo>
                    <a:pt x="1" y="2146"/>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6"/>
            <p:cNvSpPr/>
            <p:nvPr/>
          </p:nvSpPr>
          <p:spPr>
            <a:xfrm>
              <a:off x="2237448" y="2418993"/>
              <a:ext cx="14" cy="411034"/>
            </a:xfrm>
            <a:custGeom>
              <a:avLst/>
              <a:gdLst/>
              <a:ahLst/>
              <a:cxnLst/>
              <a:rect l="l" t="t" r="r" b="b"/>
              <a:pathLst>
                <a:path w="1" h="29302" fill="none" extrusionOk="0">
                  <a:moveTo>
                    <a:pt x="1" y="0"/>
                  </a:moveTo>
                  <a:lnTo>
                    <a:pt x="1" y="29302"/>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2237448" y="2857429"/>
              <a:ext cx="14" cy="30103"/>
            </a:xfrm>
            <a:custGeom>
              <a:avLst/>
              <a:gdLst/>
              <a:ahLst/>
              <a:cxnLst/>
              <a:rect l="l" t="t" r="r" b="b"/>
              <a:pathLst>
                <a:path w="1" h="2146" fill="none" extrusionOk="0">
                  <a:moveTo>
                    <a:pt x="1" y="0"/>
                  </a:moveTo>
                  <a:lnTo>
                    <a:pt x="1" y="2145"/>
                  </a:lnTo>
                </a:path>
              </a:pathLst>
            </a:custGeom>
            <a:noFill/>
            <a:ln w="304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6"/>
            <p:cNvSpPr/>
            <p:nvPr/>
          </p:nvSpPr>
          <p:spPr>
            <a:xfrm>
              <a:off x="2166320" y="2837592"/>
              <a:ext cx="119697" cy="102639"/>
            </a:xfrm>
            <a:custGeom>
              <a:avLst/>
              <a:gdLst/>
              <a:ahLst/>
              <a:cxnLst/>
              <a:rect l="l" t="t" r="r" b="b"/>
              <a:pathLst>
                <a:path w="8533" h="7317" extrusionOk="0">
                  <a:moveTo>
                    <a:pt x="4876" y="0"/>
                  </a:moveTo>
                  <a:cubicBezTo>
                    <a:pt x="1658" y="0"/>
                    <a:pt x="0" y="3949"/>
                    <a:pt x="2292" y="6241"/>
                  </a:cubicBezTo>
                  <a:cubicBezTo>
                    <a:pt x="3050" y="6983"/>
                    <a:pt x="3971" y="7316"/>
                    <a:pt x="4871" y="7316"/>
                  </a:cubicBezTo>
                  <a:cubicBezTo>
                    <a:pt x="6749" y="7316"/>
                    <a:pt x="8532" y="5865"/>
                    <a:pt x="8532" y="3657"/>
                  </a:cubicBezTo>
                  <a:cubicBezTo>
                    <a:pt x="8532" y="1658"/>
                    <a:pt x="6923" y="0"/>
                    <a:pt x="4876" y="0"/>
                  </a:cubicBezTo>
                  <a:close/>
                </a:path>
              </a:pathLst>
            </a:custGeom>
            <a:solidFill>
              <a:srgbClr val="FFFFFF"/>
            </a:solidFill>
            <a:ln w="30475" cap="flat" cmpd="sng">
              <a:solidFill>
                <a:schemeClr val="accent1"/>
              </a:solidFill>
              <a:prstDash val="solid"/>
              <a:miter lim="4875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6"/>
            <p:cNvSpPr/>
            <p:nvPr/>
          </p:nvSpPr>
          <p:spPr>
            <a:xfrm>
              <a:off x="2624430" y="1298935"/>
              <a:ext cx="352470" cy="182299"/>
            </a:xfrm>
            <a:custGeom>
              <a:avLst/>
              <a:gdLst/>
              <a:ahLst/>
              <a:cxnLst/>
              <a:rect l="l" t="t" r="r" b="b"/>
              <a:pathLst>
                <a:path w="64290" h="33251" extrusionOk="0">
                  <a:moveTo>
                    <a:pt x="20497" y="1"/>
                  </a:moveTo>
                  <a:cubicBezTo>
                    <a:pt x="16743" y="1"/>
                    <a:pt x="13284" y="2001"/>
                    <a:pt x="11425" y="5248"/>
                  </a:cubicBezTo>
                  <a:lnTo>
                    <a:pt x="9931" y="7860"/>
                  </a:lnTo>
                  <a:cubicBezTo>
                    <a:pt x="8896" y="9649"/>
                    <a:pt x="7613" y="11296"/>
                    <a:pt x="6119" y="12731"/>
                  </a:cubicBezTo>
                  <a:lnTo>
                    <a:pt x="1" y="18614"/>
                  </a:lnTo>
                  <a:lnTo>
                    <a:pt x="8813" y="33251"/>
                  </a:lnTo>
                  <a:lnTo>
                    <a:pt x="14720" y="27733"/>
                  </a:lnTo>
                  <a:cubicBezTo>
                    <a:pt x="16214" y="26333"/>
                    <a:pt x="18191" y="25556"/>
                    <a:pt x="20238" y="25556"/>
                  </a:cubicBezTo>
                  <a:lnTo>
                    <a:pt x="35816" y="25556"/>
                  </a:lnTo>
                  <a:cubicBezTo>
                    <a:pt x="39487" y="25556"/>
                    <a:pt x="43028" y="24250"/>
                    <a:pt x="45817" y="21873"/>
                  </a:cubicBezTo>
                  <a:lnTo>
                    <a:pt x="62489" y="7684"/>
                  </a:lnTo>
                  <a:cubicBezTo>
                    <a:pt x="64030" y="6413"/>
                    <a:pt x="64289" y="4060"/>
                    <a:pt x="62983" y="2554"/>
                  </a:cubicBezTo>
                  <a:cubicBezTo>
                    <a:pt x="62278" y="1738"/>
                    <a:pt x="61283" y="1316"/>
                    <a:pt x="60281" y="1316"/>
                  </a:cubicBezTo>
                  <a:cubicBezTo>
                    <a:pt x="59478" y="1316"/>
                    <a:pt x="58671" y="1587"/>
                    <a:pt x="58006" y="2142"/>
                  </a:cubicBezTo>
                  <a:lnTo>
                    <a:pt x="47641" y="10778"/>
                  </a:lnTo>
                  <a:cubicBezTo>
                    <a:pt x="45640" y="12437"/>
                    <a:pt x="43122" y="13343"/>
                    <a:pt x="40522" y="13343"/>
                  </a:cubicBezTo>
                  <a:lnTo>
                    <a:pt x="28262" y="13343"/>
                  </a:lnTo>
                  <a:cubicBezTo>
                    <a:pt x="28255" y="13343"/>
                    <a:pt x="28248" y="13343"/>
                    <a:pt x="28241" y="13343"/>
                  </a:cubicBezTo>
                  <a:cubicBezTo>
                    <a:pt x="26403" y="13343"/>
                    <a:pt x="24921" y="11853"/>
                    <a:pt x="24921" y="10013"/>
                  </a:cubicBezTo>
                  <a:cubicBezTo>
                    <a:pt x="24921" y="8166"/>
                    <a:pt x="26415" y="6672"/>
                    <a:pt x="28262" y="6672"/>
                  </a:cubicBezTo>
                  <a:lnTo>
                    <a:pt x="40028" y="6672"/>
                  </a:lnTo>
                  <a:cubicBezTo>
                    <a:pt x="41864" y="6672"/>
                    <a:pt x="43358" y="5178"/>
                    <a:pt x="43358" y="3342"/>
                  </a:cubicBezTo>
                  <a:cubicBezTo>
                    <a:pt x="43358" y="1495"/>
                    <a:pt x="41864" y="1"/>
                    <a:pt x="400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highlight>
                  <a:srgbClr val="1EFFC1"/>
                </a:highlight>
              </a:endParaRPr>
            </a:p>
          </p:txBody>
        </p:sp>
        <p:sp>
          <p:nvSpPr>
            <p:cNvPr id="348" name="Google Shape;348;p26"/>
            <p:cNvSpPr/>
            <p:nvPr/>
          </p:nvSpPr>
          <p:spPr>
            <a:xfrm>
              <a:off x="2631656" y="1068391"/>
              <a:ext cx="366593" cy="202748"/>
            </a:xfrm>
            <a:custGeom>
              <a:avLst/>
              <a:gdLst/>
              <a:ahLst/>
              <a:cxnLst/>
              <a:rect l="l" t="t" r="r" b="b"/>
              <a:pathLst>
                <a:path w="66866" h="36981" extrusionOk="0">
                  <a:moveTo>
                    <a:pt x="33427" y="0"/>
                  </a:moveTo>
                  <a:cubicBezTo>
                    <a:pt x="29803" y="0"/>
                    <a:pt x="27109" y="3342"/>
                    <a:pt x="27886" y="6883"/>
                  </a:cubicBezTo>
                  <a:cubicBezTo>
                    <a:pt x="15826" y="9307"/>
                    <a:pt x="6519" y="19473"/>
                    <a:pt x="5413" y="31957"/>
                  </a:cubicBezTo>
                  <a:lnTo>
                    <a:pt x="0" y="31957"/>
                  </a:lnTo>
                  <a:lnTo>
                    <a:pt x="0" y="36981"/>
                  </a:lnTo>
                  <a:lnTo>
                    <a:pt x="66866" y="36981"/>
                  </a:lnTo>
                  <a:lnTo>
                    <a:pt x="66866" y="31957"/>
                  </a:lnTo>
                  <a:lnTo>
                    <a:pt x="61453" y="31957"/>
                  </a:lnTo>
                  <a:cubicBezTo>
                    <a:pt x="60347" y="19473"/>
                    <a:pt x="51041" y="9307"/>
                    <a:pt x="38981" y="6883"/>
                  </a:cubicBezTo>
                  <a:cubicBezTo>
                    <a:pt x="39745" y="3342"/>
                    <a:pt x="37051" y="0"/>
                    <a:pt x="334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EFFC1"/>
                </a:solidFill>
                <a:highlight>
                  <a:srgbClr val="1EFFC1"/>
                </a:highlight>
              </a:endParaRPr>
            </a:p>
          </p:txBody>
        </p:sp>
        <p:sp>
          <p:nvSpPr>
            <p:cNvPr id="350" name="Google Shape;350;p26"/>
            <p:cNvSpPr/>
            <p:nvPr/>
          </p:nvSpPr>
          <p:spPr>
            <a:xfrm>
              <a:off x="3390291" y="1851318"/>
              <a:ext cx="336452" cy="333795"/>
            </a:xfrm>
            <a:custGeom>
              <a:avLst/>
              <a:gdLst/>
              <a:ahLst/>
              <a:cxnLst/>
              <a:rect l="l" t="t" r="r" b="b"/>
              <a:pathLst>
                <a:path w="62947" h="62450" extrusionOk="0">
                  <a:moveTo>
                    <a:pt x="36971" y="12877"/>
                  </a:moveTo>
                  <a:cubicBezTo>
                    <a:pt x="38885" y="12877"/>
                    <a:pt x="40770" y="13628"/>
                    <a:pt x="42180" y="15037"/>
                  </a:cubicBezTo>
                  <a:cubicBezTo>
                    <a:pt x="45062" y="17897"/>
                    <a:pt x="45062" y="22568"/>
                    <a:pt x="42180" y="25427"/>
                  </a:cubicBezTo>
                  <a:cubicBezTo>
                    <a:pt x="40770" y="26837"/>
                    <a:pt x="38885" y="27587"/>
                    <a:pt x="36971" y="27587"/>
                  </a:cubicBezTo>
                  <a:cubicBezTo>
                    <a:pt x="36026" y="27587"/>
                    <a:pt x="35073" y="27404"/>
                    <a:pt x="34167" y="27027"/>
                  </a:cubicBezTo>
                  <a:cubicBezTo>
                    <a:pt x="31414" y="25886"/>
                    <a:pt x="29625" y="23203"/>
                    <a:pt x="29625" y="20226"/>
                  </a:cubicBezTo>
                  <a:cubicBezTo>
                    <a:pt x="29625" y="17261"/>
                    <a:pt x="31414" y="14579"/>
                    <a:pt x="34167" y="13437"/>
                  </a:cubicBezTo>
                  <a:cubicBezTo>
                    <a:pt x="35073" y="13060"/>
                    <a:pt x="36026" y="12877"/>
                    <a:pt x="36971" y="12877"/>
                  </a:cubicBezTo>
                  <a:close/>
                  <a:moveTo>
                    <a:pt x="50965" y="26846"/>
                  </a:moveTo>
                  <a:cubicBezTo>
                    <a:pt x="51507" y="26846"/>
                    <a:pt x="52060" y="27048"/>
                    <a:pt x="52510" y="27498"/>
                  </a:cubicBezTo>
                  <a:cubicBezTo>
                    <a:pt x="53369" y="28356"/>
                    <a:pt x="53369" y="29757"/>
                    <a:pt x="52510" y="30615"/>
                  </a:cubicBezTo>
                  <a:cubicBezTo>
                    <a:pt x="52060" y="31065"/>
                    <a:pt x="51506" y="31267"/>
                    <a:pt x="50963" y="31267"/>
                  </a:cubicBezTo>
                  <a:cubicBezTo>
                    <a:pt x="49831" y="31267"/>
                    <a:pt x="48745" y="30390"/>
                    <a:pt x="48745" y="29062"/>
                  </a:cubicBezTo>
                  <a:cubicBezTo>
                    <a:pt x="48745" y="27726"/>
                    <a:pt x="49832" y="26846"/>
                    <a:pt x="50965" y="26846"/>
                  </a:cubicBezTo>
                  <a:close/>
                  <a:moveTo>
                    <a:pt x="27672" y="1"/>
                  </a:moveTo>
                  <a:lnTo>
                    <a:pt x="18342" y="20509"/>
                  </a:lnTo>
                  <a:cubicBezTo>
                    <a:pt x="26649" y="22238"/>
                    <a:pt x="31214" y="31216"/>
                    <a:pt x="27696" y="38946"/>
                  </a:cubicBezTo>
                  <a:cubicBezTo>
                    <a:pt x="25441" y="43910"/>
                    <a:pt x="20597" y="46703"/>
                    <a:pt x="15627" y="46703"/>
                  </a:cubicBezTo>
                  <a:cubicBezTo>
                    <a:pt x="12869" y="46703"/>
                    <a:pt x="10073" y="45843"/>
                    <a:pt x="7659" y="44017"/>
                  </a:cubicBezTo>
                  <a:lnTo>
                    <a:pt x="705" y="59324"/>
                  </a:lnTo>
                  <a:cubicBezTo>
                    <a:pt x="0" y="60870"/>
                    <a:pt x="1201" y="62449"/>
                    <a:pt x="2694" y="62449"/>
                  </a:cubicBezTo>
                  <a:cubicBezTo>
                    <a:pt x="2996" y="62449"/>
                    <a:pt x="3310" y="62385"/>
                    <a:pt x="3623" y="62242"/>
                  </a:cubicBezTo>
                  <a:lnTo>
                    <a:pt x="62946" y="35287"/>
                  </a:lnTo>
                  <a:lnTo>
                    <a:pt x="62864" y="35310"/>
                  </a:lnTo>
                  <a:lnTo>
                    <a:pt x="62111" y="33239"/>
                  </a:lnTo>
                  <a:cubicBezTo>
                    <a:pt x="59393" y="25803"/>
                    <a:pt x="55099" y="19038"/>
                    <a:pt x="49510" y="13437"/>
                  </a:cubicBezTo>
                  <a:cubicBezTo>
                    <a:pt x="43909" y="7849"/>
                    <a:pt x="37144" y="3554"/>
                    <a:pt x="29708" y="836"/>
                  </a:cubicBezTo>
                  <a:lnTo>
                    <a:pt x="27637" y="83"/>
                  </a:lnTo>
                  <a:lnTo>
                    <a:pt x="276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6"/>
            <p:cNvSpPr/>
            <p:nvPr/>
          </p:nvSpPr>
          <p:spPr>
            <a:xfrm>
              <a:off x="3547755" y="1782576"/>
              <a:ext cx="249109" cy="247730"/>
            </a:xfrm>
            <a:custGeom>
              <a:avLst/>
              <a:gdLst/>
              <a:ahLst/>
              <a:cxnLst/>
              <a:rect l="l" t="t" r="r" b="b"/>
              <a:pathLst>
                <a:path w="46606" h="46348" extrusionOk="0">
                  <a:moveTo>
                    <a:pt x="5478" y="1"/>
                  </a:moveTo>
                  <a:cubicBezTo>
                    <a:pt x="4634" y="1"/>
                    <a:pt x="3833" y="487"/>
                    <a:pt x="3460" y="1296"/>
                  </a:cubicBezTo>
                  <a:lnTo>
                    <a:pt x="1" y="8920"/>
                  </a:lnTo>
                  <a:lnTo>
                    <a:pt x="1754" y="9555"/>
                  </a:lnTo>
                  <a:cubicBezTo>
                    <a:pt x="9802" y="12485"/>
                    <a:pt x="17108" y="17133"/>
                    <a:pt x="23168" y="23180"/>
                  </a:cubicBezTo>
                  <a:cubicBezTo>
                    <a:pt x="29215" y="29240"/>
                    <a:pt x="33863" y="36546"/>
                    <a:pt x="36793" y="44594"/>
                  </a:cubicBezTo>
                  <a:lnTo>
                    <a:pt x="37428" y="46347"/>
                  </a:lnTo>
                  <a:lnTo>
                    <a:pt x="45052" y="42888"/>
                  </a:lnTo>
                  <a:cubicBezTo>
                    <a:pt x="46099" y="42406"/>
                    <a:pt x="46605" y="41206"/>
                    <a:pt x="46217" y="40123"/>
                  </a:cubicBezTo>
                  <a:cubicBezTo>
                    <a:pt x="42864" y="30946"/>
                    <a:pt x="37557" y="22604"/>
                    <a:pt x="30663" y="15685"/>
                  </a:cubicBezTo>
                  <a:cubicBezTo>
                    <a:pt x="23744" y="8791"/>
                    <a:pt x="15402" y="3484"/>
                    <a:pt x="6225" y="131"/>
                  </a:cubicBezTo>
                  <a:cubicBezTo>
                    <a:pt x="5979" y="43"/>
                    <a:pt x="5727" y="1"/>
                    <a:pt x="54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6"/>
            <p:cNvSpPr/>
            <p:nvPr/>
          </p:nvSpPr>
          <p:spPr>
            <a:xfrm>
              <a:off x="3571086" y="1943765"/>
              <a:ext cx="34090" cy="31397"/>
            </a:xfrm>
            <a:custGeom>
              <a:avLst/>
              <a:gdLst/>
              <a:ahLst/>
              <a:cxnLst/>
              <a:rect l="l" t="t" r="r" b="b"/>
              <a:pathLst>
                <a:path w="6378" h="5874" extrusionOk="0">
                  <a:moveTo>
                    <a:pt x="3196" y="0"/>
                  </a:moveTo>
                  <a:cubicBezTo>
                    <a:pt x="3182" y="0"/>
                    <a:pt x="3168" y="0"/>
                    <a:pt x="3154" y="1"/>
                  </a:cubicBezTo>
                  <a:cubicBezTo>
                    <a:pt x="1754" y="1"/>
                    <a:pt x="542" y="989"/>
                    <a:pt x="271" y="2365"/>
                  </a:cubicBezTo>
                  <a:cubicBezTo>
                    <a:pt x="1" y="3742"/>
                    <a:pt x="742" y="5119"/>
                    <a:pt x="2036" y="5648"/>
                  </a:cubicBezTo>
                  <a:cubicBezTo>
                    <a:pt x="2402" y="5801"/>
                    <a:pt x="2783" y="5874"/>
                    <a:pt x="3160" y="5874"/>
                  </a:cubicBezTo>
                  <a:cubicBezTo>
                    <a:pt x="4117" y="5874"/>
                    <a:pt x="5044" y="5402"/>
                    <a:pt x="5601" y="4566"/>
                  </a:cubicBezTo>
                  <a:cubicBezTo>
                    <a:pt x="6378" y="3401"/>
                    <a:pt x="6225" y="1848"/>
                    <a:pt x="5237" y="848"/>
                  </a:cubicBezTo>
                  <a:cubicBezTo>
                    <a:pt x="4694" y="316"/>
                    <a:pt x="3958" y="0"/>
                    <a:pt x="31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6"/>
            <p:cNvSpPr/>
            <p:nvPr/>
          </p:nvSpPr>
          <p:spPr>
            <a:xfrm>
              <a:off x="3441346" y="1983259"/>
              <a:ext cx="79812" cy="94109"/>
            </a:xfrm>
            <a:custGeom>
              <a:avLst/>
              <a:gdLst/>
              <a:ahLst/>
              <a:cxnLst/>
              <a:rect l="l" t="t" r="r" b="b"/>
              <a:pathLst>
                <a:path w="14932" h="17607" extrusionOk="0">
                  <a:moveTo>
                    <a:pt x="6896" y="0"/>
                  </a:moveTo>
                  <a:lnTo>
                    <a:pt x="1" y="15155"/>
                  </a:lnTo>
                  <a:cubicBezTo>
                    <a:pt x="1676" y="16760"/>
                    <a:pt x="3872" y="17606"/>
                    <a:pt x="6102" y="17606"/>
                  </a:cubicBezTo>
                  <a:cubicBezTo>
                    <a:pt x="7271" y="17606"/>
                    <a:pt x="8450" y="17374"/>
                    <a:pt x="9567" y="16896"/>
                  </a:cubicBezTo>
                  <a:cubicBezTo>
                    <a:pt x="12814" y="15508"/>
                    <a:pt x="14920" y="12319"/>
                    <a:pt x="14932" y="8790"/>
                  </a:cubicBezTo>
                  <a:cubicBezTo>
                    <a:pt x="14920" y="4224"/>
                    <a:pt x="11449" y="412"/>
                    <a:pt x="68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6"/>
            <p:cNvSpPr/>
            <p:nvPr/>
          </p:nvSpPr>
          <p:spPr>
            <a:xfrm>
              <a:off x="3208667" y="3742833"/>
              <a:ext cx="372185" cy="248414"/>
            </a:xfrm>
            <a:custGeom>
              <a:avLst/>
              <a:gdLst/>
              <a:ahLst/>
              <a:cxnLst/>
              <a:rect l="l" t="t" r="r" b="b"/>
              <a:pathLst>
                <a:path w="75609" h="50465" extrusionOk="0">
                  <a:moveTo>
                    <a:pt x="61195" y="10084"/>
                  </a:moveTo>
                  <a:cubicBezTo>
                    <a:pt x="63254" y="10131"/>
                    <a:pt x="64901" y="11802"/>
                    <a:pt x="64901" y="13861"/>
                  </a:cubicBezTo>
                  <a:cubicBezTo>
                    <a:pt x="64901" y="15920"/>
                    <a:pt x="63254" y="17591"/>
                    <a:pt x="61195" y="17638"/>
                  </a:cubicBezTo>
                  <a:lnTo>
                    <a:pt x="56606" y="17638"/>
                  </a:lnTo>
                  <a:lnTo>
                    <a:pt x="56606" y="10084"/>
                  </a:lnTo>
                  <a:close/>
                  <a:moveTo>
                    <a:pt x="7907" y="1"/>
                  </a:moveTo>
                  <a:lnTo>
                    <a:pt x="7907" y="15520"/>
                  </a:lnTo>
                  <a:cubicBezTo>
                    <a:pt x="7907" y="24250"/>
                    <a:pt x="12296" y="32392"/>
                    <a:pt x="19579" y="37204"/>
                  </a:cubicBezTo>
                  <a:lnTo>
                    <a:pt x="1" y="37204"/>
                  </a:lnTo>
                  <a:lnTo>
                    <a:pt x="1" y="39416"/>
                  </a:lnTo>
                  <a:cubicBezTo>
                    <a:pt x="1" y="45511"/>
                    <a:pt x="4931" y="50453"/>
                    <a:pt x="11025" y="50464"/>
                  </a:cubicBezTo>
                  <a:lnTo>
                    <a:pt x="64266" y="50464"/>
                  </a:lnTo>
                  <a:cubicBezTo>
                    <a:pt x="70360" y="50453"/>
                    <a:pt x="75290" y="45511"/>
                    <a:pt x="75302" y="39416"/>
                  </a:cubicBezTo>
                  <a:lnTo>
                    <a:pt x="75302" y="37216"/>
                  </a:lnTo>
                  <a:lnTo>
                    <a:pt x="48170" y="37216"/>
                  </a:lnTo>
                  <a:cubicBezTo>
                    <a:pt x="51759" y="34839"/>
                    <a:pt x="54700" y="31615"/>
                    <a:pt x="56736" y="27827"/>
                  </a:cubicBezTo>
                  <a:lnTo>
                    <a:pt x="61360" y="27827"/>
                  </a:lnTo>
                  <a:cubicBezTo>
                    <a:pt x="68702" y="27756"/>
                    <a:pt x="74737" y="22014"/>
                    <a:pt x="75173" y="14684"/>
                  </a:cubicBezTo>
                  <a:cubicBezTo>
                    <a:pt x="75608" y="7354"/>
                    <a:pt x="70302" y="930"/>
                    <a:pt x="630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a:off x="3247589" y="3694760"/>
              <a:ext cx="255596" cy="26301"/>
            </a:xfrm>
            <a:custGeom>
              <a:avLst/>
              <a:gdLst/>
              <a:ahLst/>
              <a:cxnLst/>
              <a:rect l="l" t="t" r="r" b="b"/>
              <a:pathLst>
                <a:path w="51924" h="5343" extrusionOk="0">
                  <a:moveTo>
                    <a:pt x="0" y="1"/>
                  </a:moveTo>
                  <a:lnTo>
                    <a:pt x="0" y="5343"/>
                  </a:lnTo>
                  <a:lnTo>
                    <a:pt x="51923" y="5343"/>
                  </a:lnTo>
                  <a:lnTo>
                    <a:pt x="519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a:off x="3331626" y="3620568"/>
              <a:ext cx="34812" cy="49929"/>
            </a:xfrm>
            <a:custGeom>
              <a:avLst/>
              <a:gdLst/>
              <a:ahLst/>
              <a:cxnLst/>
              <a:rect l="l" t="t" r="r" b="b"/>
              <a:pathLst>
                <a:path w="7072" h="10143" extrusionOk="0">
                  <a:moveTo>
                    <a:pt x="2660" y="1"/>
                  </a:moveTo>
                  <a:cubicBezTo>
                    <a:pt x="2660" y="271"/>
                    <a:pt x="2636" y="342"/>
                    <a:pt x="2013" y="942"/>
                  </a:cubicBezTo>
                  <a:cubicBezTo>
                    <a:pt x="1260" y="1660"/>
                    <a:pt x="1" y="2848"/>
                    <a:pt x="1" y="5072"/>
                  </a:cubicBezTo>
                  <a:cubicBezTo>
                    <a:pt x="1" y="7296"/>
                    <a:pt x="1260" y="8484"/>
                    <a:pt x="2013" y="9202"/>
                  </a:cubicBezTo>
                  <a:cubicBezTo>
                    <a:pt x="2636" y="9790"/>
                    <a:pt x="2660" y="9872"/>
                    <a:pt x="2660" y="10143"/>
                  </a:cubicBezTo>
                  <a:lnTo>
                    <a:pt x="7072" y="10143"/>
                  </a:lnTo>
                  <a:cubicBezTo>
                    <a:pt x="7072" y="7919"/>
                    <a:pt x="5813" y="6719"/>
                    <a:pt x="5048" y="6001"/>
                  </a:cubicBezTo>
                  <a:cubicBezTo>
                    <a:pt x="4425" y="5413"/>
                    <a:pt x="4413" y="5343"/>
                    <a:pt x="4413" y="5072"/>
                  </a:cubicBezTo>
                  <a:cubicBezTo>
                    <a:pt x="4413" y="4801"/>
                    <a:pt x="4425" y="4731"/>
                    <a:pt x="5048" y="4142"/>
                  </a:cubicBezTo>
                  <a:cubicBezTo>
                    <a:pt x="5813" y="3425"/>
                    <a:pt x="7072" y="2225"/>
                    <a:pt x="7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a:off x="3378134" y="3620568"/>
              <a:ext cx="34812" cy="49929"/>
            </a:xfrm>
            <a:custGeom>
              <a:avLst/>
              <a:gdLst/>
              <a:ahLst/>
              <a:cxnLst/>
              <a:rect l="l" t="t" r="r" b="b"/>
              <a:pathLst>
                <a:path w="7072" h="10143" extrusionOk="0">
                  <a:moveTo>
                    <a:pt x="2660" y="1"/>
                  </a:moveTo>
                  <a:cubicBezTo>
                    <a:pt x="2660" y="271"/>
                    <a:pt x="2648" y="342"/>
                    <a:pt x="2024" y="942"/>
                  </a:cubicBezTo>
                  <a:cubicBezTo>
                    <a:pt x="1271" y="1660"/>
                    <a:pt x="1" y="2848"/>
                    <a:pt x="1" y="5072"/>
                  </a:cubicBezTo>
                  <a:cubicBezTo>
                    <a:pt x="1" y="7296"/>
                    <a:pt x="1260" y="8484"/>
                    <a:pt x="2024" y="9202"/>
                  </a:cubicBezTo>
                  <a:cubicBezTo>
                    <a:pt x="2648" y="9790"/>
                    <a:pt x="2660" y="9872"/>
                    <a:pt x="2660" y="10143"/>
                  </a:cubicBezTo>
                  <a:lnTo>
                    <a:pt x="7072" y="10143"/>
                  </a:lnTo>
                  <a:cubicBezTo>
                    <a:pt x="7072" y="7919"/>
                    <a:pt x="5813" y="6719"/>
                    <a:pt x="5060" y="6001"/>
                  </a:cubicBezTo>
                  <a:cubicBezTo>
                    <a:pt x="4436" y="5413"/>
                    <a:pt x="4413" y="5343"/>
                    <a:pt x="4413" y="5072"/>
                  </a:cubicBezTo>
                  <a:cubicBezTo>
                    <a:pt x="4413" y="4801"/>
                    <a:pt x="4436" y="4731"/>
                    <a:pt x="5060" y="4142"/>
                  </a:cubicBezTo>
                  <a:cubicBezTo>
                    <a:pt x="5813" y="3425"/>
                    <a:pt x="7072" y="2225"/>
                    <a:pt x="7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a:off x="1135933" y="3693369"/>
              <a:ext cx="56908" cy="21646"/>
            </a:xfrm>
            <a:custGeom>
              <a:avLst/>
              <a:gdLst/>
              <a:ahLst/>
              <a:cxnLst/>
              <a:rect l="l" t="t" r="r" b="b"/>
              <a:pathLst>
                <a:path w="11602" h="4413" extrusionOk="0">
                  <a:moveTo>
                    <a:pt x="0" y="0"/>
                  </a:moveTo>
                  <a:lnTo>
                    <a:pt x="0" y="4412"/>
                  </a:lnTo>
                  <a:lnTo>
                    <a:pt x="11601" y="4412"/>
                  </a:lnTo>
                  <a:cubicBezTo>
                    <a:pt x="9272" y="1612"/>
                    <a:pt x="5836" y="0"/>
                    <a:pt x="2212" y="0"/>
                  </a:cubicBez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6"/>
            <p:cNvSpPr/>
            <p:nvPr/>
          </p:nvSpPr>
          <p:spPr>
            <a:xfrm>
              <a:off x="1135933" y="3650082"/>
              <a:ext cx="326074" cy="54254"/>
            </a:xfrm>
            <a:custGeom>
              <a:avLst/>
              <a:gdLst/>
              <a:ahLst/>
              <a:cxnLst/>
              <a:rect l="l" t="t" r="r" b="b"/>
              <a:pathLst>
                <a:path w="66478" h="11061" extrusionOk="0">
                  <a:moveTo>
                    <a:pt x="0" y="1"/>
                  </a:moveTo>
                  <a:lnTo>
                    <a:pt x="0" y="4413"/>
                  </a:lnTo>
                  <a:lnTo>
                    <a:pt x="2212" y="4413"/>
                  </a:lnTo>
                  <a:cubicBezTo>
                    <a:pt x="7519" y="4413"/>
                    <a:pt x="12519" y="6896"/>
                    <a:pt x="15590" y="11061"/>
                  </a:cubicBezTo>
                  <a:cubicBezTo>
                    <a:pt x="18670" y="6880"/>
                    <a:pt x="23556" y="4413"/>
                    <a:pt x="28753" y="4413"/>
                  </a:cubicBezTo>
                  <a:cubicBezTo>
                    <a:pt x="28777" y="4413"/>
                    <a:pt x="28802" y="4413"/>
                    <a:pt x="28827" y="4413"/>
                  </a:cubicBezTo>
                  <a:lnTo>
                    <a:pt x="66477" y="4413"/>
                  </a:lnTo>
                  <a:lnTo>
                    <a:pt x="664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6"/>
            <p:cNvSpPr/>
            <p:nvPr/>
          </p:nvSpPr>
          <p:spPr>
            <a:xfrm>
              <a:off x="1112845" y="3736650"/>
              <a:ext cx="372245" cy="87265"/>
            </a:xfrm>
            <a:custGeom>
              <a:avLst/>
              <a:gdLst/>
              <a:ahLst/>
              <a:cxnLst/>
              <a:rect l="l" t="t" r="r" b="b"/>
              <a:pathLst>
                <a:path w="75891" h="17791" extrusionOk="0">
                  <a:moveTo>
                    <a:pt x="2519" y="1"/>
                  </a:moveTo>
                  <a:cubicBezTo>
                    <a:pt x="1060" y="1"/>
                    <a:pt x="1" y="1389"/>
                    <a:pt x="366" y="2801"/>
                  </a:cubicBezTo>
                  <a:cubicBezTo>
                    <a:pt x="2589" y="11319"/>
                    <a:pt x="11084" y="17791"/>
                    <a:pt x="20297" y="17791"/>
                  </a:cubicBezTo>
                  <a:lnTo>
                    <a:pt x="55595" y="17791"/>
                  </a:lnTo>
                  <a:cubicBezTo>
                    <a:pt x="64807" y="17791"/>
                    <a:pt x="73302" y="11319"/>
                    <a:pt x="75526" y="2801"/>
                  </a:cubicBezTo>
                  <a:cubicBezTo>
                    <a:pt x="75891" y="1389"/>
                    <a:pt x="74832" y="1"/>
                    <a:pt x="73373" y="1"/>
                  </a:cubicBezTo>
                  <a:lnTo>
                    <a:pt x="68984" y="1"/>
                  </a:lnTo>
                  <a:cubicBezTo>
                    <a:pt x="64407" y="1"/>
                    <a:pt x="60077" y="2577"/>
                    <a:pt x="58030" y="6672"/>
                  </a:cubicBezTo>
                  <a:lnTo>
                    <a:pt x="57571" y="7601"/>
                  </a:lnTo>
                  <a:cubicBezTo>
                    <a:pt x="57165" y="8413"/>
                    <a:pt x="56380" y="8819"/>
                    <a:pt x="55595" y="8819"/>
                  </a:cubicBezTo>
                  <a:cubicBezTo>
                    <a:pt x="54809" y="8819"/>
                    <a:pt x="54024" y="8413"/>
                    <a:pt x="53618" y="7601"/>
                  </a:cubicBezTo>
                  <a:lnTo>
                    <a:pt x="53159" y="6672"/>
                  </a:lnTo>
                  <a:cubicBezTo>
                    <a:pt x="51112" y="2577"/>
                    <a:pt x="46935" y="1"/>
                    <a:pt x="423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1231963" y="3693369"/>
              <a:ext cx="230044" cy="54254"/>
            </a:xfrm>
            <a:custGeom>
              <a:avLst/>
              <a:gdLst/>
              <a:ahLst/>
              <a:cxnLst/>
              <a:rect l="l" t="t" r="r" b="b"/>
              <a:pathLst>
                <a:path w="46900" h="11061" extrusionOk="0">
                  <a:moveTo>
                    <a:pt x="9249" y="0"/>
                  </a:moveTo>
                  <a:cubicBezTo>
                    <a:pt x="5660" y="0"/>
                    <a:pt x="2271" y="1624"/>
                    <a:pt x="1" y="4412"/>
                  </a:cubicBezTo>
                  <a:lnTo>
                    <a:pt x="18073" y="4412"/>
                  </a:lnTo>
                  <a:cubicBezTo>
                    <a:pt x="18098" y="4412"/>
                    <a:pt x="18122" y="4412"/>
                    <a:pt x="18147" y="4412"/>
                  </a:cubicBezTo>
                  <a:cubicBezTo>
                    <a:pt x="23343" y="4412"/>
                    <a:pt x="28230" y="6879"/>
                    <a:pt x="31310" y="11060"/>
                  </a:cubicBezTo>
                  <a:cubicBezTo>
                    <a:pt x="36581" y="3918"/>
                    <a:pt x="44252" y="4530"/>
                    <a:pt x="44699" y="4412"/>
                  </a:cubicBezTo>
                  <a:lnTo>
                    <a:pt x="46899" y="4412"/>
                  </a:lnTo>
                  <a:lnTo>
                    <a:pt x="4689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p:nvPr/>
          </p:nvSpPr>
          <p:spPr>
            <a:xfrm>
              <a:off x="1113595" y="3454559"/>
              <a:ext cx="370744" cy="173887"/>
            </a:xfrm>
            <a:custGeom>
              <a:avLst/>
              <a:gdLst/>
              <a:ahLst/>
              <a:cxnLst/>
              <a:rect l="l" t="t" r="r" b="b"/>
              <a:pathLst>
                <a:path w="75585" h="35451" extrusionOk="0">
                  <a:moveTo>
                    <a:pt x="24550" y="13381"/>
                  </a:moveTo>
                  <a:cubicBezTo>
                    <a:pt x="25115" y="13381"/>
                    <a:pt x="25680" y="13595"/>
                    <a:pt x="26109" y="14025"/>
                  </a:cubicBezTo>
                  <a:cubicBezTo>
                    <a:pt x="26968" y="14896"/>
                    <a:pt x="26968" y="16284"/>
                    <a:pt x="26109" y="17155"/>
                  </a:cubicBezTo>
                  <a:lnTo>
                    <a:pt x="21697" y="21567"/>
                  </a:lnTo>
                  <a:cubicBezTo>
                    <a:pt x="21268" y="21996"/>
                    <a:pt x="20703" y="22211"/>
                    <a:pt x="20138" y="22211"/>
                  </a:cubicBezTo>
                  <a:cubicBezTo>
                    <a:pt x="19573" y="22211"/>
                    <a:pt x="19009" y="21996"/>
                    <a:pt x="18579" y="21567"/>
                  </a:cubicBezTo>
                  <a:cubicBezTo>
                    <a:pt x="17720" y="20696"/>
                    <a:pt x="17720" y="19308"/>
                    <a:pt x="18579" y="18437"/>
                  </a:cubicBezTo>
                  <a:lnTo>
                    <a:pt x="22991" y="14025"/>
                  </a:lnTo>
                  <a:cubicBezTo>
                    <a:pt x="23421" y="13595"/>
                    <a:pt x="23986" y="13381"/>
                    <a:pt x="24550" y="13381"/>
                  </a:cubicBezTo>
                  <a:close/>
                  <a:moveTo>
                    <a:pt x="51023" y="13381"/>
                  </a:moveTo>
                  <a:cubicBezTo>
                    <a:pt x="51588" y="13381"/>
                    <a:pt x="52153" y="13595"/>
                    <a:pt x="52582" y="14025"/>
                  </a:cubicBezTo>
                  <a:lnTo>
                    <a:pt x="56995" y="18437"/>
                  </a:lnTo>
                  <a:cubicBezTo>
                    <a:pt x="57854" y="19308"/>
                    <a:pt x="57854" y="20696"/>
                    <a:pt x="56995" y="21567"/>
                  </a:cubicBezTo>
                  <a:cubicBezTo>
                    <a:pt x="56565" y="21996"/>
                    <a:pt x="56000" y="22211"/>
                    <a:pt x="55436" y="22211"/>
                  </a:cubicBezTo>
                  <a:cubicBezTo>
                    <a:pt x="54871" y="22211"/>
                    <a:pt x="54306" y="21996"/>
                    <a:pt x="53877" y="21567"/>
                  </a:cubicBezTo>
                  <a:lnTo>
                    <a:pt x="49464" y="17155"/>
                  </a:lnTo>
                  <a:cubicBezTo>
                    <a:pt x="48606" y="16284"/>
                    <a:pt x="48606" y="14896"/>
                    <a:pt x="49464" y="14025"/>
                  </a:cubicBezTo>
                  <a:cubicBezTo>
                    <a:pt x="49894" y="13595"/>
                    <a:pt x="50459" y="13381"/>
                    <a:pt x="51023" y="13381"/>
                  </a:cubicBezTo>
                  <a:close/>
                  <a:moveTo>
                    <a:pt x="37793" y="17802"/>
                  </a:moveTo>
                  <a:cubicBezTo>
                    <a:pt x="39016" y="17802"/>
                    <a:pt x="40005" y="18778"/>
                    <a:pt x="40005" y="20002"/>
                  </a:cubicBezTo>
                  <a:lnTo>
                    <a:pt x="40005" y="24414"/>
                  </a:lnTo>
                  <a:cubicBezTo>
                    <a:pt x="40005" y="25638"/>
                    <a:pt x="39016" y="26614"/>
                    <a:pt x="37793" y="26614"/>
                  </a:cubicBezTo>
                  <a:cubicBezTo>
                    <a:pt x="36569" y="26614"/>
                    <a:pt x="35593" y="25638"/>
                    <a:pt x="35593" y="24414"/>
                  </a:cubicBezTo>
                  <a:lnTo>
                    <a:pt x="35593" y="20002"/>
                  </a:lnTo>
                  <a:cubicBezTo>
                    <a:pt x="35593" y="18778"/>
                    <a:pt x="36569" y="17802"/>
                    <a:pt x="37793" y="17802"/>
                  </a:cubicBezTo>
                  <a:close/>
                  <a:moveTo>
                    <a:pt x="37793" y="0"/>
                  </a:moveTo>
                  <a:cubicBezTo>
                    <a:pt x="18685" y="0"/>
                    <a:pt x="2460" y="14519"/>
                    <a:pt x="154" y="33003"/>
                  </a:cubicBezTo>
                  <a:cubicBezTo>
                    <a:pt x="1" y="34309"/>
                    <a:pt x="1083" y="35451"/>
                    <a:pt x="2378" y="35451"/>
                  </a:cubicBezTo>
                  <a:lnTo>
                    <a:pt x="73208" y="35451"/>
                  </a:lnTo>
                  <a:cubicBezTo>
                    <a:pt x="74514" y="35451"/>
                    <a:pt x="75585" y="34309"/>
                    <a:pt x="75432" y="33003"/>
                  </a:cubicBezTo>
                  <a:cubicBezTo>
                    <a:pt x="73137" y="14519"/>
                    <a:pt x="56900" y="0"/>
                    <a:pt x="377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6"/>
            <p:cNvSpPr/>
            <p:nvPr/>
          </p:nvSpPr>
          <p:spPr>
            <a:xfrm>
              <a:off x="1138521" y="1869842"/>
              <a:ext cx="119496" cy="131955"/>
            </a:xfrm>
            <a:custGeom>
              <a:avLst/>
              <a:gdLst/>
              <a:ahLst/>
              <a:cxnLst/>
              <a:rect l="l" t="t" r="r" b="b"/>
              <a:pathLst>
                <a:path w="25157" h="27780" extrusionOk="0">
                  <a:moveTo>
                    <a:pt x="5354" y="0"/>
                  </a:moveTo>
                  <a:lnTo>
                    <a:pt x="4519" y="1412"/>
                  </a:lnTo>
                  <a:cubicBezTo>
                    <a:pt x="4342" y="1718"/>
                    <a:pt x="118" y="8919"/>
                    <a:pt x="36" y="16696"/>
                  </a:cubicBezTo>
                  <a:cubicBezTo>
                    <a:pt x="1" y="19367"/>
                    <a:pt x="460" y="21826"/>
                    <a:pt x="1413" y="24003"/>
                  </a:cubicBezTo>
                  <a:cubicBezTo>
                    <a:pt x="2001" y="25356"/>
                    <a:pt x="2766" y="26626"/>
                    <a:pt x="3707" y="27779"/>
                  </a:cubicBezTo>
                  <a:lnTo>
                    <a:pt x="14932" y="27779"/>
                  </a:lnTo>
                  <a:lnTo>
                    <a:pt x="9049" y="14225"/>
                  </a:lnTo>
                  <a:lnTo>
                    <a:pt x="13202" y="12425"/>
                  </a:lnTo>
                  <a:lnTo>
                    <a:pt x="19861" y="27779"/>
                  </a:lnTo>
                  <a:lnTo>
                    <a:pt x="22450" y="27779"/>
                  </a:lnTo>
                  <a:cubicBezTo>
                    <a:pt x="22415" y="27368"/>
                    <a:pt x="22403" y="26956"/>
                    <a:pt x="22426" y="26556"/>
                  </a:cubicBezTo>
                  <a:cubicBezTo>
                    <a:pt x="22497" y="24532"/>
                    <a:pt x="23226" y="22591"/>
                    <a:pt x="24497" y="21026"/>
                  </a:cubicBezTo>
                  <a:lnTo>
                    <a:pt x="24591" y="20920"/>
                  </a:lnTo>
                  <a:cubicBezTo>
                    <a:pt x="24768" y="20708"/>
                    <a:pt x="24956" y="20496"/>
                    <a:pt x="25156" y="20308"/>
                  </a:cubicBezTo>
                  <a:cubicBezTo>
                    <a:pt x="21415" y="17473"/>
                    <a:pt x="20050" y="12484"/>
                    <a:pt x="21826" y="8142"/>
                  </a:cubicBezTo>
                  <a:cubicBezTo>
                    <a:pt x="20156" y="6518"/>
                    <a:pt x="18285" y="5130"/>
                    <a:pt x="16249" y="4024"/>
                  </a:cubicBezTo>
                  <a:cubicBezTo>
                    <a:pt x="13320" y="2389"/>
                    <a:pt x="10202" y="1165"/>
                    <a:pt x="6954" y="365"/>
                  </a:cubicBezTo>
                  <a:lnTo>
                    <a:pt x="535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6"/>
            <p:cNvSpPr/>
            <p:nvPr/>
          </p:nvSpPr>
          <p:spPr>
            <a:xfrm>
              <a:off x="1254435" y="1899487"/>
              <a:ext cx="53656" cy="54525"/>
            </a:xfrm>
            <a:custGeom>
              <a:avLst/>
              <a:gdLst/>
              <a:ahLst/>
              <a:cxnLst/>
              <a:rect l="l" t="t" r="r" b="b"/>
              <a:pathLst>
                <a:path w="11296" h="11479" extrusionOk="0">
                  <a:moveTo>
                    <a:pt x="6994" y="1"/>
                  </a:moveTo>
                  <a:cubicBezTo>
                    <a:pt x="5031" y="1"/>
                    <a:pt x="3085" y="984"/>
                    <a:pt x="1977" y="2866"/>
                  </a:cubicBezTo>
                  <a:cubicBezTo>
                    <a:pt x="0" y="6243"/>
                    <a:pt x="1847" y="10573"/>
                    <a:pt x="5659" y="11479"/>
                  </a:cubicBezTo>
                  <a:cubicBezTo>
                    <a:pt x="5836" y="11443"/>
                    <a:pt x="6024" y="11420"/>
                    <a:pt x="6201" y="11396"/>
                  </a:cubicBezTo>
                  <a:cubicBezTo>
                    <a:pt x="7213" y="9267"/>
                    <a:pt x="8966" y="7608"/>
                    <a:pt x="11142" y="6713"/>
                  </a:cubicBezTo>
                  <a:cubicBezTo>
                    <a:pt x="10813" y="5113"/>
                    <a:pt x="10872" y="3466"/>
                    <a:pt x="11295" y="1901"/>
                  </a:cubicBezTo>
                  <a:cubicBezTo>
                    <a:pt x="10124" y="620"/>
                    <a:pt x="8553" y="1"/>
                    <a:pt x="69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6"/>
            <p:cNvSpPr/>
            <p:nvPr/>
          </p:nvSpPr>
          <p:spPr>
            <a:xfrm>
              <a:off x="1324797" y="1892808"/>
              <a:ext cx="60420" cy="49134"/>
            </a:xfrm>
            <a:custGeom>
              <a:avLst/>
              <a:gdLst/>
              <a:ahLst/>
              <a:cxnLst/>
              <a:rect l="l" t="t" r="r" b="b"/>
              <a:pathLst>
                <a:path w="12720" h="10344" extrusionOk="0">
                  <a:moveTo>
                    <a:pt x="6708" y="0"/>
                  </a:moveTo>
                  <a:cubicBezTo>
                    <a:pt x="6378" y="0"/>
                    <a:pt x="6044" y="27"/>
                    <a:pt x="5707" y="83"/>
                  </a:cubicBezTo>
                  <a:cubicBezTo>
                    <a:pt x="2236" y="660"/>
                    <a:pt x="0" y="4048"/>
                    <a:pt x="824" y="7461"/>
                  </a:cubicBezTo>
                  <a:cubicBezTo>
                    <a:pt x="1400" y="7519"/>
                    <a:pt x="1965" y="7637"/>
                    <a:pt x="2518" y="7802"/>
                  </a:cubicBezTo>
                  <a:cubicBezTo>
                    <a:pt x="4095" y="8272"/>
                    <a:pt x="5518" y="9155"/>
                    <a:pt x="6648" y="10343"/>
                  </a:cubicBezTo>
                  <a:cubicBezTo>
                    <a:pt x="7083" y="10226"/>
                    <a:pt x="7530" y="10131"/>
                    <a:pt x="7989" y="10073"/>
                  </a:cubicBezTo>
                  <a:cubicBezTo>
                    <a:pt x="8954" y="8025"/>
                    <a:pt x="10637" y="6390"/>
                    <a:pt x="12719" y="5484"/>
                  </a:cubicBezTo>
                  <a:cubicBezTo>
                    <a:pt x="12422" y="2330"/>
                    <a:pt x="9766" y="0"/>
                    <a:pt x="67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1378728" y="1936617"/>
              <a:ext cx="86516" cy="65179"/>
            </a:xfrm>
            <a:custGeom>
              <a:avLst/>
              <a:gdLst/>
              <a:ahLst/>
              <a:cxnLst/>
              <a:rect l="l" t="t" r="r" b="b"/>
              <a:pathLst>
                <a:path w="18214" h="13722" extrusionOk="0">
                  <a:moveTo>
                    <a:pt x="5126" y="0"/>
                  </a:moveTo>
                  <a:cubicBezTo>
                    <a:pt x="3205" y="0"/>
                    <a:pt x="1451" y="1130"/>
                    <a:pt x="671" y="2897"/>
                  </a:cubicBezTo>
                  <a:cubicBezTo>
                    <a:pt x="565" y="3132"/>
                    <a:pt x="483" y="3379"/>
                    <a:pt x="424" y="3626"/>
                  </a:cubicBezTo>
                  <a:lnTo>
                    <a:pt x="0" y="5274"/>
                  </a:lnTo>
                  <a:cubicBezTo>
                    <a:pt x="294" y="5450"/>
                    <a:pt x="589" y="5626"/>
                    <a:pt x="859" y="5838"/>
                  </a:cubicBezTo>
                  <a:cubicBezTo>
                    <a:pt x="3377" y="7662"/>
                    <a:pt x="4824" y="10615"/>
                    <a:pt x="4718" y="13721"/>
                  </a:cubicBezTo>
                  <a:lnTo>
                    <a:pt x="15719" y="13721"/>
                  </a:lnTo>
                  <a:cubicBezTo>
                    <a:pt x="18214" y="10627"/>
                    <a:pt x="16120" y="6015"/>
                    <a:pt x="12154" y="5862"/>
                  </a:cubicBezTo>
                  <a:lnTo>
                    <a:pt x="12037" y="5862"/>
                  </a:lnTo>
                  <a:lnTo>
                    <a:pt x="10166" y="5827"/>
                  </a:lnTo>
                  <a:lnTo>
                    <a:pt x="9848" y="3991"/>
                  </a:lnTo>
                  <a:cubicBezTo>
                    <a:pt x="9448" y="1814"/>
                    <a:pt x="7636" y="179"/>
                    <a:pt x="5424" y="14"/>
                  </a:cubicBezTo>
                  <a:lnTo>
                    <a:pt x="5271" y="2"/>
                  </a:lnTo>
                  <a:cubicBezTo>
                    <a:pt x="5223" y="1"/>
                    <a:pt x="5174" y="0"/>
                    <a:pt x="51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6"/>
            <p:cNvSpPr/>
            <p:nvPr/>
          </p:nvSpPr>
          <p:spPr>
            <a:xfrm>
              <a:off x="1265721" y="1949580"/>
              <a:ext cx="114408" cy="52217"/>
            </a:xfrm>
            <a:custGeom>
              <a:avLst/>
              <a:gdLst/>
              <a:ahLst/>
              <a:cxnLst/>
              <a:rect l="l" t="t" r="r" b="b"/>
              <a:pathLst>
                <a:path w="24086" h="10993" extrusionOk="0">
                  <a:moveTo>
                    <a:pt x="12364" y="0"/>
                  </a:moveTo>
                  <a:cubicBezTo>
                    <a:pt x="10228" y="0"/>
                    <a:pt x="8173" y="1443"/>
                    <a:pt x="7625" y="3615"/>
                  </a:cubicBezTo>
                  <a:lnTo>
                    <a:pt x="7190" y="5298"/>
                  </a:lnTo>
                  <a:lnTo>
                    <a:pt x="7154" y="5451"/>
                  </a:lnTo>
                  <a:lnTo>
                    <a:pt x="6660" y="5415"/>
                  </a:lnTo>
                  <a:lnTo>
                    <a:pt x="5178" y="5309"/>
                  </a:lnTo>
                  <a:cubicBezTo>
                    <a:pt x="5105" y="5306"/>
                    <a:pt x="5032" y="5304"/>
                    <a:pt x="4960" y="5304"/>
                  </a:cubicBezTo>
                  <a:cubicBezTo>
                    <a:pt x="3521" y="5304"/>
                    <a:pt x="2155" y="5966"/>
                    <a:pt x="1248" y="7086"/>
                  </a:cubicBezTo>
                  <a:lnTo>
                    <a:pt x="1201" y="7145"/>
                  </a:lnTo>
                  <a:cubicBezTo>
                    <a:pt x="354" y="8227"/>
                    <a:pt x="1" y="9628"/>
                    <a:pt x="248" y="10992"/>
                  </a:cubicBezTo>
                  <a:lnTo>
                    <a:pt x="23980" y="10992"/>
                  </a:lnTo>
                  <a:cubicBezTo>
                    <a:pt x="23980" y="10945"/>
                    <a:pt x="23980" y="10910"/>
                    <a:pt x="23980" y="10863"/>
                  </a:cubicBezTo>
                  <a:cubicBezTo>
                    <a:pt x="24085" y="8204"/>
                    <a:pt x="22003" y="5957"/>
                    <a:pt x="19344" y="5851"/>
                  </a:cubicBezTo>
                  <a:lnTo>
                    <a:pt x="19226" y="5851"/>
                  </a:lnTo>
                  <a:lnTo>
                    <a:pt x="17367" y="5815"/>
                  </a:lnTo>
                  <a:lnTo>
                    <a:pt x="17261" y="5251"/>
                  </a:lnTo>
                  <a:cubicBezTo>
                    <a:pt x="17085" y="4203"/>
                    <a:pt x="16955" y="3227"/>
                    <a:pt x="16379" y="2309"/>
                  </a:cubicBezTo>
                  <a:cubicBezTo>
                    <a:pt x="15861" y="1462"/>
                    <a:pt x="15108" y="791"/>
                    <a:pt x="14202" y="380"/>
                  </a:cubicBezTo>
                  <a:cubicBezTo>
                    <a:pt x="13606" y="121"/>
                    <a:pt x="12981" y="0"/>
                    <a:pt x="123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6"/>
            <p:cNvSpPr/>
            <p:nvPr/>
          </p:nvSpPr>
          <p:spPr>
            <a:xfrm>
              <a:off x="1136564" y="2073218"/>
              <a:ext cx="337179" cy="143801"/>
            </a:xfrm>
            <a:custGeom>
              <a:avLst/>
              <a:gdLst/>
              <a:ahLst/>
              <a:cxnLst/>
              <a:rect l="l" t="t" r="r" b="b"/>
              <a:pathLst>
                <a:path w="70985" h="30274" extrusionOk="0">
                  <a:moveTo>
                    <a:pt x="1" y="0"/>
                  </a:moveTo>
                  <a:cubicBezTo>
                    <a:pt x="907" y="2530"/>
                    <a:pt x="2083" y="4954"/>
                    <a:pt x="3507" y="7224"/>
                  </a:cubicBezTo>
                  <a:cubicBezTo>
                    <a:pt x="6896" y="12637"/>
                    <a:pt x="11602" y="17108"/>
                    <a:pt x="17191" y="20214"/>
                  </a:cubicBezTo>
                  <a:lnTo>
                    <a:pt x="17191" y="30274"/>
                  </a:lnTo>
                  <a:lnTo>
                    <a:pt x="53794" y="30274"/>
                  </a:lnTo>
                  <a:lnTo>
                    <a:pt x="53794" y="20214"/>
                  </a:lnTo>
                  <a:cubicBezTo>
                    <a:pt x="59383" y="17108"/>
                    <a:pt x="64089" y="12637"/>
                    <a:pt x="67478" y="7224"/>
                  </a:cubicBezTo>
                  <a:cubicBezTo>
                    <a:pt x="68902" y="4954"/>
                    <a:pt x="70078" y="2530"/>
                    <a:pt x="709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6"/>
            <p:cNvSpPr/>
            <p:nvPr/>
          </p:nvSpPr>
          <p:spPr>
            <a:xfrm>
              <a:off x="1126337" y="2023310"/>
              <a:ext cx="357689" cy="28395"/>
            </a:xfrm>
            <a:custGeom>
              <a:avLst/>
              <a:gdLst/>
              <a:ahLst/>
              <a:cxnLst/>
              <a:rect l="l" t="t" r="r" b="b"/>
              <a:pathLst>
                <a:path w="75303" h="5978" extrusionOk="0">
                  <a:moveTo>
                    <a:pt x="1" y="0"/>
                  </a:moveTo>
                  <a:cubicBezTo>
                    <a:pt x="118" y="2012"/>
                    <a:pt x="401" y="4012"/>
                    <a:pt x="836" y="5977"/>
                  </a:cubicBezTo>
                  <a:lnTo>
                    <a:pt x="74455" y="5977"/>
                  </a:lnTo>
                  <a:cubicBezTo>
                    <a:pt x="74902" y="4012"/>
                    <a:pt x="75185" y="2012"/>
                    <a:pt x="753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pSp>
        <p:nvGrpSpPr>
          <p:cNvPr id="2" name="Group 1">
            <a:extLst>
              <a:ext uri="{FF2B5EF4-FFF2-40B4-BE49-F238E27FC236}">
                <a16:creationId xmlns:a16="http://schemas.microsoft.com/office/drawing/2014/main" id="{A193FFE1-217C-AD72-7CC6-17CB9959FD80}"/>
              </a:ext>
            </a:extLst>
          </p:cNvPr>
          <p:cNvGrpSpPr/>
          <p:nvPr/>
        </p:nvGrpSpPr>
        <p:grpSpPr>
          <a:xfrm>
            <a:off x="0" y="10042"/>
            <a:ext cx="1335660" cy="324951"/>
            <a:chOff x="523596" y="911573"/>
            <a:chExt cx="1335660" cy="324951"/>
          </a:xfrm>
        </p:grpSpPr>
        <p:sp>
          <p:nvSpPr>
            <p:cNvPr id="391" name="Google Shape;391;p27"/>
            <p:cNvSpPr/>
            <p:nvPr/>
          </p:nvSpPr>
          <p:spPr>
            <a:xfrm>
              <a:off x="523596" y="91157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92" name="Google Shape;392;p27"/>
            <p:cNvSpPr/>
            <p:nvPr/>
          </p:nvSpPr>
          <p:spPr>
            <a:xfrm>
              <a:off x="523596" y="115390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grpSp>
        <p:nvGrpSpPr>
          <p:cNvPr id="3" name="Group 2">
            <a:extLst>
              <a:ext uri="{FF2B5EF4-FFF2-40B4-BE49-F238E27FC236}">
                <a16:creationId xmlns:a16="http://schemas.microsoft.com/office/drawing/2014/main" id="{8BE8F66D-8DFE-F27D-4C34-692BA74C9D7F}"/>
              </a:ext>
            </a:extLst>
          </p:cNvPr>
          <p:cNvGrpSpPr/>
          <p:nvPr/>
        </p:nvGrpSpPr>
        <p:grpSpPr>
          <a:xfrm>
            <a:off x="7808340" y="4820723"/>
            <a:ext cx="1335660" cy="324951"/>
            <a:chOff x="523596" y="911573"/>
            <a:chExt cx="1335660" cy="324951"/>
          </a:xfrm>
        </p:grpSpPr>
        <p:sp>
          <p:nvSpPr>
            <p:cNvPr id="4" name="Google Shape;391;p27">
              <a:extLst>
                <a:ext uri="{FF2B5EF4-FFF2-40B4-BE49-F238E27FC236}">
                  <a16:creationId xmlns:a16="http://schemas.microsoft.com/office/drawing/2014/main" id="{34909EFF-0E1B-41ED-9F37-A7DD314D4A50}"/>
                </a:ext>
              </a:extLst>
            </p:cNvPr>
            <p:cNvSpPr/>
            <p:nvPr/>
          </p:nvSpPr>
          <p:spPr>
            <a:xfrm>
              <a:off x="523596" y="91157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5" name="Google Shape;392;p27">
              <a:extLst>
                <a:ext uri="{FF2B5EF4-FFF2-40B4-BE49-F238E27FC236}">
                  <a16:creationId xmlns:a16="http://schemas.microsoft.com/office/drawing/2014/main" id="{4453F682-6A84-DB23-3644-26B4DD065BD7}"/>
                </a:ext>
              </a:extLst>
            </p:cNvPr>
            <p:cNvSpPr/>
            <p:nvPr/>
          </p:nvSpPr>
          <p:spPr>
            <a:xfrm>
              <a:off x="523596" y="115390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sp>
        <p:nvSpPr>
          <p:cNvPr id="10" name="Title 9">
            <a:extLst>
              <a:ext uri="{FF2B5EF4-FFF2-40B4-BE49-F238E27FC236}">
                <a16:creationId xmlns:a16="http://schemas.microsoft.com/office/drawing/2014/main" id="{7136D741-D6AF-516E-1096-7BD841F9B0A0}"/>
              </a:ext>
            </a:extLst>
          </p:cNvPr>
          <p:cNvSpPr>
            <a:spLocks noGrp="1"/>
          </p:cNvSpPr>
          <p:nvPr>
            <p:ph type="ctrTitle"/>
          </p:nvPr>
        </p:nvSpPr>
        <p:spPr>
          <a:xfrm>
            <a:off x="311700" y="242763"/>
            <a:ext cx="8520600" cy="606600"/>
          </a:xfrm>
        </p:spPr>
        <p:txBody>
          <a:bodyPr/>
          <a:lstStyle/>
          <a:p>
            <a:r>
              <a:rPr lang="en-US" dirty="0"/>
              <a:t>OPTIONS</a:t>
            </a:r>
          </a:p>
        </p:txBody>
      </p:sp>
      <p:sp>
        <p:nvSpPr>
          <p:cNvPr id="11" name="TextBox 10">
            <a:extLst>
              <a:ext uri="{FF2B5EF4-FFF2-40B4-BE49-F238E27FC236}">
                <a16:creationId xmlns:a16="http://schemas.microsoft.com/office/drawing/2014/main" id="{F9DF5A50-E27E-6048-365A-F6BE18F3E844}"/>
              </a:ext>
            </a:extLst>
          </p:cNvPr>
          <p:cNvSpPr txBox="1"/>
          <p:nvPr/>
        </p:nvSpPr>
        <p:spPr>
          <a:xfrm>
            <a:off x="156115" y="703803"/>
            <a:ext cx="8831770" cy="4278094"/>
          </a:xfrm>
          <a:prstGeom prst="rect">
            <a:avLst/>
          </a:prstGeom>
          <a:noFill/>
        </p:spPr>
        <p:txBody>
          <a:bodyPr wrap="square" rtlCol="0">
            <a:spAutoFit/>
          </a:bodyPr>
          <a:lstStyle/>
          <a:p>
            <a:pPr algn="just"/>
            <a:r>
              <a:rPr lang="en-US" sz="1600" dirty="0">
                <a:solidFill>
                  <a:schemeClr val="bg1"/>
                </a:solidFill>
              </a:rPr>
              <a:t>Web server configuration files typically include options for:</a:t>
            </a:r>
          </a:p>
          <a:p>
            <a:pPr marL="285750" indent="-285750" algn="just">
              <a:buClr>
                <a:srgbClr val="48FFD5"/>
              </a:buClr>
              <a:buSzPct val="142000"/>
              <a:buFont typeface="Arial" panose="020B0604020202020204" pitchFamily="34" charset="0"/>
              <a:buChar char="•"/>
            </a:pPr>
            <a:r>
              <a:rPr lang="en-US" sz="1600" b="1" dirty="0">
                <a:solidFill>
                  <a:srgbClr val="48FFD5"/>
                </a:solidFill>
              </a:rPr>
              <a:t>Document Root:</a:t>
            </a:r>
            <a:r>
              <a:rPr lang="en-US" sz="1600" dirty="0">
                <a:solidFill>
                  <a:schemeClr val="bg1"/>
                </a:solidFill>
              </a:rPr>
              <a:t> This specifies the directory where the web server locates the website files and resources used by your web services. </a:t>
            </a:r>
          </a:p>
          <a:p>
            <a:pPr marL="285750" indent="-285750" algn="just">
              <a:buClr>
                <a:srgbClr val="48FFD5"/>
              </a:buClr>
              <a:buSzPct val="142000"/>
              <a:buFont typeface="Arial" panose="020B0604020202020204" pitchFamily="34" charset="0"/>
              <a:buChar char="•"/>
            </a:pPr>
            <a:r>
              <a:rPr lang="en-US" sz="1600" b="1" dirty="0">
                <a:solidFill>
                  <a:srgbClr val="48FFD5"/>
                </a:solidFill>
              </a:rPr>
              <a:t>MIME Types:</a:t>
            </a:r>
            <a:r>
              <a:rPr lang="en-US" sz="1600" dirty="0">
                <a:solidFill>
                  <a:schemeClr val="bg1"/>
                </a:solidFill>
              </a:rPr>
              <a:t> These define how different file extensions (like .html, .</a:t>
            </a:r>
            <a:r>
              <a:rPr lang="en-US" sz="1600" dirty="0" err="1">
                <a:solidFill>
                  <a:schemeClr val="bg1"/>
                </a:solidFill>
              </a:rPr>
              <a:t>css</a:t>
            </a:r>
            <a:r>
              <a:rPr lang="en-US" sz="1600" dirty="0">
                <a:solidFill>
                  <a:schemeClr val="bg1"/>
                </a:solidFill>
              </a:rPr>
              <a:t>, .jpg) are interpreted and delivered by the server to web service consumers. </a:t>
            </a:r>
          </a:p>
          <a:p>
            <a:pPr marL="285750" indent="-285750" algn="just">
              <a:buClr>
                <a:srgbClr val="48FFD5"/>
              </a:buClr>
              <a:buSzPct val="142000"/>
              <a:buFont typeface="Arial" panose="020B0604020202020204" pitchFamily="34" charset="0"/>
              <a:buChar char="•"/>
            </a:pPr>
            <a:r>
              <a:rPr lang="en-US" sz="1600" b="1" dirty="0">
                <a:solidFill>
                  <a:srgbClr val="48FFD5"/>
                </a:solidFill>
              </a:rPr>
              <a:t>Error Handling:</a:t>
            </a:r>
            <a:r>
              <a:rPr lang="en-US" sz="1600" dirty="0">
                <a:solidFill>
                  <a:schemeClr val="bg1"/>
                </a:solidFill>
              </a:rPr>
              <a:t> This determines how the server responds to errors encountered during web service requests, such as 404 Not Found or 500 Internal Server Error. </a:t>
            </a:r>
          </a:p>
          <a:p>
            <a:pPr marL="285750" indent="-285750" algn="just">
              <a:buClr>
                <a:srgbClr val="48FFD5"/>
              </a:buClr>
              <a:buSzPct val="142000"/>
              <a:buFont typeface="Arial" panose="020B0604020202020204" pitchFamily="34" charset="0"/>
              <a:buChar char="•"/>
            </a:pPr>
            <a:r>
              <a:rPr lang="en-US" sz="1600" b="1" dirty="0">
                <a:solidFill>
                  <a:srgbClr val="48FFD5"/>
                </a:solidFill>
              </a:rPr>
              <a:t>Security:</a:t>
            </a:r>
            <a:r>
              <a:rPr lang="en-US" sz="1600" dirty="0">
                <a:solidFill>
                  <a:schemeClr val="bg1"/>
                </a:solidFill>
              </a:rPr>
              <a:t> This involves configuring access control mechanisms, authentication methods, and encryption settings to protect your server and the data associated with your web services. </a:t>
            </a:r>
          </a:p>
          <a:p>
            <a:pPr marL="285750" indent="-285750" algn="just">
              <a:buClr>
                <a:srgbClr val="48FFD5"/>
              </a:buClr>
              <a:buSzPct val="142000"/>
              <a:buFont typeface="Arial" panose="020B0604020202020204" pitchFamily="34" charset="0"/>
              <a:buChar char="•"/>
            </a:pPr>
            <a:r>
              <a:rPr lang="en-US" sz="1600" b="1" dirty="0">
                <a:solidFill>
                  <a:srgbClr val="48FFD5"/>
                </a:solidFill>
              </a:rPr>
              <a:t>Identify SDK Location:</a:t>
            </a:r>
            <a:r>
              <a:rPr lang="en-US" sz="1600" dirty="0">
                <a:solidFill>
                  <a:schemeClr val="bg1"/>
                </a:solidFill>
              </a:rPr>
              <a:t> The server needs to know where the Java compiler is located to process JSP files. </a:t>
            </a:r>
          </a:p>
          <a:p>
            <a:pPr marL="285750" indent="-285750" algn="just">
              <a:buClr>
                <a:srgbClr val="48FFD5"/>
              </a:buClr>
              <a:buSzPct val="142000"/>
              <a:buFont typeface="Arial" panose="020B0604020202020204" pitchFamily="34" charset="0"/>
              <a:buChar char="•"/>
            </a:pPr>
            <a:r>
              <a:rPr lang="en-US" sz="1600" b="1" dirty="0">
                <a:solidFill>
                  <a:srgbClr val="48FFD5"/>
                </a:solidFill>
              </a:rPr>
              <a:t>Specify Port:</a:t>
            </a:r>
            <a:r>
              <a:rPr lang="en-US" sz="1600" dirty="0">
                <a:solidFill>
                  <a:schemeClr val="bg1"/>
                </a:solidFill>
              </a:rPr>
              <a:t> Web servers often use non-standard ports by default. You can change this for convenience, but only if no conflicts exist. </a:t>
            </a:r>
          </a:p>
          <a:p>
            <a:pPr marL="285750" indent="-285750" algn="just">
              <a:buClr>
                <a:srgbClr val="48FFD5"/>
              </a:buClr>
              <a:buSzPct val="142000"/>
              <a:buFont typeface="Arial" panose="020B0604020202020204" pitchFamily="34" charset="0"/>
              <a:buChar char="•"/>
            </a:pPr>
            <a:r>
              <a:rPr lang="en-US" sz="1600" b="1" dirty="0">
                <a:solidFill>
                  <a:srgbClr val="48FFD5"/>
                </a:solidFill>
              </a:rPr>
              <a:t>Virtual Hosts (Optional):</a:t>
            </a:r>
            <a:r>
              <a:rPr lang="en-US" sz="1600" dirty="0">
                <a:solidFill>
                  <a:schemeClr val="bg1"/>
                </a:solidFill>
              </a:rPr>
              <a:t> Allow hosting multiple websites on a single server. Or this allows hosting multiple web services (or websites) on a single server, maximizing resource utilization.</a:t>
            </a:r>
            <a:r>
              <a:rPr lang="en-US" dirty="0">
                <a:solidFill>
                  <a:schemeClr val="bg1"/>
                </a:solidFill>
              </a:rPr>
              <a:t> </a:t>
            </a:r>
          </a:p>
        </p:txBody>
      </p:sp>
      <p:sp>
        <p:nvSpPr>
          <p:cNvPr id="14" name="Google Shape;379;p27">
            <a:extLst>
              <a:ext uri="{FF2B5EF4-FFF2-40B4-BE49-F238E27FC236}">
                <a16:creationId xmlns:a16="http://schemas.microsoft.com/office/drawing/2014/main" id="{B8FE2CB0-AEA3-3971-4C5B-E096FF53387C}"/>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nvGrpSpPr>
          <p:cNvPr id="15" name="Group 14">
            <a:extLst>
              <a:ext uri="{FF2B5EF4-FFF2-40B4-BE49-F238E27FC236}">
                <a16:creationId xmlns:a16="http://schemas.microsoft.com/office/drawing/2014/main" id="{0AE59637-B9EB-1609-41D3-B021EEB8503B}"/>
              </a:ext>
            </a:extLst>
          </p:cNvPr>
          <p:cNvGrpSpPr/>
          <p:nvPr/>
        </p:nvGrpSpPr>
        <p:grpSpPr>
          <a:xfrm>
            <a:off x="7925718" y="-10797"/>
            <a:ext cx="1373867" cy="1113719"/>
            <a:chOff x="5784719" y="3707004"/>
            <a:chExt cx="1373867" cy="1113719"/>
          </a:xfrm>
        </p:grpSpPr>
        <p:sp>
          <p:nvSpPr>
            <p:cNvPr id="16" name="Google Shape;378;p27">
              <a:extLst>
                <a:ext uri="{FF2B5EF4-FFF2-40B4-BE49-F238E27FC236}">
                  <a16:creationId xmlns:a16="http://schemas.microsoft.com/office/drawing/2014/main" id="{836234B8-4097-3C0D-528A-C8F4372F2EF9}"/>
                </a:ext>
              </a:extLst>
            </p:cNvPr>
            <p:cNvSpPr/>
            <p:nvPr/>
          </p:nvSpPr>
          <p:spPr>
            <a:xfrm>
              <a:off x="5784719" y="3707004"/>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0;p27">
              <a:extLst>
                <a:ext uri="{FF2B5EF4-FFF2-40B4-BE49-F238E27FC236}">
                  <a16:creationId xmlns:a16="http://schemas.microsoft.com/office/drawing/2014/main" id="{3101AD22-AF9C-272F-FF5A-7ACF2D5E2EE7}"/>
                </a:ext>
              </a:extLst>
            </p:cNvPr>
            <p:cNvSpPr/>
            <p:nvPr/>
          </p:nvSpPr>
          <p:spPr>
            <a:xfrm>
              <a:off x="6101912" y="3732129"/>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52643"/>
            </a:gs>
            <a:gs pos="100000">
              <a:srgbClr val="041523"/>
            </a:gs>
          </a:gsLst>
          <a:path path="circle">
            <a:fillToRect l="50000" t="50000" r="50000" b="50000"/>
          </a:path>
          <a:tileRect/>
        </a:gradFill>
        <a:effectLst/>
      </p:bgPr>
    </p:bg>
    <p:spTree>
      <p:nvGrpSpPr>
        <p:cNvPr id="1" name="Shape 399"/>
        <p:cNvGrpSpPr/>
        <p:nvPr/>
      </p:nvGrpSpPr>
      <p:grpSpPr>
        <a:xfrm>
          <a:off x="0" y="0"/>
          <a:ext cx="0" cy="0"/>
          <a:chOff x="0" y="0"/>
          <a:chExt cx="0" cy="0"/>
        </a:xfrm>
      </p:grpSpPr>
      <p:sp>
        <p:nvSpPr>
          <p:cNvPr id="400" name="Google Shape;400;p28"/>
          <p:cNvSpPr/>
          <p:nvPr/>
        </p:nvSpPr>
        <p:spPr>
          <a:xfrm>
            <a:off x="180401" y="3229317"/>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402" name="Google Shape;402;p28"/>
          <p:cNvSpPr/>
          <p:nvPr/>
        </p:nvSpPr>
        <p:spPr>
          <a:xfrm>
            <a:off x="172975" y="1517926"/>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403" name="Google Shape;403;p28"/>
          <p:cNvSpPr txBox="1">
            <a:spLocks noGrp="1"/>
          </p:cNvSpPr>
          <p:nvPr>
            <p:ph type="ctrTitle" idx="4"/>
          </p:nvPr>
        </p:nvSpPr>
        <p:spPr>
          <a:xfrm>
            <a:off x="35825" y="668036"/>
            <a:ext cx="7833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APPROACHES TO SRVER CONFIGURATION</a:t>
            </a:r>
            <a:endParaRPr dirty="0">
              <a:solidFill>
                <a:srgbClr val="FFFFFF"/>
              </a:solidFill>
            </a:endParaRPr>
          </a:p>
        </p:txBody>
      </p:sp>
      <p:sp>
        <p:nvSpPr>
          <p:cNvPr id="404" name="Google Shape;404;p28"/>
          <p:cNvSpPr txBox="1">
            <a:spLocks noGrp="1"/>
          </p:cNvSpPr>
          <p:nvPr>
            <p:ph type="ctrTitle"/>
          </p:nvPr>
        </p:nvSpPr>
        <p:spPr>
          <a:xfrm>
            <a:off x="186369" y="1525167"/>
            <a:ext cx="2076000" cy="40336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dirty="0">
                <a:solidFill>
                  <a:schemeClr val="tx1"/>
                </a:solidFill>
              </a:rPr>
              <a:t>Manual Configuration: </a:t>
            </a:r>
            <a:endParaRPr sz="1400" dirty="0">
              <a:solidFill>
                <a:schemeClr val="tx1"/>
              </a:solidFill>
            </a:endParaRPr>
          </a:p>
        </p:txBody>
      </p:sp>
      <p:sp>
        <p:nvSpPr>
          <p:cNvPr id="405" name="Google Shape;405;p28"/>
          <p:cNvSpPr txBox="1">
            <a:spLocks noGrp="1"/>
          </p:cNvSpPr>
          <p:nvPr>
            <p:ph type="ctrTitle" idx="2"/>
          </p:nvPr>
        </p:nvSpPr>
        <p:spPr>
          <a:xfrm>
            <a:off x="186369" y="3305321"/>
            <a:ext cx="2076000" cy="32277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400" dirty="0">
                <a:solidFill>
                  <a:schemeClr val="tx1"/>
                </a:solidFill>
              </a:rPr>
              <a:t>Web-Based Interfaces:</a:t>
            </a:r>
            <a:endParaRPr sz="1400" dirty="0">
              <a:solidFill>
                <a:schemeClr val="tx1"/>
              </a:solidFill>
            </a:endParaRPr>
          </a:p>
        </p:txBody>
      </p:sp>
      <p:sp>
        <p:nvSpPr>
          <p:cNvPr id="406" name="Google Shape;406;p28"/>
          <p:cNvSpPr txBox="1">
            <a:spLocks noGrp="1"/>
          </p:cNvSpPr>
          <p:nvPr>
            <p:ph type="ctrTitle" idx="3"/>
          </p:nvPr>
        </p:nvSpPr>
        <p:spPr>
          <a:xfrm>
            <a:off x="145924" y="1955766"/>
            <a:ext cx="4165545" cy="1194609"/>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n-US" sz="1400" dirty="0">
                <a:solidFill>
                  <a:schemeClr val="bg1"/>
                </a:solidFill>
                <a:latin typeface="+mn-lt"/>
              </a:rPr>
              <a:t>This involves editing configuration files directly using a text editor. This approach requires knowledge of the specific syntax and structure of the configuration files for your web server software.</a:t>
            </a:r>
            <a:r>
              <a:rPr lang="en-US" dirty="0">
                <a:solidFill>
                  <a:schemeClr val="bg1"/>
                </a:solidFill>
                <a:latin typeface="+mn-lt"/>
              </a:rPr>
              <a:t> </a:t>
            </a:r>
          </a:p>
        </p:txBody>
      </p:sp>
      <p:cxnSp>
        <p:nvCxnSpPr>
          <p:cNvPr id="407" name="Google Shape;407;p28"/>
          <p:cNvCxnSpPr>
            <a:cxnSpLocks/>
          </p:cNvCxnSpPr>
          <p:nvPr/>
        </p:nvCxnSpPr>
        <p:spPr>
          <a:xfrm>
            <a:off x="0" y="1197575"/>
            <a:ext cx="7799189" cy="0"/>
          </a:xfrm>
          <a:prstGeom prst="straightConnector1">
            <a:avLst/>
          </a:prstGeom>
          <a:noFill/>
          <a:ln w="9525" cap="flat" cmpd="sng">
            <a:solidFill>
              <a:schemeClr val="accent1"/>
            </a:solidFill>
            <a:prstDash val="solid"/>
            <a:round/>
            <a:headEnd type="none" w="med" len="med"/>
            <a:tailEnd type="none" w="med" len="med"/>
          </a:ln>
        </p:spPr>
      </p:cxnSp>
      <p:sp>
        <p:nvSpPr>
          <p:cNvPr id="419" name="Google Shape;419;p28"/>
          <p:cNvSpPr/>
          <p:nvPr/>
        </p:nvSpPr>
        <p:spPr>
          <a:xfrm>
            <a:off x="4876837" y="2409598"/>
            <a:ext cx="2681532" cy="1732190"/>
          </a:xfrm>
          <a:custGeom>
            <a:avLst/>
            <a:gdLst/>
            <a:ahLst/>
            <a:cxnLst/>
            <a:rect l="l" t="t" r="r" b="b"/>
            <a:pathLst>
              <a:path w="176649" h="114110" extrusionOk="0">
                <a:moveTo>
                  <a:pt x="5275" y="0"/>
                </a:moveTo>
                <a:cubicBezTo>
                  <a:pt x="2345" y="0"/>
                  <a:pt x="1" y="2344"/>
                  <a:pt x="1" y="5274"/>
                </a:cubicBezTo>
                <a:lnTo>
                  <a:pt x="1" y="108835"/>
                </a:lnTo>
                <a:cubicBezTo>
                  <a:pt x="1" y="111766"/>
                  <a:pt x="2345" y="114110"/>
                  <a:pt x="5275" y="114110"/>
                </a:cubicBezTo>
                <a:lnTo>
                  <a:pt x="171374" y="114110"/>
                </a:lnTo>
                <a:cubicBezTo>
                  <a:pt x="174304" y="114110"/>
                  <a:pt x="176648" y="111766"/>
                  <a:pt x="176648" y="108835"/>
                </a:cubicBezTo>
                <a:lnTo>
                  <a:pt x="176648" y="5274"/>
                </a:lnTo>
                <a:cubicBezTo>
                  <a:pt x="176648" y="2344"/>
                  <a:pt x="174304" y="0"/>
                  <a:pt x="1713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8"/>
          <p:cNvSpPr/>
          <p:nvPr/>
        </p:nvSpPr>
        <p:spPr>
          <a:xfrm>
            <a:off x="5005199" y="2541755"/>
            <a:ext cx="2424808" cy="1467860"/>
          </a:xfrm>
          <a:custGeom>
            <a:avLst/>
            <a:gdLst/>
            <a:ahLst/>
            <a:cxnLst/>
            <a:rect l="l" t="t" r="r" b="b"/>
            <a:pathLst>
              <a:path w="159737" h="96697" extrusionOk="0">
                <a:moveTo>
                  <a:pt x="0" y="1"/>
                </a:moveTo>
                <a:lnTo>
                  <a:pt x="0" y="96697"/>
                </a:lnTo>
                <a:lnTo>
                  <a:pt x="159737" y="96697"/>
                </a:lnTo>
                <a:lnTo>
                  <a:pt x="159737"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91A51"/>
              </a:solidFill>
            </a:endParaRPr>
          </a:p>
        </p:txBody>
      </p:sp>
      <p:sp>
        <p:nvSpPr>
          <p:cNvPr id="421" name="Google Shape;421;p28"/>
          <p:cNvSpPr/>
          <p:nvPr/>
        </p:nvSpPr>
        <p:spPr>
          <a:xfrm>
            <a:off x="4636011" y="4136703"/>
            <a:ext cx="3163178" cy="83900"/>
          </a:xfrm>
          <a:custGeom>
            <a:avLst/>
            <a:gdLst/>
            <a:ahLst/>
            <a:cxnLst/>
            <a:rect l="l" t="t" r="r" b="b"/>
            <a:pathLst>
              <a:path w="208378" h="5527" extrusionOk="0">
                <a:moveTo>
                  <a:pt x="0" y="1"/>
                </a:moveTo>
                <a:lnTo>
                  <a:pt x="0" y="5526"/>
                </a:lnTo>
                <a:lnTo>
                  <a:pt x="208377" y="5526"/>
                </a:lnTo>
                <a:lnTo>
                  <a:pt x="208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422" name="Google Shape;422;p28"/>
          <p:cNvSpPr/>
          <p:nvPr/>
        </p:nvSpPr>
        <p:spPr>
          <a:xfrm>
            <a:off x="5005199" y="2541755"/>
            <a:ext cx="2424808" cy="141083"/>
          </a:xfrm>
          <a:custGeom>
            <a:avLst/>
            <a:gdLst/>
            <a:ahLst/>
            <a:cxnLst/>
            <a:rect l="l" t="t" r="r" b="b"/>
            <a:pathLst>
              <a:path w="159737" h="9294" extrusionOk="0">
                <a:moveTo>
                  <a:pt x="0" y="1"/>
                </a:moveTo>
                <a:lnTo>
                  <a:pt x="0" y="9294"/>
                </a:lnTo>
                <a:lnTo>
                  <a:pt x="159737" y="9294"/>
                </a:lnTo>
                <a:lnTo>
                  <a:pt x="159737"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5143716" y="2742556"/>
            <a:ext cx="1029417" cy="521069"/>
          </a:xfrm>
          <a:custGeom>
            <a:avLst/>
            <a:gdLst/>
            <a:ahLst/>
            <a:cxnLst/>
            <a:rect l="l" t="t" r="r" b="b"/>
            <a:pathLst>
              <a:path w="67814" h="34326" extrusionOk="0">
                <a:moveTo>
                  <a:pt x="1" y="1"/>
                </a:moveTo>
                <a:lnTo>
                  <a:pt x="1" y="34326"/>
                </a:lnTo>
                <a:lnTo>
                  <a:pt x="67813" y="34326"/>
                </a:lnTo>
                <a:lnTo>
                  <a:pt x="6781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5221240" y="2834061"/>
            <a:ext cx="297407" cy="297391"/>
          </a:xfrm>
          <a:custGeom>
            <a:avLst/>
            <a:gdLst/>
            <a:ahLst/>
            <a:cxnLst/>
            <a:rect l="l" t="t" r="r" b="b"/>
            <a:pathLst>
              <a:path w="19592" h="19591" extrusionOk="0">
                <a:moveTo>
                  <a:pt x="1" y="0"/>
                </a:moveTo>
                <a:lnTo>
                  <a:pt x="1" y="19591"/>
                </a:lnTo>
                <a:lnTo>
                  <a:pt x="19591" y="19591"/>
                </a:lnTo>
                <a:lnTo>
                  <a:pt x="195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5500826" y="3535575"/>
            <a:ext cx="908690" cy="329163"/>
          </a:xfrm>
          <a:custGeom>
            <a:avLst/>
            <a:gdLst/>
            <a:ahLst/>
            <a:cxnLst/>
            <a:rect l="l" t="t" r="r" b="b"/>
            <a:pathLst>
              <a:path w="59861" h="21684" extrusionOk="0">
                <a:moveTo>
                  <a:pt x="1" y="1"/>
                </a:moveTo>
                <a:lnTo>
                  <a:pt x="1" y="21684"/>
                </a:lnTo>
                <a:lnTo>
                  <a:pt x="59860" y="21684"/>
                </a:lnTo>
                <a:lnTo>
                  <a:pt x="5986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560559" y="3610549"/>
            <a:ext cx="679927" cy="53403"/>
          </a:xfrm>
          <a:custGeom>
            <a:avLst/>
            <a:gdLst/>
            <a:ahLst/>
            <a:cxnLst/>
            <a:rect l="l" t="t" r="r" b="b"/>
            <a:pathLst>
              <a:path w="44791" h="3518" extrusionOk="0">
                <a:moveTo>
                  <a:pt x="1" y="1"/>
                </a:moveTo>
                <a:lnTo>
                  <a:pt x="1" y="3517"/>
                </a:lnTo>
                <a:lnTo>
                  <a:pt x="44791" y="3517"/>
                </a:lnTo>
                <a:lnTo>
                  <a:pt x="44791"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27" name="Google Shape;427;p28"/>
          <p:cNvSpPr/>
          <p:nvPr/>
        </p:nvSpPr>
        <p:spPr>
          <a:xfrm>
            <a:off x="5560559" y="3710949"/>
            <a:ext cx="526154" cy="52128"/>
          </a:xfrm>
          <a:custGeom>
            <a:avLst/>
            <a:gdLst/>
            <a:ahLst/>
            <a:cxnLst/>
            <a:rect l="l" t="t" r="r" b="b"/>
            <a:pathLst>
              <a:path w="34661" h="3434" extrusionOk="0">
                <a:moveTo>
                  <a:pt x="1" y="1"/>
                </a:moveTo>
                <a:lnTo>
                  <a:pt x="1" y="3433"/>
                </a:lnTo>
                <a:lnTo>
                  <a:pt x="34661" y="3433"/>
                </a:lnTo>
                <a:lnTo>
                  <a:pt x="34661" y="1"/>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28" name="Google Shape;428;p28"/>
          <p:cNvSpPr/>
          <p:nvPr/>
        </p:nvSpPr>
        <p:spPr>
          <a:xfrm>
            <a:off x="5180573" y="3535575"/>
            <a:ext cx="322818" cy="329163"/>
          </a:xfrm>
          <a:custGeom>
            <a:avLst/>
            <a:gdLst/>
            <a:ahLst/>
            <a:cxnLst/>
            <a:rect l="l" t="t" r="r" b="b"/>
            <a:pathLst>
              <a:path w="21266" h="21684" extrusionOk="0">
                <a:moveTo>
                  <a:pt x="1" y="1"/>
                </a:moveTo>
                <a:lnTo>
                  <a:pt x="1" y="21684"/>
                </a:lnTo>
                <a:lnTo>
                  <a:pt x="21265" y="21684"/>
                </a:lnTo>
                <a:lnTo>
                  <a:pt x="212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5242842" y="3644719"/>
            <a:ext cx="218729" cy="109463"/>
          </a:xfrm>
          <a:custGeom>
            <a:avLst/>
            <a:gdLst/>
            <a:ahLst/>
            <a:cxnLst/>
            <a:rect l="l" t="t" r="r" b="b"/>
            <a:pathLst>
              <a:path w="14409" h="7211" extrusionOk="0">
                <a:moveTo>
                  <a:pt x="13060" y="1"/>
                </a:moveTo>
                <a:cubicBezTo>
                  <a:pt x="12832" y="1"/>
                  <a:pt x="12594" y="102"/>
                  <a:pt x="12391" y="345"/>
                </a:cubicBezTo>
                <a:lnTo>
                  <a:pt x="6950" y="5117"/>
                </a:lnTo>
                <a:lnTo>
                  <a:pt x="1592" y="345"/>
                </a:lnTo>
                <a:cubicBezTo>
                  <a:pt x="1424" y="178"/>
                  <a:pt x="1194" y="94"/>
                  <a:pt x="964" y="94"/>
                </a:cubicBezTo>
                <a:cubicBezTo>
                  <a:pt x="734" y="94"/>
                  <a:pt x="503" y="178"/>
                  <a:pt x="336" y="345"/>
                </a:cubicBezTo>
                <a:cubicBezTo>
                  <a:pt x="1" y="764"/>
                  <a:pt x="1" y="1266"/>
                  <a:pt x="336" y="1601"/>
                </a:cubicBezTo>
                <a:lnTo>
                  <a:pt x="6364" y="6959"/>
                </a:lnTo>
                <a:cubicBezTo>
                  <a:pt x="6531" y="7127"/>
                  <a:pt x="6761" y="7210"/>
                  <a:pt x="6992" y="7210"/>
                </a:cubicBezTo>
                <a:cubicBezTo>
                  <a:pt x="7222" y="7210"/>
                  <a:pt x="7452" y="7127"/>
                  <a:pt x="7619" y="6959"/>
                </a:cubicBezTo>
                <a:lnTo>
                  <a:pt x="13647" y="1685"/>
                </a:lnTo>
                <a:cubicBezTo>
                  <a:pt x="14408" y="987"/>
                  <a:pt x="13776" y="1"/>
                  <a:pt x="130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5683836" y="3292847"/>
            <a:ext cx="704079" cy="155049"/>
          </a:xfrm>
          <a:custGeom>
            <a:avLst/>
            <a:gdLst/>
            <a:ahLst/>
            <a:cxnLst/>
            <a:rect l="l" t="t" r="r" b="b"/>
            <a:pathLst>
              <a:path w="46382" h="10214" extrusionOk="0">
                <a:moveTo>
                  <a:pt x="1" y="0"/>
                </a:moveTo>
                <a:lnTo>
                  <a:pt x="1" y="10214"/>
                </a:lnTo>
                <a:lnTo>
                  <a:pt x="46381" y="10214"/>
                </a:lnTo>
                <a:lnTo>
                  <a:pt x="463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5683836" y="3100941"/>
            <a:ext cx="704079" cy="155064"/>
          </a:xfrm>
          <a:custGeom>
            <a:avLst/>
            <a:gdLst/>
            <a:ahLst/>
            <a:cxnLst/>
            <a:rect l="l" t="t" r="r" b="b"/>
            <a:pathLst>
              <a:path w="46382" h="10215" extrusionOk="0">
                <a:moveTo>
                  <a:pt x="1" y="0"/>
                </a:moveTo>
                <a:lnTo>
                  <a:pt x="1" y="10214"/>
                </a:lnTo>
                <a:lnTo>
                  <a:pt x="46381" y="10214"/>
                </a:lnTo>
                <a:lnTo>
                  <a:pt x="463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6387899" y="3102216"/>
            <a:ext cx="155049" cy="155049"/>
          </a:xfrm>
          <a:custGeom>
            <a:avLst/>
            <a:gdLst/>
            <a:ahLst/>
            <a:cxnLst/>
            <a:rect l="l" t="t" r="r" b="b"/>
            <a:pathLst>
              <a:path w="10214" h="10214" extrusionOk="0">
                <a:moveTo>
                  <a:pt x="0" y="0"/>
                </a:moveTo>
                <a:lnTo>
                  <a:pt x="0" y="10214"/>
                </a:lnTo>
                <a:lnTo>
                  <a:pt x="10214" y="10214"/>
                </a:lnTo>
                <a:lnTo>
                  <a:pt x="10214" y="0"/>
                </a:lnTo>
                <a:close/>
              </a:path>
            </a:pathLst>
          </a:custGeom>
          <a:solidFill>
            <a:schemeClr val="accent1"/>
          </a:solidFill>
          <a:ln w="9525" cap="flat" cmpd="sng">
            <a:solidFill>
              <a:srgbClr val="48FF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6579790" y="3182275"/>
            <a:ext cx="744746" cy="714234"/>
          </a:xfrm>
          <a:custGeom>
            <a:avLst/>
            <a:gdLst/>
            <a:ahLst/>
            <a:cxnLst/>
            <a:rect l="l" t="t" r="r" b="b"/>
            <a:pathLst>
              <a:path w="49061" h="47051" extrusionOk="0">
                <a:moveTo>
                  <a:pt x="1" y="1"/>
                </a:moveTo>
                <a:lnTo>
                  <a:pt x="1" y="47051"/>
                </a:lnTo>
                <a:lnTo>
                  <a:pt x="49060" y="47051"/>
                </a:lnTo>
                <a:lnTo>
                  <a:pt x="490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6668745" y="3215322"/>
            <a:ext cx="728230" cy="623427"/>
          </a:xfrm>
          <a:custGeom>
            <a:avLst/>
            <a:gdLst/>
            <a:ahLst/>
            <a:cxnLst/>
            <a:rect l="l" t="t" r="r" b="b"/>
            <a:pathLst>
              <a:path w="47973" h="41069" extrusionOk="0">
                <a:moveTo>
                  <a:pt x="20698" y="2821"/>
                </a:moveTo>
                <a:cubicBezTo>
                  <a:pt x="25039" y="2821"/>
                  <a:pt x="29467" y="4434"/>
                  <a:pt x="33070" y="8037"/>
                </a:cubicBezTo>
                <a:cubicBezTo>
                  <a:pt x="44121" y="19172"/>
                  <a:pt x="36251" y="38176"/>
                  <a:pt x="20512" y="38176"/>
                </a:cubicBezTo>
                <a:cubicBezTo>
                  <a:pt x="10801" y="38176"/>
                  <a:pt x="2931" y="30223"/>
                  <a:pt x="2931" y="20512"/>
                </a:cubicBezTo>
                <a:cubicBezTo>
                  <a:pt x="2931" y="9866"/>
                  <a:pt x="11625" y="2821"/>
                  <a:pt x="20698" y="2821"/>
                </a:cubicBezTo>
                <a:close/>
                <a:moveTo>
                  <a:pt x="20512" y="0"/>
                </a:moveTo>
                <a:cubicBezTo>
                  <a:pt x="9210" y="0"/>
                  <a:pt x="1" y="9126"/>
                  <a:pt x="1" y="20512"/>
                </a:cubicBezTo>
                <a:cubicBezTo>
                  <a:pt x="1" y="32859"/>
                  <a:pt x="10118" y="41068"/>
                  <a:pt x="20681" y="41068"/>
                </a:cubicBezTo>
                <a:cubicBezTo>
                  <a:pt x="25730" y="41068"/>
                  <a:pt x="30882" y="39192"/>
                  <a:pt x="35079" y="34995"/>
                </a:cubicBezTo>
                <a:cubicBezTo>
                  <a:pt x="47972" y="22102"/>
                  <a:pt x="38847" y="0"/>
                  <a:pt x="20512"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35" name="Google Shape;435;p28"/>
          <p:cNvSpPr/>
          <p:nvPr/>
        </p:nvSpPr>
        <p:spPr>
          <a:xfrm>
            <a:off x="6905128" y="3364010"/>
            <a:ext cx="186835" cy="328040"/>
          </a:xfrm>
          <a:custGeom>
            <a:avLst/>
            <a:gdLst/>
            <a:ahLst/>
            <a:cxnLst/>
            <a:rect l="l" t="t" r="r" b="b"/>
            <a:pathLst>
              <a:path w="12308" h="21610" extrusionOk="0">
                <a:moveTo>
                  <a:pt x="1508" y="0"/>
                </a:moveTo>
                <a:cubicBezTo>
                  <a:pt x="671" y="0"/>
                  <a:pt x="1" y="670"/>
                  <a:pt x="1" y="1507"/>
                </a:cubicBezTo>
                <a:lnTo>
                  <a:pt x="84" y="1507"/>
                </a:lnTo>
                <a:lnTo>
                  <a:pt x="84" y="20177"/>
                </a:lnTo>
                <a:cubicBezTo>
                  <a:pt x="28" y="21028"/>
                  <a:pt x="740" y="21610"/>
                  <a:pt x="1492" y="21610"/>
                </a:cubicBezTo>
                <a:cubicBezTo>
                  <a:pt x="1849" y="21610"/>
                  <a:pt x="2216" y="21478"/>
                  <a:pt x="2512" y="21181"/>
                </a:cubicBezTo>
                <a:lnTo>
                  <a:pt x="11889" y="11889"/>
                </a:lnTo>
                <a:cubicBezTo>
                  <a:pt x="12140" y="11554"/>
                  <a:pt x="12307" y="11219"/>
                  <a:pt x="12307" y="10800"/>
                </a:cubicBezTo>
                <a:cubicBezTo>
                  <a:pt x="12307" y="10465"/>
                  <a:pt x="12140" y="10047"/>
                  <a:pt x="11889" y="9796"/>
                </a:cubicBezTo>
                <a:lnTo>
                  <a:pt x="2512" y="419"/>
                </a:lnTo>
                <a:cubicBezTo>
                  <a:pt x="2261" y="168"/>
                  <a:pt x="1843" y="0"/>
                  <a:pt x="1508"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2A47"/>
              </a:solidFill>
            </a:endParaRPr>
          </a:p>
        </p:txBody>
      </p:sp>
      <p:sp>
        <p:nvSpPr>
          <p:cNvPr id="436" name="Google Shape;436;p28"/>
          <p:cNvSpPr/>
          <p:nvPr/>
        </p:nvSpPr>
        <p:spPr>
          <a:xfrm>
            <a:off x="6858115" y="1367491"/>
            <a:ext cx="1476741" cy="1959677"/>
          </a:xfrm>
          <a:custGeom>
            <a:avLst/>
            <a:gdLst/>
            <a:ahLst/>
            <a:cxnLst/>
            <a:rect l="l" t="t" r="r" b="b"/>
            <a:pathLst>
              <a:path w="97282" h="129096" extrusionOk="0">
                <a:moveTo>
                  <a:pt x="7702" y="0"/>
                </a:moveTo>
                <a:cubicBezTo>
                  <a:pt x="3433" y="84"/>
                  <a:pt x="0" y="3684"/>
                  <a:pt x="84" y="7953"/>
                </a:cubicBezTo>
                <a:lnTo>
                  <a:pt x="84" y="120807"/>
                </a:lnTo>
                <a:cubicBezTo>
                  <a:pt x="84" y="125161"/>
                  <a:pt x="3349" y="129096"/>
                  <a:pt x="7702" y="129096"/>
                </a:cubicBezTo>
                <a:lnTo>
                  <a:pt x="89161" y="129096"/>
                </a:lnTo>
                <a:cubicBezTo>
                  <a:pt x="93682" y="128928"/>
                  <a:pt x="97198" y="125244"/>
                  <a:pt x="97282" y="120807"/>
                </a:cubicBezTo>
                <a:lnTo>
                  <a:pt x="97282" y="7953"/>
                </a:lnTo>
                <a:cubicBezTo>
                  <a:pt x="97198" y="3600"/>
                  <a:pt x="93598" y="0"/>
                  <a:pt x="891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6976307" y="1511094"/>
            <a:ext cx="1241633" cy="1500907"/>
          </a:xfrm>
          <a:custGeom>
            <a:avLst/>
            <a:gdLst/>
            <a:ahLst/>
            <a:cxnLst/>
            <a:rect l="l" t="t" r="r" b="b"/>
            <a:pathLst>
              <a:path w="81794" h="98874" extrusionOk="0">
                <a:moveTo>
                  <a:pt x="0" y="0"/>
                </a:moveTo>
                <a:lnTo>
                  <a:pt x="0" y="98873"/>
                </a:lnTo>
                <a:lnTo>
                  <a:pt x="81794" y="98873"/>
                </a:lnTo>
                <a:lnTo>
                  <a:pt x="81794"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p:nvPr/>
        </p:nvSpPr>
        <p:spPr>
          <a:xfrm>
            <a:off x="7513876" y="3086960"/>
            <a:ext cx="185560" cy="159086"/>
          </a:xfrm>
          <a:custGeom>
            <a:avLst/>
            <a:gdLst/>
            <a:ahLst/>
            <a:cxnLst/>
            <a:rect l="l" t="t" r="r" b="b"/>
            <a:pathLst>
              <a:path w="12224" h="10480" extrusionOk="0">
                <a:moveTo>
                  <a:pt x="5275" y="1"/>
                </a:moveTo>
                <a:cubicBezTo>
                  <a:pt x="2344" y="1"/>
                  <a:pt x="0" y="2345"/>
                  <a:pt x="0" y="5275"/>
                </a:cubicBezTo>
                <a:cubicBezTo>
                  <a:pt x="0" y="8397"/>
                  <a:pt x="2579" y="10480"/>
                  <a:pt x="5283" y="10480"/>
                </a:cubicBezTo>
                <a:cubicBezTo>
                  <a:pt x="6567" y="10480"/>
                  <a:pt x="7880" y="10010"/>
                  <a:pt x="8958" y="8959"/>
                </a:cubicBezTo>
                <a:cubicBezTo>
                  <a:pt x="12223" y="5693"/>
                  <a:pt x="9879" y="1"/>
                  <a:pt x="5275" y="1"/>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8"/>
          <p:cNvSpPr/>
          <p:nvPr/>
        </p:nvSpPr>
        <p:spPr>
          <a:xfrm>
            <a:off x="7577419" y="1730946"/>
            <a:ext cx="584612" cy="583352"/>
          </a:xfrm>
          <a:custGeom>
            <a:avLst/>
            <a:gdLst/>
            <a:ahLst/>
            <a:cxnLst/>
            <a:rect l="l" t="t" r="r" b="b"/>
            <a:pathLst>
              <a:path w="38512" h="38429" extrusionOk="0">
                <a:moveTo>
                  <a:pt x="19339" y="14484"/>
                </a:moveTo>
                <a:cubicBezTo>
                  <a:pt x="16577" y="14484"/>
                  <a:pt x="14316" y="16745"/>
                  <a:pt x="14316" y="19507"/>
                </a:cubicBezTo>
                <a:cubicBezTo>
                  <a:pt x="14316" y="22569"/>
                  <a:pt x="16812" y="24594"/>
                  <a:pt x="19411" y="24594"/>
                </a:cubicBezTo>
                <a:cubicBezTo>
                  <a:pt x="20650" y="24594"/>
                  <a:pt x="21913" y="24134"/>
                  <a:pt x="22939" y="23107"/>
                </a:cubicBezTo>
                <a:cubicBezTo>
                  <a:pt x="26037" y="19926"/>
                  <a:pt x="23860" y="14484"/>
                  <a:pt x="19339" y="14484"/>
                </a:cubicBezTo>
                <a:close/>
                <a:moveTo>
                  <a:pt x="19256" y="9629"/>
                </a:moveTo>
                <a:cubicBezTo>
                  <a:pt x="25786" y="9629"/>
                  <a:pt x="30390" y="16075"/>
                  <a:pt x="28381" y="22354"/>
                </a:cubicBezTo>
                <a:cubicBezTo>
                  <a:pt x="27062" y="26229"/>
                  <a:pt x="23469" y="28886"/>
                  <a:pt x="19363" y="28886"/>
                </a:cubicBezTo>
                <a:cubicBezTo>
                  <a:pt x="19299" y="28886"/>
                  <a:pt x="19236" y="28885"/>
                  <a:pt x="19172" y="28884"/>
                </a:cubicBezTo>
                <a:cubicBezTo>
                  <a:pt x="12558" y="28884"/>
                  <a:pt x="7954" y="22438"/>
                  <a:pt x="10047" y="16159"/>
                </a:cubicBezTo>
                <a:cubicBezTo>
                  <a:pt x="11386" y="12224"/>
                  <a:pt x="15070" y="9629"/>
                  <a:pt x="19256" y="9629"/>
                </a:cubicBezTo>
                <a:close/>
                <a:moveTo>
                  <a:pt x="16242" y="1"/>
                </a:moveTo>
                <a:lnTo>
                  <a:pt x="16242" y="2847"/>
                </a:lnTo>
                <a:cubicBezTo>
                  <a:pt x="13898" y="3266"/>
                  <a:pt x="11721" y="4187"/>
                  <a:pt x="9879" y="5526"/>
                </a:cubicBezTo>
                <a:lnTo>
                  <a:pt x="7786" y="3517"/>
                </a:lnTo>
                <a:lnTo>
                  <a:pt x="3433" y="7787"/>
                </a:lnTo>
                <a:lnTo>
                  <a:pt x="5526" y="9796"/>
                </a:lnTo>
                <a:cubicBezTo>
                  <a:pt x="4186" y="11722"/>
                  <a:pt x="3265" y="13898"/>
                  <a:pt x="2847" y="16159"/>
                </a:cubicBezTo>
                <a:lnTo>
                  <a:pt x="0" y="16159"/>
                </a:lnTo>
                <a:lnTo>
                  <a:pt x="0" y="22270"/>
                </a:lnTo>
                <a:lnTo>
                  <a:pt x="2847" y="22270"/>
                </a:lnTo>
                <a:cubicBezTo>
                  <a:pt x="3265" y="24531"/>
                  <a:pt x="4186" y="26707"/>
                  <a:pt x="5526" y="28633"/>
                </a:cubicBezTo>
                <a:lnTo>
                  <a:pt x="3433" y="30642"/>
                </a:lnTo>
                <a:lnTo>
                  <a:pt x="7786" y="34912"/>
                </a:lnTo>
                <a:lnTo>
                  <a:pt x="9879" y="32903"/>
                </a:lnTo>
                <a:cubicBezTo>
                  <a:pt x="11721" y="34242"/>
                  <a:pt x="13898" y="35163"/>
                  <a:pt x="16242" y="35582"/>
                </a:cubicBezTo>
                <a:lnTo>
                  <a:pt x="16242" y="38428"/>
                </a:lnTo>
                <a:lnTo>
                  <a:pt x="22270" y="38428"/>
                </a:lnTo>
                <a:lnTo>
                  <a:pt x="22270" y="35582"/>
                </a:lnTo>
                <a:cubicBezTo>
                  <a:pt x="24614" y="35163"/>
                  <a:pt x="26790" y="34242"/>
                  <a:pt x="28716" y="32903"/>
                </a:cubicBezTo>
                <a:lnTo>
                  <a:pt x="30809" y="34996"/>
                </a:lnTo>
                <a:lnTo>
                  <a:pt x="35079" y="30642"/>
                </a:lnTo>
                <a:lnTo>
                  <a:pt x="33069" y="28633"/>
                </a:lnTo>
                <a:cubicBezTo>
                  <a:pt x="34325" y="26707"/>
                  <a:pt x="35246" y="24531"/>
                  <a:pt x="35665" y="22270"/>
                </a:cubicBezTo>
                <a:lnTo>
                  <a:pt x="38511" y="22270"/>
                </a:lnTo>
                <a:lnTo>
                  <a:pt x="38511" y="16242"/>
                </a:lnTo>
                <a:lnTo>
                  <a:pt x="35665" y="16242"/>
                </a:lnTo>
                <a:cubicBezTo>
                  <a:pt x="35246" y="13898"/>
                  <a:pt x="34325" y="11722"/>
                  <a:pt x="33069" y="9796"/>
                </a:cubicBezTo>
                <a:lnTo>
                  <a:pt x="35079" y="7787"/>
                </a:lnTo>
                <a:lnTo>
                  <a:pt x="30809" y="3517"/>
                </a:lnTo>
                <a:lnTo>
                  <a:pt x="28716" y="5526"/>
                </a:lnTo>
                <a:cubicBezTo>
                  <a:pt x="26790" y="4187"/>
                  <a:pt x="24614" y="3350"/>
                  <a:pt x="22270" y="2847"/>
                </a:cubicBezTo>
                <a:lnTo>
                  <a:pt x="222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8"/>
          <p:cNvSpPr/>
          <p:nvPr/>
        </p:nvSpPr>
        <p:spPr>
          <a:xfrm>
            <a:off x="7107204" y="1832622"/>
            <a:ext cx="432099" cy="430839"/>
          </a:xfrm>
          <a:custGeom>
            <a:avLst/>
            <a:gdLst/>
            <a:ahLst/>
            <a:cxnLst/>
            <a:rect l="l" t="t" r="r" b="b"/>
            <a:pathLst>
              <a:path w="28465" h="28382" extrusionOk="0">
                <a:moveTo>
                  <a:pt x="14316" y="10633"/>
                </a:moveTo>
                <a:cubicBezTo>
                  <a:pt x="12307" y="10633"/>
                  <a:pt x="10632" y="12307"/>
                  <a:pt x="10632" y="14400"/>
                </a:cubicBezTo>
                <a:cubicBezTo>
                  <a:pt x="10632" y="16628"/>
                  <a:pt x="12504" y="18154"/>
                  <a:pt x="14437" y="18154"/>
                </a:cubicBezTo>
                <a:cubicBezTo>
                  <a:pt x="15337" y="18154"/>
                  <a:pt x="16251" y="17824"/>
                  <a:pt x="16995" y="17079"/>
                </a:cubicBezTo>
                <a:cubicBezTo>
                  <a:pt x="19339" y="14651"/>
                  <a:pt x="17665" y="10633"/>
                  <a:pt x="14316" y="10633"/>
                </a:cubicBezTo>
                <a:close/>
                <a:moveTo>
                  <a:pt x="14232" y="7033"/>
                </a:moveTo>
                <a:cubicBezTo>
                  <a:pt x="19088" y="7033"/>
                  <a:pt x="22521" y="11805"/>
                  <a:pt x="21014" y="16493"/>
                </a:cubicBezTo>
                <a:cubicBezTo>
                  <a:pt x="20093" y="19340"/>
                  <a:pt x="17330" y="21349"/>
                  <a:pt x="14232" y="21349"/>
                </a:cubicBezTo>
                <a:cubicBezTo>
                  <a:pt x="9377" y="21265"/>
                  <a:pt x="5944" y="16493"/>
                  <a:pt x="7535" y="11889"/>
                </a:cubicBezTo>
                <a:lnTo>
                  <a:pt x="7451" y="11889"/>
                </a:lnTo>
                <a:cubicBezTo>
                  <a:pt x="8372" y="8958"/>
                  <a:pt x="11135" y="7033"/>
                  <a:pt x="14232" y="7033"/>
                </a:cubicBezTo>
                <a:close/>
                <a:moveTo>
                  <a:pt x="11972" y="0"/>
                </a:moveTo>
                <a:lnTo>
                  <a:pt x="11972" y="2093"/>
                </a:lnTo>
                <a:cubicBezTo>
                  <a:pt x="10298" y="2428"/>
                  <a:pt x="8707" y="3098"/>
                  <a:pt x="7284" y="4103"/>
                </a:cubicBezTo>
                <a:lnTo>
                  <a:pt x="5777" y="2596"/>
                </a:lnTo>
                <a:lnTo>
                  <a:pt x="2595" y="5693"/>
                </a:lnTo>
                <a:lnTo>
                  <a:pt x="4102" y="7200"/>
                </a:lnTo>
                <a:cubicBezTo>
                  <a:pt x="3098" y="8623"/>
                  <a:pt x="2428" y="10214"/>
                  <a:pt x="2177" y="11972"/>
                </a:cubicBezTo>
                <a:lnTo>
                  <a:pt x="2093" y="11889"/>
                </a:lnTo>
                <a:lnTo>
                  <a:pt x="0" y="11889"/>
                </a:lnTo>
                <a:lnTo>
                  <a:pt x="0" y="16493"/>
                </a:lnTo>
                <a:lnTo>
                  <a:pt x="2093" y="16493"/>
                </a:lnTo>
                <a:cubicBezTo>
                  <a:pt x="2428" y="18167"/>
                  <a:pt x="3098" y="19758"/>
                  <a:pt x="4102" y="21181"/>
                </a:cubicBezTo>
                <a:lnTo>
                  <a:pt x="2595" y="22688"/>
                </a:lnTo>
                <a:lnTo>
                  <a:pt x="5693" y="25786"/>
                </a:lnTo>
                <a:lnTo>
                  <a:pt x="7200" y="24363"/>
                </a:lnTo>
                <a:cubicBezTo>
                  <a:pt x="8623" y="25284"/>
                  <a:pt x="10214" y="25953"/>
                  <a:pt x="11972" y="26288"/>
                </a:cubicBezTo>
                <a:lnTo>
                  <a:pt x="11972" y="28381"/>
                </a:lnTo>
                <a:lnTo>
                  <a:pt x="16493" y="28381"/>
                </a:lnTo>
                <a:lnTo>
                  <a:pt x="16493" y="26288"/>
                </a:lnTo>
                <a:cubicBezTo>
                  <a:pt x="18167" y="25953"/>
                  <a:pt x="19758" y="25284"/>
                  <a:pt x="21181" y="24363"/>
                </a:cubicBezTo>
                <a:lnTo>
                  <a:pt x="22772" y="25870"/>
                </a:lnTo>
                <a:lnTo>
                  <a:pt x="25869" y="22772"/>
                </a:lnTo>
                <a:lnTo>
                  <a:pt x="24362" y="21265"/>
                </a:lnTo>
                <a:cubicBezTo>
                  <a:pt x="25367" y="19758"/>
                  <a:pt x="26037" y="18167"/>
                  <a:pt x="26372" y="16493"/>
                </a:cubicBezTo>
                <a:lnTo>
                  <a:pt x="28465" y="16493"/>
                </a:lnTo>
                <a:lnTo>
                  <a:pt x="28465" y="11972"/>
                </a:lnTo>
                <a:lnTo>
                  <a:pt x="26372" y="11972"/>
                </a:lnTo>
                <a:cubicBezTo>
                  <a:pt x="26037" y="10214"/>
                  <a:pt x="25367" y="8623"/>
                  <a:pt x="24362" y="7200"/>
                </a:cubicBezTo>
                <a:lnTo>
                  <a:pt x="25869" y="5693"/>
                </a:lnTo>
                <a:lnTo>
                  <a:pt x="22772" y="2596"/>
                </a:lnTo>
                <a:lnTo>
                  <a:pt x="21265" y="4103"/>
                </a:lnTo>
                <a:cubicBezTo>
                  <a:pt x="19842" y="3098"/>
                  <a:pt x="18167" y="2428"/>
                  <a:pt x="16493" y="2093"/>
                </a:cubicBezTo>
                <a:lnTo>
                  <a:pt x="164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8"/>
          <p:cNvSpPr/>
          <p:nvPr/>
        </p:nvSpPr>
        <p:spPr>
          <a:xfrm>
            <a:off x="7225395" y="2240569"/>
            <a:ext cx="636710" cy="635450"/>
          </a:xfrm>
          <a:custGeom>
            <a:avLst/>
            <a:gdLst/>
            <a:ahLst/>
            <a:cxnLst/>
            <a:rect l="l" t="t" r="r" b="b"/>
            <a:pathLst>
              <a:path w="41944" h="41861" extrusionOk="0">
                <a:moveTo>
                  <a:pt x="21243" y="15752"/>
                </a:moveTo>
                <a:cubicBezTo>
                  <a:pt x="20950" y="15752"/>
                  <a:pt x="20650" y="15775"/>
                  <a:pt x="20344" y="15823"/>
                </a:cubicBezTo>
                <a:cubicBezTo>
                  <a:pt x="17414" y="16242"/>
                  <a:pt x="15321" y="19005"/>
                  <a:pt x="15823" y="22019"/>
                </a:cubicBezTo>
                <a:cubicBezTo>
                  <a:pt x="16280" y="24914"/>
                  <a:pt x="18709" y="26576"/>
                  <a:pt x="21185" y="26576"/>
                </a:cubicBezTo>
                <a:cubicBezTo>
                  <a:pt x="22790" y="26576"/>
                  <a:pt x="24415" y="25877"/>
                  <a:pt x="25534" y="24363"/>
                </a:cubicBezTo>
                <a:cubicBezTo>
                  <a:pt x="28198" y="20680"/>
                  <a:pt x="25510" y="15752"/>
                  <a:pt x="21243" y="15752"/>
                </a:cubicBezTo>
                <a:close/>
                <a:moveTo>
                  <a:pt x="21052" y="10506"/>
                </a:moveTo>
                <a:cubicBezTo>
                  <a:pt x="27354" y="10506"/>
                  <a:pt x="32385" y="16206"/>
                  <a:pt x="31227" y="22688"/>
                </a:cubicBezTo>
                <a:cubicBezTo>
                  <a:pt x="30474" y="27125"/>
                  <a:pt x="26958" y="30474"/>
                  <a:pt x="22604" y="31144"/>
                </a:cubicBezTo>
                <a:cubicBezTo>
                  <a:pt x="22054" y="31229"/>
                  <a:pt x="21510" y="31270"/>
                  <a:pt x="20975" y="31270"/>
                </a:cubicBezTo>
                <a:cubicBezTo>
                  <a:pt x="14673" y="31270"/>
                  <a:pt x="9642" y="25571"/>
                  <a:pt x="10800" y="19088"/>
                </a:cubicBezTo>
                <a:cubicBezTo>
                  <a:pt x="11470" y="14735"/>
                  <a:pt x="14986" y="11302"/>
                  <a:pt x="19423" y="10633"/>
                </a:cubicBezTo>
                <a:cubicBezTo>
                  <a:pt x="19973" y="10548"/>
                  <a:pt x="20517" y="10506"/>
                  <a:pt x="21052" y="10506"/>
                </a:cubicBezTo>
                <a:close/>
                <a:moveTo>
                  <a:pt x="21097" y="0"/>
                </a:moveTo>
                <a:lnTo>
                  <a:pt x="17916" y="503"/>
                </a:lnTo>
                <a:lnTo>
                  <a:pt x="14651" y="1005"/>
                </a:lnTo>
                <a:lnTo>
                  <a:pt x="15153" y="4019"/>
                </a:lnTo>
                <a:cubicBezTo>
                  <a:pt x="12725" y="4856"/>
                  <a:pt x="10632" y="6196"/>
                  <a:pt x="8791" y="7870"/>
                </a:cubicBezTo>
                <a:lnTo>
                  <a:pt x="6279" y="6112"/>
                </a:lnTo>
                <a:lnTo>
                  <a:pt x="2428" y="11302"/>
                </a:lnTo>
                <a:lnTo>
                  <a:pt x="4856" y="13144"/>
                </a:lnTo>
                <a:cubicBezTo>
                  <a:pt x="3767" y="15405"/>
                  <a:pt x="3181" y="17833"/>
                  <a:pt x="3098" y="20344"/>
                </a:cubicBezTo>
                <a:lnTo>
                  <a:pt x="0" y="20846"/>
                </a:lnTo>
                <a:lnTo>
                  <a:pt x="1005" y="27293"/>
                </a:lnTo>
                <a:lnTo>
                  <a:pt x="4102" y="26791"/>
                </a:lnTo>
                <a:cubicBezTo>
                  <a:pt x="4939" y="29135"/>
                  <a:pt x="6195" y="31311"/>
                  <a:pt x="7953" y="33153"/>
                </a:cubicBezTo>
                <a:lnTo>
                  <a:pt x="6112" y="35665"/>
                </a:lnTo>
                <a:lnTo>
                  <a:pt x="11386" y="39516"/>
                </a:lnTo>
                <a:lnTo>
                  <a:pt x="13144" y="37004"/>
                </a:lnTo>
                <a:cubicBezTo>
                  <a:pt x="15404" y="38093"/>
                  <a:pt x="17916" y="38679"/>
                  <a:pt x="20428" y="38762"/>
                </a:cubicBezTo>
                <a:lnTo>
                  <a:pt x="20930" y="41860"/>
                </a:lnTo>
                <a:lnTo>
                  <a:pt x="24195" y="41358"/>
                </a:lnTo>
                <a:lnTo>
                  <a:pt x="27376" y="40855"/>
                </a:lnTo>
                <a:lnTo>
                  <a:pt x="26958" y="37842"/>
                </a:lnTo>
                <a:cubicBezTo>
                  <a:pt x="29302" y="37004"/>
                  <a:pt x="31478" y="35665"/>
                  <a:pt x="33237" y="33990"/>
                </a:cubicBezTo>
                <a:lnTo>
                  <a:pt x="35748" y="35832"/>
                </a:lnTo>
                <a:lnTo>
                  <a:pt x="39599" y="30558"/>
                </a:lnTo>
                <a:lnTo>
                  <a:pt x="37088" y="28716"/>
                </a:lnTo>
                <a:cubicBezTo>
                  <a:pt x="38176" y="26456"/>
                  <a:pt x="38846" y="24028"/>
                  <a:pt x="38929" y="21516"/>
                </a:cubicBezTo>
                <a:lnTo>
                  <a:pt x="41943" y="21014"/>
                </a:lnTo>
                <a:lnTo>
                  <a:pt x="40939" y="14568"/>
                </a:lnTo>
                <a:lnTo>
                  <a:pt x="37925" y="15070"/>
                </a:lnTo>
                <a:cubicBezTo>
                  <a:pt x="37088" y="12642"/>
                  <a:pt x="35748" y="10549"/>
                  <a:pt x="34074" y="8707"/>
                </a:cubicBezTo>
                <a:lnTo>
                  <a:pt x="35916" y="6196"/>
                </a:lnTo>
                <a:lnTo>
                  <a:pt x="30641" y="2344"/>
                </a:lnTo>
                <a:lnTo>
                  <a:pt x="28799" y="4856"/>
                </a:lnTo>
                <a:cubicBezTo>
                  <a:pt x="26539" y="3684"/>
                  <a:pt x="24111" y="3098"/>
                  <a:pt x="21600" y="3014"/>
                </a:cubicBezTo>
                <a:lnTo>
                  <a:pt x="210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406;p28">
            <a:extLst>
              <a:ext uri="{FF2B5EF4-FFF2-40B4-BE49-F238E27FC236}">
                <a16:creationId xmlns:a16="http://schemas.microsoft.com/office/drawing/2014/main" id="{4977AAC3-BFD3-A29A-6866-91E2BB2B9B59}"/>
              </a:ext>
            </a:extLst>
          </p:cNvPr>
          <p:cNvSpPr txBox="1">
            <a:spLocks/>
          </p:cNvSpPr>
          <p:nvPr/>
        </p:nvSpPr>
        <p:spPr>
          <a:xfrm>
            <a:off x="101619" y="3677927"/>
            <a:ext cx="4165545" cy="119460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1pPr>
            <a:lvl2pPr marR="0" lvl="1"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2pPr>
            <a:lvl3pPr marR="0" lvl="2"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3pPr>
            <a:lvl4pPr marR="0" lvl="3"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4pPr>
            <a:lvl5pPr marR="0" lvl="4"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5pPr>
            <a:lvl6pPr marR="0" lvl="5"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6pPr>
            <a:lvl7pPr marR="0" lvl="6"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7pPr>
            <a:lvl8pPr marR="0" lvl="7"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8pPr>
            <a:lvl9pPr marR="0" lvl="8" algn="l"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9pPr>
          </a:lstStyle>
          <a:p>
            <a:pPr algn="just"/>
            <a:r>
              <a:rPr lang="en-US" sz="1400" dirty="0">
                <a:solidFill>
                  <a:schemeClr val="bg1"/>
                </a:solidFill>
                <a:latin typeface="+mn-lt"/>
              </a:rPr>
              <a:t>Many web servers offer web-based administration panels that allow managing configuration settings through a user-friendly interface. This is a simpler approach but may have limited customization options compared to manual configuration.</a:t>
            </a:r>
            <a:endParaRPr lang="en-US" sz="800" dirty="0">
              <a:solidFill>
                <a:schemeClr val="bg1"/>
              </a:solidFill>
              <a:latin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590C57CA-F5D8-38F9-2C56-2A45994935D1}"/>
            </a:ext>
          </a:extLst>
        </p:cNvPr>
        <p:cNvGrpSpPr/>
        <p:nvPr/>
      </p:nvGrpSpPr>
      <p:grpSpPr>
        <a:xfrm>
          <a:off x="0" y="0"/>
          <a:ext cx="0" cy="0"/>
          <a:chOff x="0" y="0"/>
          <a:chExt cx="0" cy="0"/>
        </a:xfrm>
      </p:grpSpPr>
      <p:sp>
        <p:nvSpPr>
          <p:cNvPr id="391" name="Google Shape;391;p27">
            <a:extLst>
              <a:ext uri="{FF2B5EF4-FFF2-40B4-BE49-F238E27FC236}">
                <a16:creationId xmlns:a16="http://schemas.microsoft.com/office/drawing/2014/main" id="{FA284C68-BD9D-D85C-A0A5-86CCAC3C69E4}"/>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92" name="Google Shape;392;p27">
            <a:extLst>
              <a:ext uri="{FF2B5EF4-FFF2-40B4-BE49-F238E27FC236}">
                <a16:creationId xmlns:a16="http://schemas.microsoft.com/office/drawing/2014/main" id="{A073E8B1-E195-D4B4-DEF2-426AB84CF017}"/>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4" name="Google Shape;391;p27">
            <a:extLst>
              <a:ext uri="{FF2B5EF4-FFF2-40B4-BE49-F238E27FC236}">
                <a16:creationId xmlns:a16="http://schemas.microsoft.com/office/drawing/2014/main" id="{E28449A6-1CF5-6B6D-2C4C-87BB8CD4A530}"/>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5" name="Google Shape;392;p27">
            <a:extLst>
              <a:ext uri="{FF2B5EF4-FFF2-40B4-BE49-F238E27FC236}">
                <a16:creationId xmlns:a16="http://schemas.microsoft.com/office/drawing/2014/main" id="{BD1DC740-164A-AEFA-B779-429307EF0756}"/>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4" name="Google Shape;379;p27">
            <a:extLst>
              <a:ext uri="{FF2B5EF4-FFF2-40B4-BE49-F238E27FC236}">
                <a16:creationId xmlns:a16="http://schemas.microsoft.com/office/drawing/2014/main" id="{B5FCAF7D-9467-3C6D-D92D-160CD8D5671D}"/>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6" name="Google Shape;378;p27">
            <a:extLst>
              <a:ext uri="{FF2B5EF4-FFF2-40B4-BE49-F238E27FC236}">
                <a16:creationId xmlns:a16="http://schemas.microsoft.com/office/drawing/2014/main" id="{3BBCD468-CA52-4C96-3BED-DDE301F6D64B}"/>
              </a:ext>
            </a:extLst>
          </p:cNvPr>
          <p:cNvSpPr/>
          <p:nvPr/>
        </p:nvSpPr>
        <p:spPr>
          <a:xfrm>
            <a:off x="8488814" y="121486"/>
            <a:ext cx="739482" cy="616244"/>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rgbClr val="48FFD5"/>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0;p27">
            <a:extLst>
              <a:ext uri="{FF2B5EF4-FFF2-40B4-BE49-F238E27FC236}">
                <a16:creationId xmlns:a16="http://schemas.microsoft.com/office/drawing/2014/main" id="{65BB84EB-DCDC-FC56-0DF1-172392A9EDE2}"/>
              </a:ext>
            </a:extLst>
          </p:cNvPr>
          <p:cNvSpPr/>
          <p:nvPr/>
        </p:nvSpPr>
        <p:spPr>
          <a:xfrm>
            <a:off x="8682197" y="85446"/>
            <a:ext cx="450840" cy="464710"/>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402" name="Table 401">
            <a:extLst>
              <a:ext uri="{FF2B5EF4-FFF2-40B4-BE49-F238E27FC236}">
                <a16:creationId xmlns:a16="http://schemas.microsoft.com/office/drawing/2014/main" id="{602E554B-66AF-6F6C-7F27-2060E2593BCC}"/>
              </a:ext>
            </a:extLst>
          </p:cNvPr>
          <p:cNvGraphicFramePr>
            <a:graphicFrameLocks noGrp="1"/>
          </p:cNvGraphicFramePr>
          <p:nvPr>
            <p:extLst>
              <p:ext uri="{D42A27DB-BD31-4B8C-83A1-F6EECF244321}">
                <p14:modId xmlns:p14="http://schemas.microsoft.com/office/powerpoint/2010/main" val="4255212845"/>
              </p:ext>
            </p:extLst>
          </p:nvPr>
        </p:nvGraphicFramePr>
        <p:xfrm>
          <a:off x="494073" y="560263"/>
          <a:ext cx="8167641" cy="4252488"/>
        </p:xfrm>
        <a:graphic>
          <a:graphicData uri="http://schemas.openxmlformats.org/drawingml/2006/table">
            <a:tbl>
              <a:tblPr firstRow="1" bandRow="1">
                <a:tableStyleId>{22838BEF-8BB2-4498-84A7-C5851F593DF1}</a:tableStyleId>
              </a:tblPr>
              <a:tblGrid>
                <a:gridCol w="2722547">
                  <a:extLst>
                    <a:ext uri="{9D8B030D-6E8A-4147-A177-3AD203B41FA5}">
                      <a16:colId xmlns:a16="http://schemas.microsoft.com/office/drawing/2014/main" val="278300042"/>
                    </a:ext>
                  </a:extLst>
                </a:gridCol>
                <a:gridCol w="2722547">
                  <a:extLst>
                    <a:ext uri="{9D8B030D-6E8A-4147-A177-3AD203B41FA5}">
                      <a16:colId xmlns:a16="http://schemas.microsoft.com/office/drawing/2014/main" val="3654278202"/>
                    </a:ext>
                  </a:extLst>
                </a:gridCol>
                <a:gridCol w="2722547">
                  <a:extLst>
                    <a:ext uri="{9D8B030D-6E8A-4147-A177-3AD203B41FA5}">
                      <a16:colId xmlns:a16="http://schemas.microsoft.com/office/drawing/2014/main" val="3969682122"/>
                    </a:ext>
                  </a:extLst>
                </a:gridCol>
              </a:tblGrid>
              <a:tr h="334235">
                <a:tc>
                  <a:txBody>
                    <a:bodyPr/>
                    <a:lstStyle/>
                    <a:p>
                      <a:pPr marL="0" marR="0" algn="ctr">
                        <a:lnSpc>
                          <a:spcPct val="115000"/>
                        </a:lnSpc>
                        <a:spcBef>
                          <a:spcPts val="0"/>
                        </a:spcBef>
                        <a:spcAft>
                          <a:spcPts val="0"/>
                        </a:spcAft>
                      </a:pPr>
                      <a:r>
                        <a:rPr lang="en-US" sz="1400" dirty="0">
                          <a:solidFill>
                            <a:schemeClr val="tx1"/>
                          </a:solidFill>
                          <a:effectLst/>
                        </a:rPr>
                        <a:t>Feature</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solidFill>
                            <a:schemeClr val="tx1"/>
                          </a:solidFill>
                          <a:effectLst/>
                        </a:rPr>
                        <a:t>Manual Configuration</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solidFill>
                            <a:schemeClr val="tx1"/>
                          </a:solidFill>
                          <a:effectLst/>
                        </a:rPr>
                        <a:t>Web-Based Interfaces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8273625"/>
                  </a:ext>
                </a:extLst>
              </a:tr>
              <a:tr h="438796">
                <a:tc>
                  <a:txBody>
                    <a:bodyPr/>
                    <a:lstStyle/>
                    <a:p>
                      <a:pPr marL="0" marR="0">
                        <a:lnSpc>
                          <a:spcPct val="115000"/>
                        </a:lnSpc>
                        <a:spcBef>
                          <a:spcPts val="0"/>
                        </a:spcBef>
                        <a:spcAft>
                          <a:spcPts val="0"/>
                        </a:spcAft>
                      </a:pPr>
                      <a:r>
                        <a:rPr lang="en-US" sz="1400" b="1" dirty="0">
                          <a:solidFill>
                            <a:schemeClr val="tx1"/>
                          </a:solidFill>
                          <a:effectLst/>
                        </a:rPr>
                        <a:t>Approach</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Editing configuration files directly</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Using a web-based administration panel</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9386278"/>
                  </a:ext>
                </a:extLst>
              </a:tr>
              <a:tr h="438796">
                <a:tc>
                  <a:txBody>
                    <a:bodyPr/>
                    <a:lstStyle/>
                    <a:p>
                      <a:pPr marL="0" marR="0">
                        <a:lnSpc>
                          <a:spcPct val="115000"/>
                        </a:lnSpc>
                        <a:spcBef>
                          <a:spcPts val="0"/>
                        </a:spcBef>
                        <a:spcAft>
                          <a:spcPts val="0"/>
                        </a:spcAft>
                      </a:pPr>
                      <a:r>
                        <a:rPr lang="en-US" sz="1400" b="1" dirty="0">
                          <a:solidFill>
                            <a:schemeClr val="tx1"/>
                          </a:solidFill>
                          <a:effectLst/>
                        </a:rPr>
                        <a:t>Technical Expertise</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Required (understanding syntax)</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Lower barrier to entry</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761491"/>
                  </a:ext>
                </a:extLst>
              </a:tr>
              <a:tr h="438796">
                <a:tc>
                  <a:txBody>
                    <a:bodyPr/>
                    <a:lstStyle/>
                    <a:p>
                      <a:pPr marL="0" marR="0">
                        <a:lnSpc>
                          <a:spcPct val="115000"/>
                        </a:lnSpc>
                        <a:spcBef>
                          <a:spcPts val="0"/>
                        </a:spcBef>
                        <a:spcAft>
                          <a:spcPts val="0"/>
                        </a:spcAft>
                      </a:pPr>
                      <a:r>
                        <a:rPr lang="en-US" sz="1400" b="1" dirty="0">
                          <a:solidFill>
                            <a:schemeClr val="tx1"/>
                          </a:solidFill>
                          <a:effectLst/>
                        </a:rPr>
                        <a:t>Flexibility</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High - fine-grained control</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Lower - limited by interface options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3059163"/>
                  </a:ext>
                </a:extLst>
              </a:tr>
              <a:tr h="438796">
                <a:tc>
                  <a:txBody>
                    <a:bodyPr/>
                    <a:lstStyle/>
                    <a:p>
                      <a:pPr marL="0" marR="0">
                        <a:lnSpc>
                          <a:spcPct val="115000"/>
                        </a:lnSpc>
                        <a:spcBef>
                          <a:spcPts val="0"/>
                        </a:spcBef>
                        <a:spcAft>
                          <a:spcPts val="0"/>
                        </a:spcAft>
                      </a:pPr>
                      <a:r>
                        <a:rPr lang="en-US" sz="1400" b="1" dirty="0">
                          <a:solidFill>
                            <a:schemeClr val="tx1"/>
                          </a:solidFill>
                          <a:effectLst/>
                        </a:rPr>
                        <a:t>Error Prone</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Yes (syntax errors)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Less error-prone (visual interface)</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8560699"/>
                  </a:ext>
                </a:extLst>
              </a:tr>
              <a:tr h="543356">
                <a:tc>
                  <a:txBody>
                    <a:bodyPr/>
                    <a:lstStyle/>
                    <a:p>
                      <a:pPr marL="0" marR="0">
                        <a:lnSpc>
                          <a:spcPct val="115000"/>
                        </a:lnSpc>
                        <a:spcBef>
                          <a:spcPts val="0"/>
                        </a:spcBef>
                        <a:spcAft>
                          <a:spcPts val="0"/>
                        </a:spcAft>
                      </a:pPr>
                      <a:r>
                        <a:rPr lang="en-US" sz="1400" b="1" dirty="0">
                          <a:solidFill>
                            <a:schemeClr val="tx1"/>
                          </a:solidFill>
                          <a:effectLst/>
                        </a:rPr>
                        <a:t>Complexity</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Time-consuming for complex setups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Faster for simple configurations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389423"/>
                  </a:ext>
                </a:extLst>
              </a:tr>
              <a:tr h="438796">
                <a:tc>
                  <a:txBody>
                    <a:bodyPr/>
                    <a:lstStyle/>
                    <a:p>
                      <a:pPr marL="0" marR="0">
                        <a:lnSpc>
                          <a:spcPct val="115000"/>
                        </a:lnSpc>
                        <a:spcBef>
                          <a:spcPts val="0"/>
                        </a:spcBef>
                        <a:spcAft>
                          <a:spcPts val="0"/>
                        </a:spcAft>
                      </a:pPr>
                      <a:r>
                        <a:rPr lang="en-US" sz="1400" b="1" dirty="0">
                          <a:solidFill>
                            <a:schemeClr val="tx1"/>
                          </a:solidFill>
                          <a:effectLst/>
                        </a:rPr>
                        <a:t>Customization</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High</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Lower - limited by interface features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1223476"/>
                  </a:ext>
                </a:extLst>
              </a:tr>
              <a:tr h="438796">
                <a:tc>
                  <a:txBody>
                    <a:bodyPr/>
                    <a:lstStyle/>
                    <a:p>
                      <a:pPr marL="0" marR="0">
                        <a:lnSpc>
                          <a:spcPct val="115000"/>
                        </a:lnSpc>
                        <a:spcBef>
                          <a:spcPts val="0"/>
                        </a:spcBef>
                        <a:spcAft>
                          <a:spcPts val="0"/>
                        </a:spcAft>
                      </a:pPr>
                      <a:r>
                        <a:rPr lang="en-US" sz="1400" b="1" dirty="0">
                          <a:solidFill>
                            <a:schemeClr val="tx1"/>
                          </a:solidFill>
                          <a:effectLst/>
                        </a:rPr>
                        <a:t>Centralized Management</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Requires additional tools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Often available for multiple servers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9521275"/>
                  </a:ext>
                </a:extLst>
              </a:tr>
              <a:tr h="438796">
                <a:tc>
                  <a:txBody>
                    <a:bodyPr/>
                    <a:lstStyle/>
                    <a:p>
                      <a:pPr marL="0" marR="0">
                        <a:lnSpc>
                          <a:spcPct val="115000"/>
                        </a:lnSpc>
                        <a:spcBef>
                          <a:spcPts val="0"/>
                        </a:spcBef>
                        <a:spcAft>
                          <a:spcPts val="0"/>
                        </a:spcAft>
                      </a:pPr>
                      <a:r>
                        <a:rPr lang="en-US" sz="1400" b="1" dirty="0">
                          <a:solidFill>
                            <a:schemeClr val="tx1"/>
                          </a:solidFill>
                          <a:effectLst/>
                        </a:rPr>
                        <a:t>Learning Curve</a:t>
                      </a:r>
                      <a:endParaRPr lang="en-US" sz="1400" b="1"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Steeper - needs knowledge of files</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dirty="0">
                          <a:solidFill>
                            <a:schemeClr val="tx1"/>
                          </a:solidFill>
                          <a:effectLst/>
                        </a:rPr>
                        <a:t>Easier to learn - graphical interface</a:t>
                      </a:r>
                      <a:endParaRPr lang="en-US" sz="1400" dirty="0">
                        <a:solidFill>
                          <a:schemeClr val="tx1"/>
                        </a:solidFill>
                        <a:effectLst/>
                        <a:latin typeface="Arial" panose="020B0604020202020204" pitchFamily="34" charset="0"/>
                        <a:ea typeface="Arial" panose="020B0604020202020204" pitchFamily="34" charset="0"/>
                      </a:endParaRPr>
                    </a:p>
                  </a:txBody>
                  <a:tcPr marL="14812" marR="14812" marT="14812" marB="14812"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3758036"/>
                  </a:ext>
                </a:extLst>
              </a:tr>
            </a:tbl>
          </a:graphicData>
        </a:graphic>
      </p:graphicFrame>
    </p:spTree>
    <p:extLst>
      <p:ext uri="{BB962C8B-B14F-4D97-AF65-F5344CB8AC3E}">
        <p14:creationId xmlns:p14="http://schemas.microsoft.com/office/powerpoint/2010/main" val="3951973148"/>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9" name="Google Shape;449;p29"/>
          <p:cNvSpPr txBox="1">
            <a:spLocks noGrp="1"/>
          </p:cNvSpPr>
          <p:nvPr>
            <p:ph type="ctrTitle" idx="4"/>
          </p:nvPr>
        </p:nvSpPr>
        <p:spPr>
          <a:xfrm>
            <a:off x="1937000" y="226207"/>
            <a:ext cx="7833900" cy="606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WHEN TO CHOOSE WHICH?</a:t>
            </a:r>
            <a:endParaRPr dirty="0">
              <a:solidFill>
                <a:srgbClr val="FFFFFF"/>
              </a:solidFill>
            </a:endParaRPr>
          </a:p>
        </p:txBody>
      </p:sp>
      <p:cxnSp>
        <p:nvCxnSpPr>
          <p:cNvPr id="458" name="Google Shape;458;p29"/>
          <p:cNvCxnSpPr>
            <a:cxnSpLocks/>
          </p:cNvCxnSpPr>
          <p:nvPr/>
        </p:nvCxnSpPr>
        <p:spPr>
          <a:xfrm>
            <a:off x="1309064" y="680407"/>
            <a:ext cx="6753050" cy="0"/>
          </a:xfrm>
          <a:prstGeom prst="straightConnector1">
            <a:avLst/>
          </a:prstGeom>
          <a:noFill/>
          <a:ln w="9525" cap="flat" cmpd="sng">
            <a:solidFill>
              <a:schemeClr val="accent1"/>
            </a:solidFill>
            <a:prstDash val="solid"/>
            <a:round/>
            <a:headEnd type="none" w="med" len="med"/>
            <a:tailEnd type="none" w="med" len="med"/>
          </a:ln>
        </p:spPr>
      </p:cxnSp>
      <p:pic>
        <p:nvPicPr>
          <p:cNvPr id="7" name="Picture 6">
            <a:extLst>
              <a:ext uri="{FF2B5EF4-FFF2-40B4-BE49-F238E27FC236}">
                <a16:creationId xmlns:a16="http://schemas.microsoft.com/office/drawing/2014/main" id="{DC96D079-C5E9-9B72-A9F2-25C825E642DB}"/>
              </a:ext>
            </a:extLst>
          </p:cNvPr>
          <p:cNvPicPr>
            <a:picLocks noChangeAspect="1"/>
          </p:cNvPicPr>
          <p:nvPr/>
        </p:nvPicPr>
        <p:blipFill>
          <a:blip r:embed="rId3">
            <a:duotone>
              <a:schemeClr val="accent1">
                <a:shade val="45000"/>
                <a:satMod val="135000"/>
              </a:schemeClr>
              <a:prstClr val="white"/>
            </a:duotone>
          </a:blip>
          <a:stretch>
            <a:fillRect/>
          </a:stretch>
        </p:blipFill>
        <p:spPr>
          <a:xfrm>
            <a:off x="124719" y="1220582"/>
            <a:ext cx="2771484" cy="2771484"/>
          </a:xfrm>
          <a:prstGeom prst="rect">
            <a:avLst/>
          </a:prstGeom>
        </p:spPr>
      </p:pic>
      <p:sp>
        <p:nvSpPr>
          <p:cNvPr id="11" name="Google Shape;402;p28">
            <a:extLst>
              <a:ext uri="{FF2B5EF4-FFF2-40B4-BE49-F238E27FC236}">
                <a16:creationId xmlns:a16="http://schemas.microsoft.com/office/drawing/2014/main" id="{0B225491-187C-58C9-22CE-1505F1A0FC3A}"/>
              </a:ext>
            </a:extLst>
          </p:cNvPr>
          <p:cNvSpPr/>
          <p:nvPr/>
        </p:nvSpPr>
        <p:spPr>
          <a:xfrm>
            <a:off x="2968398" y="1305342"/>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2" name="Google Shape;404;p28">
            <a:extLst>
              <a:ext uri="{FF2B5EF4-FFF2-40B4-BE49-F238E27FC236}">
                <a16:creationId xmlns:a16="http://schemas.microsoft.com/office/drawing/2014/main" id="{91A70A62-173C-D46B-E247-E3DD6ECA20E9}"/>
              </a:ext>
            </a:extLst>
          </p:cNvPr>
          <p:cNvSpPr txBox="1">
            <a:spLocks/>
          </p:cNvSpPr>
          <p:nvPr/>
        </p:nvSpPr>
        <p:spPr>
          <a:xfrm>
            <a:off x="2981792" y="1312583"/>
            <a:ext cx="2076000" cy="4033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1pPr>
            <a:lvl2pPr marR="0" lvl="1"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2pPr>
            <a:lvl3pPr marR="0" lvl="2"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3pPr>
            <a:lvl4pPr marR="0" lvl="3"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4pPr>
            <a:lvl5pPr marR="0" lvl="4"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5pPr>
            <a:lvl6pPr marR="0" lvl="5"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6pPr>
            <a:lvl7pPr marR="0" lvl="6"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7pPr>
            <a:lvl8pPr marR="0" lvl="7"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8pPr>
            <a:lvl9pPr marR="0" lvl="8"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9pPr>
          </a:lstStyle>
          <a:p>
            <a:pPr algn="l"/>
            <a:r>
              <a:rPr lang="en-US" sz="1400">
                <a:solidFill>
                  <a:schemeClr val="tx1"/>
                </a:solidFill>
              </a:rPr>
              <a:t>Manual Configuration: </a:t>
            </a:r>
            <a:endParaRPr lang="en-US" sz="1400" dirty="0">
              <a:solidFill>
                <a:schemeClr val="tx1"/>
              </a:solidFill>
            </a:endParaRPr>
          </a:p>
        </p:txBody>
      </p:sp>
      <p:sp>
        <p:nvSpPr>
          <p:cNvPr id="19" name="TextBox 18">
            <a:extLst>
              <a:ext uri="{FF2B5EF4-FFF2-40B4-BE49-F238E27FC236}">
                <a16:creationId xmlns:a16="http://schemas.microsoft.com/office/drawing/2014/main" id="{5A453920-738D-005C-B230-60327D84B98F}"/>
              </a:ext>
            </a:extLst>
          </p:cNvPr>
          <p:cNvSpPr txBox="1"/>
          <p:nvPr/>
        </p:nvSpPr>
        <p:spPr>
          <a:xfrm>
            <a:off x="2896203" y="1723185"/>
            <a:ext cx="5105400" cy="1323439"/>
          </a:xfrm>
          <a:prstGeom prst="rect">
            <a:avLst/>
          </a:prstGeom>
          <a:noFill/>
        </p:spPr>
        <p:txBody>
          <a:bodyPr wrap="square" rtlCol="0">
            <a:spAutoFit/>
          </a:bodyPr>
          <a:lstStyle/>
          <a:p>
            <a:pPr marL="285750" indent="-285750" algn="just">
              <a:buClr>
                <a:srgbClr val="48FFD5"/>
              </a:buClr>
              <a:buSzPct val="156000"/>
              <a:buFont typeface="Arial" panose="020B0604020202020204" pitchFamily="34" charset="0"/>
              <a:buChar char="•"/>
            </a:pPr>
            <a:r>
              <a:rPr lang="en-US" sz="1600" dirty="0">
                <a:solidFill>
                  <a:schemeClr val="bg1"/>
                </a:solidFill>
              </a:rPr>
              <a:t>For complex configurations where fine-grained control is necessary.</a:t>
            </a:r>
          </a:p>
          <a:p>
            <a:pPr marL="285750" indent="-285750" algn="just">
              <a:buClr>
                <a:srgbClr val="48FFD5"/>
              </a:buClr>
              <a:buSzPct val="156000"/>
              <a:buFont typeface="Arial" panose="020B0604020202020204" pitchFamily="34" charset="0"/>
              <a:buChar char="•"/>
            </a:pPr>
            <a:r>
              <a:rPr lang="en-US" sz="1600" dirty="0">
                <a:solidFill>
                  <a:schemeClr val="bg1"/>
                </a:solidFill>
              </a:rPr>
              <a:t>If you're comfortable with editing configuration files.</a:t>
            </a:r>
          </a:p>
          <a:p>
            <a:pPr marL="285750" indent="-285750" algn="just">
              <a:buClr>
                <a:srgbClr val="48FFD5"/>
              </a:buClr>
              <a:buSzPct val="156000"/>
              <a:buFont typeface="Arial" panose="020B0604020202020204" pitchFamily="34" charset="0"/>
              <a:buChar char="•"/>
            </a:pPr>
            <a:r>
              <a:rPr lang="en-US" sz="1600" dirty="0">
                <a:solidFill>
                  <a:schemeClr val="bg1"/>
                </a:solidFill>
              </a:rPr>
              <a:t>When specific features are not exposed through the web interface. </a:t>
            </a:r>
          </a:p>
        </p:txBody>
      </p:sp>
      <p:sp>
        <p:nvSpPr>
          <p:cNvPr id="20" name="Google Shape;402;p28">
            <a:extLst>
              <a:ext uri="{FF2B5EF4-FFF2-40B4-BE49-F238E27FC236}">
                <a16:creationId xmlns:a16="http://schemas.microsoft.com/office/drawing/2014/main" id="{C660861C-747C-F3CA-DEBC-E8F4CF2C0B99}"/>
              </a:ext>
            </a:extLst>
          </p:cNvPr>
          <p:cNvSpPr/>
          <p:nvPr/>
        </p:nvSpPr>
        <p:spPr>
          <a:xfrm>
            <a:off x="2968398" y="3053865"/>
            <a:ext cx="2326500" cy="381000"/>
          </a:xfrm>
          <a:prstGeom prst="homePlat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21" name="Google Shape;404;p28">
            <a:extLst>
              <a:ext uri="{FF2B5EF4-FFF2-40B4-BE49-F238E27FC236}">
                <a16:creationId xmlns:a16="http://schemas.microsoft.com/office/drawing/2014/main" id="{B1A2B671-CC96-B727-C402-AD6EAB8BDB51}"/>
              </a:ext>
            </a:extLst>
          </p:cNvPr>
          <p:cNvSpPr txBox="1">
            <a:spLocks/>
          </p:cNvSpPr>
          <p:nvPr/>
        </p:nvSpPr>
        <p:spPr>
          <a:xfrm>
            <a:off x="2981792" y="3061106"/>
            <a:ext cx="2076000" cy="40336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1pPr>
            <a:lvl2pPr marR="0" lvl="1"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2pPr>
            <a:lvl3pPr marR="0" lvl="2"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3pPr>
            <a:lvl4pPr marR="0" lvl="3"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4pPr>
            <a:lvl5pPr marR="0" lvl="4"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5pPr>
            <a:lvl6pPr marR="0" lvl="5"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6pPr>
            <a:lvl7pPr marR="0" lvl="6"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7pPr>
            <a:lvl8pPr marR="0" lvl="7"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8pPr>
            <a:lvl9pPr marR="0" lvl="8" algn="r" rtl="0">
              <a:lnSpc>
                <a:spcPct val="100000"/>
              </a:lnSpc>
              <a:spcBef>
                <a:spcPts val="0"/>
              </a:spcBef>
              <a:spcAft>
                <a:spcPts val="0"/>
              </a:spcAft>
              <a:buClr>
                <a:schemeClr val="accent1"/>
              </a:buClr>
              <a:buSzPts val="1100"/>
              <a:buFont typeface="Roboto Black"/>
              <a:buNone/>
              <a:defRPr sz="1100" b="0" i="0" u="none" strike="noStrike" cap="none">
                <a:solidFill>
                  <a:schemeClr val="accent1"/>
                </a:solidFill>
                <a:latin typeface="Roboto Black"/>
                <a:ea typeface="Roboto Black"/>
                <a:cs typeface="Roboto Black"/>
                <a:sym typeface="Roboto Black"/>
              </a:defRPr>
            </a:lvl9pPr>
          </a:lstStyle>
          <a:p>
            <a:pPr algn="l"/>
            <a:r>
              <a:rPr lang="en-US" sz="1400" dirty="0">
                <a:solidFill>
                  <a:schemeClr val="tx1"/>
                </a:solidFill>
              </a:rPr>
              <a:t>Web-Based Interface:</a:t>
            </a:r>
          </a:p>
        </p:txBody>
      </p:sp>
      <p:sp>
        <p:nvSpPr>
          <p:cNvPr id="22" name="TextBox 21">
            <a:extLst>
              <a:ext uri="{FF2B5EF4-FFF2-40B4-BE49-F238E27FC236}">
                <a16:creationId xmlns:a16="http://schemas.microsoft.com/office/drawing/2014/main" id="{39503C23-A578-6C0A-B4CF-5DA8E4CE21EE}"/>
              </a:ext>
            </a:extLst>
          </p:cNvPr>
          <p:cNvSpPr txBox="1"/>
          <p:nvPr/>
        </p:nvSpPr>
        <p:spPr>
          <a:xfrm>
            <a:off x="2896203" y="3471708"/>
            <a:ext cx="5105400" cy="1323439"/>
          </a:xfrm>
          <a:prstGeom prst="rect">
            <a:avLst/>
          </a:prstGeom>
          <a:noFill/>
        </p:spPr>
        <p:txBody>
          <a:bodyPr wrap="square" rtlCol="0">
            <a:spAutoFit/>
          </a:bodyPr>
          <a:lstStyle/>
          <a:p>
            <a:pPr marL="285750" indent="-285750" algn="just">
              <a:buClr>
                <a:srgbClr val="48FFD5"/>
              </a:buClr>
              <a:buSzPct val="156000"/>
              <a:buFont typeface="Arial" panose="020B0604020202020204" pitchFamily="34" charset="0"/>
              <a:buChar char="•"/>
            </a:pPr>
            <a:r>
              <a:rPr lang="en-US" sz="1600" dirty="0">
                <a:solidFill>
                  <a:schemeClr val="bg1"/>
                </a:solidFill>
              </a:rPr>
              <a:t>For simple configurations where ease of use is important.</a:t>
            </a:r>
          </a:p>
          <a:p>
            <a:pPr marL="285750" indent="-285750" algn="just">
              <a:buClr>
                <a:srgbClr val="48FFD5"/>
              </a:buClr>
              <a:buSzPct val="156000"/>
              <a:buFont typeface="Arial" panose="020B0604020202020204" pitchFamily="34" charset="0"/>
              <a:buChar char="•"/>
            </a:pPr>
            <a:r>
              <a:rPr lang="en-US" sz="1600" dirty="0">
                <a:solidFill>
                  <a:schemeClr val="bg1"/>
                </a:solidFill>
              </a:rPr>
              <a:t>If you’re new to server configuration.</a:t>
            </a:r>
          </a:p>
          <a:p>
            <a:pPr marL="285750" indent="-285750" algn="just">
              <a:buClr>
                <a:srgbClr val="48FFD5"/>
              </a:buClr>
              <a:buSzPct val="156000"/>
              <a:buFont typeface="Arial" panose="020B0604020202020204" pitchFamily="34" charset="0"/>
              <a:buChar char="•"/>
            </a:pPr>
            <a:r>
              <a:rPr lang="en-US" sz="1600" dirty="0">
                <a:solidFill>
                  <a:schemeClr val="bg1"/>
                </a:solidFill>
              </a:rPr>
              <a:t>To manage multiple servers from a central location (if supported). </a:t>
            </a:r>
          </a:p>
        </p:txBody>
      </p: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30"/>
          <p:cNvSpPr txBox="1">
            <a:spLocks noGrp="1"/>
          </p:cNvSpPr>
          <p:nvPr>
            <p:ph type="ctrTitle" idx="6"/>
          </p:nvPr>
        </p:nvSpPr>
        <p:spPr>
          <a:xfrm>
            <a:off x="311700" y="644550"/>
            <a:ext cx="8520600" cy="606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t>STEPS FOR SERVER CONFIGURATION</a:t>
            </a:r>
            <a:endParaRPr dirty="0"/>
          </a:p>
        </p:txBody>
      </p:sp>
      <p:sp>
        <p:nvSpPr>
          <p:cNvPr id="567" name="Google Shape;567;p30"/>
          <p:cNvSpPr txBox="1">
            <a:spLocks noGrp="1"/>
          </p:cNvSpPr>
          <p:nvPr>
            <p:ph type="ctrTitle"/>
          </p:nvPr>
        </p:nvSpPr>
        <p:spPr>
          <a:xfrm>
            <a:off x="3506123" y="3400187"/>
            <a:ext cx="2076000" cy="59877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t>Configuring Macromedia </a:t>
            </a:r>
            <a:r>
              <a:rPr lang="en-US" sz="1600" dirty="0" err="1"/>
              <a:t>JRun</a:t>
            </a:r>
            <a:endParaRPr sz="900" dirty="0"/>
          </a:p>
        </p:txBody>
      </p:sp>
      <p:sp>
        <p:nvSpPr>
          <p:cNvPr id="568" name="Google Shape;568;p30"/>
          <p:cNvSpPr txBox="1">
            <a:spLocks noGrp="1"/>
          </p:cNvSpPr>
          <p:nvPr>
            <p:ph type="ctrTitle" idx="4"/>
          </p:nvPr>
        </p:nvSpPr>
        <p:spPr>
          <a:xfrm>
            <a:off x="5492513" y="3226808"/>
            <a:ext cx="2076000" cy="77215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t>Configuring Caucho Resin</a:t>
            </a:r>
            <a:endParaRPr sz="900" dirty="0"/>
          </a:p>
        </p:txBody>
      </p:sp>
      <p:sp>
        <p:nvSpPr>
          <p:cNvPr id="569" name="Google Shape;569;p30"/>
          <p:cNvSpPr txBox="1">
            <a:spLocks noGrp="1"/>
          </p:cNvSpPr>
          <p:nvPr>
            <p:ph type="ctrTitle" idx="5"/>
          </p:nvPr>
        </p:nvSpPr>
        <p:spPr>
          <a:xfrm>
            <a:off x="1595444" y="3374305"/>
            <a:ext cx="2076000" cy="65054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t>CONFIGURING APACHE TOMCAT </a:t>
            </a:r>
            <a:endParaRPr sz="900" dirty="0"/>
          </a:p>
        </p:txBody>
      </p:sp>
      <p:sp>
        <p:nvSpPr>
          <p:cNvPr id="570" name="Google Shape;570;p30"/>
          <p:cNvSpPr/>
          <p:nvPr/>
        </p:nvSpPr>
        <p:spPr>
          <a:xfrm>
            <a:off x="1916500" y="3140312"/>
            <a:ext cx="1432353" cy="275589"/>
          </a:xfrm>
          <a:custGeom>
            <a:avLst/>
            <a:gdLst/>
            <a:ahLst/>
            <a:cxnLst/>
            <a:rect l="l" t="t" r="r" b="b"/>
            <a:pathLst>
              <a:path w="76189" h="14659" extrusionOk="0">
                <a:moveTo>
                  <a:pt x="1108" y="1"/>
                </a:moveTo>
                <a:cubicBezTo>
                  <a:pt x="511" y="1"/>
                  <a:pt x="0" y="512"/>
                  <a:pt x="0" y="1109"/>
                </a:cubicBezTo>
                <a:lnTo>
                  <a:pt x="0" y="13636"/>
                </a:lnTo>
                <a:cubicBezTo>
                  <a:pt x="0" y="14318"/>
                  <a:pt x="533" y="14659"/>
                  <a:pt x="1065" y="14659"/>
                </a:cubicBezTo>
                <a:cubicBezTo>
                  <a:pt x="1598" y="14659"/>
                  <a:pt x="2131" y="14318"/>
                  <a:pt x="2131" y="13636"/>
                </a:cubicBezTo>
                <a:lnTo>
                  <a:pt x="2131" y="2131"/>
                </a:lnTo>
                <a:lnTo>
                  <a:pt x="74058" y="2131"/>
                </a:lnTo>
                <a:lnTo>
                  <a:pt x="74058" y="13636"/>
                </a:lnTo>
                <a:cubicBezTo>
                  <a:pt x="74058" y="14233"/>
                  <a:pt x="74569" y="14659"/>
                  <a:pt x="75166" y="14659"/>
                </a:cubicBezTo>
                <a:cubicBezTo>
                  <a:pt x="75763" y="14659"/>
                  <a:pt x="76189" y="14233"/>
                  <a:pt x="76189" y="13636"/>
                </a:cubicBezTo>
                <a:lnTo>
                  <a:pt x="76189" y="1109"/>
                </a:lnTo>
                <a:cubicBezTo>
                  <a:pt x="76189" y="512"/>
                  <a:pt x="75763" y="1"/>
                  <a:pt x="751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0"/>
          <p:cNvSpPr/>
          <p:nvPr/>
        </p:nvSpPr>
        <p:spPr>
          <a:xfrm>
            <a:off x="2118344" y="1879988"/>
            <a:ext cx="1028623" cy="905784"/>
          </a:xfrm>
          <a:custGeom>
            <a:avLst/>
            <a:gdLst/>
            <a:ahLst/>
            <a:cxnLst/>
            <a:rect l="l" t="t" r="r" b="b"/>
            <a:pathLst>
              <a:path w="54714" h="48180" extrusionOk="0">
                <a:moveTo>
                  <a:pt x="27354" y="1"/>
                </a:moveTo>
                <a:cubicBezTo>
                  <a:pt x="24282" y="1"/>
                  <a:pt x="21161" y="594"/>
                  <a:pt x="18153" y="1847"/>
                </a:cubicBezTo>
                <a:cubicBezTo>
                  <a:pt x="5881" y="6960"/>
                  <a:pt x="1" y="21022"/>
                  <a:pt x="5114" y="33294"/>
                </a:cubicBezTo>
                <a:cubicBezTo>
                  <a:pt x="8974" y="42558"/>
                  <a:pt x="17933" y="48179"/>
                  <a:pt x="27372" y="48179"/>
                </a:cubicBezTo>
                <a:cubicBezTo>
                  <a:pt x="30437" y="48179"/>
                  <a:pt x="33553" y="47586"/>
                  <a:pt x="36561" y="46333"/>
                </a:cubicBezTo>
                <a:cubicBezTo>
                  <a:pt x="48918" y="41220"/>
                  <a:pt x="54713" y="27158"/>
                  <a:pt x="49600" y="14886"/>
                </a:cubicBezTo>
                <a:cubicBezTo>
                  <a:pt x="45805" y="5622"/>
                  <a:pt x="36813" y="1"/>
                  <a:pt x="273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0"/>
          <p:cNvSpPr/>
          <p:nvPr/>
        </p:nvSpPr>
        <p:spPr>
          <a:xfrm>
            <a:off x="2613395" y="2264371"/>
            <a:ext cx="40082" cy="916068"/>
          </a:xfrm>
          <a:custGeom>
            <a:avLst/>
            <a:gdLst/>
            <a:ahLst/>
            <a:cxnLst/>
            <a:rect l="l" t="t" r="r" b="b"/>
            <a:pathLst>
              <a:path w="2132" h="48727" extrusionOk="0">
                <a:moveTo>
                  <a:pt x="1066" y="1"/>
                </a:moveTo>
                <a:cubicBezTo>
                  <a:pt x="533" y="1"/>
                  <a:pt x="1" y="363"/>
                  <a:pt x="1" y="1087"/>
                </a:cubicBezTo>
                <a:lnTo>
                  <a:pt x="1" y="47704"/>
                </a:lnTo>
                <a:cubicBezTo>
                  <a:pt x="1" y="48300"/>
                  <a:pt x="427" y="48726"/>
                  <a:pt x="1023" y="48726"/>
                </a:cubicBezTo>
                <a:cubicBezTo>
                  <a:pt x="1620" y="48726"/>
                  <a:pt x="2131" y="48300"/>
                  <a:pt x="2131" y="47704"/>
                </a:cubicBezTo>
                <a:lnTo>
                  <a:pt x="2131" y="1087"/>
                </a:lnTo>
                <a:cubicBezTo>
                  <a:pt x="2131" y="363"/>
                  <a:pt x="1599" y="1"/>
                  <a:pt x="10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0"/>
          <p:cNvSpPr/>
          <p:nvPr/>
        </p:nvSpPr>
        <p:spPr>
          <a:xfrm>
            <a:off x="2268942" y="2012352"/>
            <a:ext cx="727410" cy="641042"/>
          </a:xfrm>
          <a:custGeom>
            <a:avLst/>
            <a:gdLst/>
            <a:ahLst/>
            <a:cxnLst/>
            <a:rect l="l" t="t" r="r" b="b"/>
            <a:pathLst>
              <a:path w="38692" h="34098" extrusionOk="0">
                <a:moveTo>
                  <a:pt x="19335" y="1"/>
                </a:moveTo>
                <a:cubicBezTo>
                  <a:pt x="17178" y="1"/>
                  <a:pt x="14986" y="413"/>
                  <a:pt x="12869" y="1284"/>
                </a:cubicBezTo>
                <a:cubicBezTo>
                  <a:pt x="4177" y="4949"/>
                  <a:pt x="1" y="14834"/>
                  <a:pt x="3665" y="23527"/>
                </a:cubicBezTo>
                <a:cubicBezTo>
                  <a:pt x="6375" y="30106"/>
                  <a:pt x="12745" y="34098"/>
                  <a:pt x="19452" y="34098"/>
                </a:cubicBezTo>
                <a:cubicBezTo>
                  <a:pt x="21606" y="34098"/>
                  <a:pt x="23795" y="33686"/>
                  <a:pt x="25908" y="32816"/>
                </a:cubicBezTo>
                <a:cubicBezTo>
                  <a:pt x="34601" y="29151"/>
                  <a:pt x="38692" y="19181"/>
                  <a:pt x="35112" y="10488"/>
                </a:cubicBezTo>
                <a:cubicBezTo>
                  <a:pt x="32405" y="3976"/>
                  <a:pt x="26039" y="1"/>
                  <a:pt x="19335" y="1"/>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0"/>
          <p:cNvSpPr/>
          <p:nvPr/>
        </p:nvSpPr>
        <p:spPr>
          <a:xfrm>
            <a:off x="2177636" y="1992067"/>
            <a:ext cx="796293" cy="682102"/>
          </a:xfrm>
          <a:custGeom>
            <a:avLst/>
            <a:gdLst/>
            <a:ahLst/>
            <a:cxnLst/>
            <a:rect l="l" t="t" r="r" b="b"/>
            <a:pathLst>
              <a:path w="42356" h="36282" extrusionOk="0">
                <a:moveTo>
                  <a:pt x="24098" y="2192"/>
                </a:moveTo>
                <a:cubicBezTo>
                  <a:pt x="24133" y="2192"/>
                  <a:pt x="24168" y="2192"/>
                  <a:pt x="24203" y="2193"/>
                </a:cubicBezTo>
                <a:cubicBezTo>
                  <a:pt x="33066" y="2193"/>
                  <a:pt x="40225" y="9266"/>
                  <a:pt x="40225" y="18129"/>
                </a:cubicBezTo>
                <a:cubicBezTo>
                  <a:pt x="40225" y="27767"/>
                  <a:pt x="32330" y="34162"/>
                  <a:pt x="24109" y="34162"/>
                </a:cubicBezTo>
                <a:cubicBezTo>
                  <a:pt x="20191" y="34162"/>
                  <a:pt x="16200" y="32709"/>
                  <a:pt x="12954" y="29463"/>
                </a:cubicBezTo>
                <a:cubicBezTo>
                  <a:pt x="2923" y="19347"/>
                  <a:pt x="9936" y="2192"/>
                  <a:pt x="24098" y="2192"/>
                </a:cubicBezTo>
                <a:close/>
                <a:moveTo>
                  <a:pt x="24106" y="1"/>
                </a:moveTo>
                <a:cubicBezTo>
                  <a:pt x="19653" y="1"/>
                  <a:pt x="15113" y="1653"/>
                  <a:pt x="11420" y="5346"/>
                </a:cubicBezTo>
                <a:cubicBezTo>
                  <a:pt x="0" y="16765"/>
                  <a:pt x="8096" y="36281"/>
                  <a:pt x="24203" y="36281"/>
                </a:cubicBezTo>
                <a:cubicBezTo>
                  <a:pt x="34260" y="36281"/>
                  <a:pt x="42356" y="28100"/>
                  <a:pt x="42356" y="18129"/>
                </a:cubicBezTo>
                <a:cubicBezTo>
                  <a:pt x="42356" y="7231"/>
                  <a:pt x="33422" y="1"/>
                  <a:pt x="2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0"/>
          <p:cNvSpPr/>
          <p:nvPr/>
        </p:nvSpPr>
        <p:spPr>
          <a:xfrm>
            <a:off x="4057680" y="1879988"/>
            <a:ext cx="1028623" cy="905784"/>
          </a:xfrm>
          <a:custGeom>
            <a:avLst/>
            <a:gdLst/>
            <a:ahLst/>
            <a:cxnLst/>
            <a:rect l="l" t="t" r="r" b="b"/>
            <a:pathLst>
              <a:path w="54714" h="48180" extrusionOk="0">
                <a:moveTo>
                  <a:pt x="27354" y="1"/>
                </a:moveTo>
                <a:cubicBezTo>
                  <a:pt x="24282" y="1"/>
                  <a:pt x="21161" y="594"/>
                  <a:pt x="18153" y="1847"/>
                </a:cubicBezTo>
                <a:cubicBezTo>
                  <a:pt x="5881" y="6960"/>
                  <a:pt x="1" y="21022"/>
                  <a:pt x="5114" y="33294"/>
                </a:cubicBezTo>
                <a:cubicBezTo>
                  <a:pt x="8974" y="42558"/>
                  <a:pt x="17933" y="48179"/>
                  <a:pt x="27372" y="48179"/>
                </a:cubicBezTo>
                <a:cubicBezTo>
                  <a:pt x="30437" y="48179"/>
                  <a:pt x="33553" y="47586"/>
                  <a:pt x="36561" y="46333"/>
                </a:cubicBezTo>
                <a:cubicBezTo>
                  <a:pt x="48918" y="41220"/>
                  <a:pt x="54713" y="27158"/>
                  <a:pt x="49600" y="14886"/>
                </a:cubicBezTo>
                <a:cubicBezTo>
                  <a:pt x="45805" y="5622"/>
                  <a:pt x="36813" y="1"/>
                  <a:pt x="273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0"/>
          <p:cNvSpPr/>
          <p:nvPr/>
        </p:nvSpPr>
        <p:spPr>
          <a:xfrm>
            <a:off x="3855009" y="3140312"/>
            <a:ext cx="1433970" cy="275589"/>
          </a:xfrm>
          <a:custGeom>
            <a:avLst/>
            <a:gdLst/>
            <a:ahLst/>
            <a:cxnLst/>
            <a:rect l="l" t="t" r="r" b="b"/>
            <a:pathLst>
              <a:path w="76275" h="14659" extrusionOk="0">
                <a:moveTo>
                  <a:pt x="1109" y="1"/>
                </a:moveTo>
                <a:cubicBezTo>
                  <a:pt x="512" y="1"/>
                  <a:pt x="1" y="512"/>
                  <a:pt x="1" y="1109"/>
                </a:cubicBezTo>
                <a:lnTo>
                  <a:pt x="1" y="13636"/>
                </a:lnTo>
                <a:cubicBezTo>
                  <a:pt x="1" y="14318"/>
                  <a:pt x="533" y="14659"/>
                  <a:pt x="1066" y="14659"/>
                </a:cubicBezTo>
                <a:cubicBezTo>
                  <a:pt x="1599" y="14659"/>
                  <a:pt x="2131" y="14318"/>
                  <a:pt x="2131" y="13636"/>
                </a:cubicBezTo>
                <a:lnTo>
                  <a:pt x="2131" y="2131"/>
                </a:lnTo>
                <a:lnTo>
                  <a:pt x="74144" y="2131"/>
                </a:lnTo>
                <a:lnTo>
                  <a:pt x="74144" y="13636"/>
                </a:lnTo>
                <a:cubicBezTo>
                  <a:pt x="74144" y="14233"/>
                  <a:pt x="74570" y="14659"/>
                  <a:pt x="75167" y="14659"/>
                </a:cubicBezTo>
                <a:cubicBezTo>
                  <a:pt x="75763" y="14659"/>
                  <a:pt x="76275" y="14233"/>
                  <a:pt x="76275" y="13636"/>
                </a:cubicBezTo>
                <a:lnTo>
                  <a:pt x="76275" y="1109"/>
                </a:lnTo>
                <a:cubicBezTo>
                  <a:pt x="76275" y="512"/>
                  <a:pt x="75763" y="1"/>
                  <a:pt x="75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0"/>
          <p:cNvSpPr/>
          <p:nvPr/>
        </p:nvSpPr>
        <p:spPr>
          <a:xfrm>
            <a:off x="4551923" y="2264371"/>
            <a:ext cx="40082" cy="916068"/>
          </a:xfrm>
          <a:custGeom>
            <a:avLst/>
            <a:gdLst/>
            <a:ahLst/>
            <a:cxnLst/>
            <a:rect l="l" t="t" r="r" b="b"/>
            <a:pathLst>
              <a:path w="2132" h="48727" extrusionOk="0">
                <a:moveTo>
                  <a:pt x="1066" y="1"/>
                </a:moveTo>
                <a:cubicBezTo>
                  <a:pt x="533" y="1"/>
                  <a:pt x="1" y="363"/>
                  <a:pt x="1" y="1087"/>
                </a:cubicBezTo>
                <a:lnTo>
                  <a:pt x="1" y="47704"/>
                </a:lnTo>
                <a:cubicBezTo>
                  <a:pt x="1" y="48300"/>
                  <a:pt x="427" y="48726"/>
                  <a:pt x="1023" y="48726"/>
                </a:cubicBezTo>
                <a:cubicBezTo>
                  <a:pt x="1620" y="48726"/>
                  <a:pt x="2131" y="48300"/>
                  <a:pt x="2131" y="47704"/>
                </a:cubicBezTo>
                <a:lnTo>
                  <a:pt x="2131" y="1087"/>
                </a:lnTo>
                <a:cubicBezTo>
                  <a:pt x="2131" y="363"/>
                  <a:pt x="1598" y="1"/>
                  <a:pt x="10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0"/>
          <p:cNvSpPr/>
          <p:nvPr/>
        </p:nvSpPr>
        <p:spPr>
          <a:xfrm>
            <a:off x="4207470" y="2012389"/>
            <a:ext cx="727410" cy="641005"/>
          </a:xfrm>
          <a:custGeom>
            <a:avLst/>
            <a:gdLst/>
            <a:ahLst/>
            <a:cxnLst/>
            <a:rect l="l" t="t" r="r" b="b"/>
            <a:pathLst>
              <a:path w="38692" h="34096" extrusionOk="0">
                <a:moveTo>
                  <a:pt x="19326" y="0"/>
                </a:moveTo>
                <a:cubicBezTo>
                  <a:pt x="17171" y="0"/>
                  <a:pt x="14983" y="412"/>
                  <a:pt x="12869" y="1282"/>
                </a:cubicBezTo>
                <a:cubicBezTo>
                  <a:pt x="4177" y="4947"/>
                  <a:pt x="1" y="14917"/>
                  <a:pt x="3665" y="23525"/>
                </a:cubicBezTo>
                <a:cubicBezTo>
                  <a:pt x="6374" y="30104"/>
                  <a:pt x="12745" y="34096"/>
                  <a:pt x="19452" y="34096"/>
                </a:cubicBezTo>
                <a:cubicBezTo>
                  <a:pt x="21606" y="34096"/>
                  <a:pt x="23795" y="33684"/>
                  <a:pt x="25908" y="32814"/>
                </a:cubicBezTo>
                <a:cubicBezTo>
                  <a:pt x="34601" y="29149"/>
                  <a:pt x="38692" y="19264"/>
                  <a:pt x="35112" y="10571"/>
                </a:cubicBezTo>
                <a:cubicBezTo>
                  <a:pt x="32403" y="3992"/>
                  <a:pt x="26032" y="0"/>
                  <a:pt x="19326"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0"/>
          <p:cNvSpPr/>
          <p:nvPr/>
        </p:nvSpPr>
        <p:spPr>
          <a:xfrm>
            <a:off x="4116163" y="1992067"/>
            <a:ext cx="796293" cy="682102"/>
          </a:xfrm>
          <a:custGeom>
            <a:avLst/>
            <a:gdLst/>
            <a:ahLst/>
            <a:cxnLst/>
            <a:rect l="l" t="t" r="r" b="b"/>
            <a:pathLst>
              <a:path w="42356" h="36282" extrusionOk="0">
                <a:moveTo>
                  <a:pt x="24098" y="2192"/>
                </a:moveTo>
                <a:cubicBezTo>
                  <a:pt x="24133" y="2192"/>
                  <a:pt x="24168" y="2192"/>
                  <a:pt x="24203" y="2193"/>
                </a:cubicBezTo>
                <a:cubicBezTo>
                  <a:pt x="33066" y="2193"/>
                  <a:pt x="40225" y="9266"/>
                  <a:pt x="40225" y="18129"/>
                </a:cubicBezTo>
                <a:cubicBezTo>
                  <a:pt x="40225" y="27767"/>
                  <a:pt x="32329" y="34162"/>
                  <a:pt x="24109" y="34162"/>
                </a:cubicBezTo>
                <a:cubicBezTo>
                  <a:pt x="20191" y="34162"/>
                  <a:pt x="16200" y="32709"/>
                  <a:pt x="12954" y="29463"/>
                </a:cubicBezTo>
                <a:cubicBezTo>
                  <a:pt x="2922" y="19347"/>
                  <a:pt x="9936" y="2192"/>
                  <a:pt x="24098" y="2192"/>
                </a:cubicBezTo>
                <a:close/>
                <a:moveTo>
                  <a:pt x="24106" y="1"/>
                </a:moveTo>
                <a:cubicBezTo>
                  <a:pt x="19653" y="1"/>
                  <a:pt x="15113" y="1653"/>
                  <a:pt x="11420" y="5346"/>
                </a:cubicBezTo>
                <a:cubicBezTo>
                  <a:pt x="0" y="16765"/>
                  <a:pt x="8096" y="36281"/>
                  <a:pt x="24203" y="36281"/>
                </a:cubicBezTo>
                <a:cubicBezTo>
                  <a:pt x="34259" y="36281"/>
                  <a:pt x="42356" y="28100"/>
                  <a:pt x="42356" y="18129"/>
                </a:cubicBezTo>
                <a:cubicBezTo>
                  <a:pt x="42356" y="7231"/>
                  <a:pt x="33422" y="1"/>
                  <a:pt x="24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0"/>
          <p:cNvSpPr/>
          <p:nvPr/>
        </p:nvSpPr>
        <p:spPr>
          <a:xfrm>
            <a:off x="5793536" y="3140312"/>
            <a:ext cx="1433970" cy="275589"/>
          </a:xfrm>
          <a:custGeom>
            <a:avLst/>
            <a:gdLst/>
            <a:ahLst/>
            <a:cxnLst/>
            <a:rect l="l" t="t" r="r" b="b"/>
            <a:pathLst>
              <a:path w="76275" h="14659" extrusionOk="0">
                <a:moveTo>
                  <a:pt x="1109" y="1"/>
                </a:moveTo>
                <a:cubicBezTo>
                  <a:pt x="512" y="1"/>
                  <a:pt x="1" y="512"/>
                  <a:pt x="1" y="1109"/>
                </a:cubicBezTo>
                <a:lnTo>
                  <a:pt x="1" y="13636"/>
                </a:lnTo>
                <a:cubicBezTo>
                  <a:pt x="1" y="14318"/>
                  <a:pt x="533" y="14659"/>
                  <a:pt x="1066" y="14659"/>
                </a:cubicBezTo>
                <a:cubicBezTo>
                  <a:pt x="1599" y="14659"/>
                  <a:pt x="2131" y="14318"/>
                  <a:pt x="2131" y="13636"/>
                </a:cubicBezTo>
                <a:lnTo>
                  <a:pt x="2131" y="2131"/>
                </a:lnTo>
                <a:lnTo>
                  <a:pt x="74144" y="2131"/>
                </a:lnTo>
                <a:lnTo>
                  <a:pt x="74144" y="13636"/>
                </a:lnTo>
                <a:cubicBezTo>
                  <a:pt x="74144" y="14233"/>
                  <a:pt x="74570" y="14659"/>
                  <a:pt x="75167" y="14659"/>
                </a:cubicBezTo>
                <a:cubicBezTo>
                  <a:pt x="75763" y="14659"/>
                  <a:pt x="76275" y="14233"/>
                  <a:pt x="76275" y="13636"/>
                </a:cubicBezTo>
                <a:lnTo>
                  <a:pt x="76275" y="1109"/>
                </a:lnTo>
                <a:cubicBezTo>
                  <a:pt x="76275" y="512"/>
                  <a:pt x="75763" y="1"/>
                  <a:pt x="75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0"/>
          <p:cNvSpPr/>
          <p:nvPr/>
        </p:nvSpPr>
        <p:spPr>
          <a:xfrm>
            <a:off x="5990605" y="1879988"/>
            <a:ext cx="1028623" cy="905784"/>
          </a:xfrm>
          <a:custGeom>
            <a:avLst/>
            <a:gdLst/>
            <a:ahLst/>
            <a:cxnLst/>
            <a:rect l="l" t="t" r="r" b="b"/>
            <a:pathLst>
              <a:path w="54714" h="48180" extrusionOk="0">
                <a:moveTo>
                  <a:pt x="27354" y="1"/>
                </a:moveTo>
                <a:cubicBezTo>
                  <a:pt x="24282" y="1"/>
                  <a:pt x="21161" y="594"/>
                  <a:pt x="18153" y="1847"/>
                </a:cubicBezTo>
                <a:cubicBezTo>
                  <a:pt x="5881" y="6960"/>
                  <a:pt x="1" y="21022"/>
                  <a:pt x="5114" y="33294"/>
                </a:cubicBezTo>
                <a:cubicBezTo>
                  <a:pt x="8974" y="42558"/>
                  <a:pt x="17933" y="48179"/>
                  <a:pt x="27372" y="48179"/>
                </a:cubicBezTo>
                <a:cubicBezTo>
                  <a:pt x="30437" y="48179"/>
                  <a:pt x="33553" y="47586"/>
                  <a:pt x="36561" y="46333"/>
                </a:cubicBezTo>
                <a:cubicBezTo>
                  <a:pt x="48918" y="41220"/>
                  <a:pt x="54713" y="27158"/>
                  <a:pt x="49600" y="14886"/>
                </a:cubicBezTo>
                <a:cubicBezTo>
                  <a:pt x="45805" y="5622"/>
                  <a:pt x="36813" y="1"/>
                  <a:pt x="273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0"/>
          <p:cNvSpPr/>
          <p:nvPr/>
        </p:nvSpPr>
        <p:spPr>
          <a:xfrm>
            <a:off x="6490450" y="2264371"/>
            <a:ext cx="40063" cy="916068"/>
          </a:xfrm>
          <a:custGeom>
            <a:avLst/>
            <a:gdLst/>
            <a:ahLst/>
            <a:cxnLst/>
            <a:rect l="l" t="t" r="r" b="b"/>
            <a:pathLst>
              <a:path w="2131" h="48727" extrusionOk="0">
                <a:moveTo>
                  <a:pt x="1066" y="1"/>
                </a:moveTo>
                <a:cubicBezTo>
                  <a:pt x="533" y="1"/>
                  <a:pt x="0" y="363"/>
                  <a:pt x="0" y="1087"/>
                </a:cubicBezTo>
                <a:lnTo>
                  <a:pt x="0" y="47704"/>
                </a:lnTo>
                <a:cubicBezTo>
                  <a:pt x="0" y="48300"/>
                  <a:pt x="512" y="48726"/>
                  <a:pt x="1108" y="48726"/>
                </a:cubicBezTo>
                <a:cubicBezTo>
                  <a:pt x="1705" y="48726"/>
                  <a:pt x="2131" y="48300"/>
                  <a:pt x="2131" y="47704"/>
                </a:cubicBezTo>
                <a:lnTo>
                  <a:pt x="2131" y="1087"/>
                </a:lnTo>
                <a:cubicBezTo>
                  <a:pt x="2131" y="363"/>
                  <a:pt x="1598" y="1"/>
                  <a:pt x="10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0"/>
          <p:cNvSpPr/>
          <p:nvPr/>
        </p:nvSpPr>
        <p:spPr>
          <a:xfrm>
            <a:off x="6147595" y="2012389"/>
            <a:ext cx="725812" cy="641005"/>
          </a:xfrm>
          <a:custGeom>
            <a:avLst/>
            <a:gdLst/>
            <a:ahLst/>
            <a:cxnLst/>
            <a:rect l="l" t="t" r="r" b="b"/>
            <a:pathLst>
              <a:path w="38607" h="34096" extrusionOk="0">
                <a:moveTo>
                  <a:pt x="19240" y="0"/>
                </a:moveTo>
                <a:cubicBezTo>
                  <a:pt x="17086" y="0"/>
                  <a:pt x="14897" y="412"/>
                  <a:pt x="12784" y="1282"/>
                </a:cubicBezTo>
                <a:cubicBezTo>
                  <a:pt x="4091" y="4947"/>
                  <a:pt x="1" y="14832"/>
                  <a:pt x="3580" y="23525"/>
                </a:cubicBezTo>
                <a:cubicBezTo>
                  <a:pt x="6289" y="30104"/>
                  <a:pt x="12660" y="34096"/>
                  <a:pt x="19367" y="34096"/>
                </a:cubicBezTo>
                <a:cubicBezTo>
                  <a:pt x="21521" y="34096"/>
                  <a:pt x="23710" y="33684"/>
                  <a:pt x="25823" y="32814"/>
                </a:cubicBezTo>
                <a:cubicBezTo>
                  <a:pt x="34516" y="29149"/>
                  <a:pt x="38606" y="19179"/>
                  <a:pt x="35027" y="10571"/>
                </a:cubicBezTo>
                <a:cubicBezTo>
                  <a:pt x="32318" y="3992"/>
                  <a:pt x="25947" y="0"/>
                  <a:pt x="19240" y="0"/>
                </a:cubicBez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0"/>
          <p:cNvSpPr/>
          <p:nvPr/>
        </p:nvSpPr>
        <p:spPr>
          <a:xfrm>
            <a:off x="6056289" y="1992067"/>
            <a:ext cx="794695" cy="682102"/>
          </a:xfrm>
          <a:custGeom>
            <a:avLst/>
            <a:gdLst/>
            <a:ahLst/>
            <a:cxnLst/>
            <a:rect l="l" t="t" r="r" b="b"/>
            <a:pathLst>
              <a:path w="42271" h="36282" extrusionOk="0">
                <a:moveTo>
                  <a:pt x="24098" y="2192"/>
                </a:moveTo>
                <a:cubicBezTo>
                  <a:pt x="24133" y="2192"/>
                  <a:pt x="24168" y="2192"/>
                  <a:pt x="24203" y="2193"/>
                </a:cubicBezTo>
                <a:cubicBezTo>
                  <a:pt x="32981" y="2193"/>
                  <a:pt x="40140" y="9266"/>
                  <a:pt x="40140" y="18129"/>
                </a:cubicBezTo>
                <a:cubicBezTo>
                  <a:pt x="40140" y="27767"/>
                  <a:pt x="32244" y="34162"/>
                  <a:pt x="24024" y="34162"/>
                </a:cubicBezTo>
                <a:cubicBezTo>
                  <a:pt x="20106" y="34162"/>
                  <a:pt x="16114" y="32709"/>
                  <a:pt x="12869" y="29463"/>
                </a:cubicBezTo>
                <a:cubicBezTo>
                  <a:pt x="2837" y="19347"/>
                  <a:pt x="9936" y="2192"/>
                  <a:pt x="24098" y="2192"/>
                </a:cubicBezTo>
                <a:close/>
                <a:moveTo>
                  <a:pt x="24021" y="1"/>
                </a:moveTo>
                <a:cubicBezTo>
                  <a:pt x="19568" y="1"/>
                  <a:pt x="15028" y="1653"/>
                  <a:pt x="11335" y="5346"/>
                </a:cubicBezTo>
                <a:cubicBezTo>
                  <a:pt x="0" y="16765"/>
                  <a:pt x="8011" y="36281"/>
                  <a:pt x="24203" y="36281"/>
                </a:cubicBezTo>
                <a:cubicBezTo>
                  <a:pt x="34174" y="36281"/>
                  <a:pt x="42270" y="28100"/>
                  <a:pt x="42270" y="18129"/>
                </a:cubicBezTo>
                <a:cubicBezTo>
                  <a:pt x="42270" y="7231"/>
                  <a:pt x="33336" y="1"/>
                  <a:pt x="240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5" name="Google Shape;585;p30"/>
          <p:cNvGrpSpPr/>
          <p:nvPr/>
        </p:nvGrpSpPr>
        <p:grpSpPr>
          <a:xfrm>
            <a:off x="2485018" y="2203442"/>
            <a:ext cx="295272" cy="295272"/>
            <a:chOff x="1190625" y="238125"/>
            <a:chExt cx="5226050" cy="5226050"/>
          </a:xfrm>
        </p:grpSpPr>
        <p:sp>
          <p:nvSpPr>
            <p:cNvPr id="586" name="Google Shape;586;p30"/>
            <p:cNvSpPr/>
            <p:nvPr/>
          </p:nvSpPr>
          <p:spPr>
            <a:xfrm>
              <a:off x="1190625" y="1515525"/>
              <a:ext cx="1645000" cy="2151125"/>
            </a:xfrm>
            <a:custGeom>
              <a:avLst/>
              <a:gdLst/>
              <a:ahLst/>
              <a:cxnLst/>
              <a:rect l="l" t="t" r="r" b="b"/>
              <a:pathLst>
                <a:path w="65800" h="86045" extrusionOk="0">
                  <a:moveTo>
                    <a:pt x="15900" y="1"/>
                  </a:moveTo>
                  <a:cubicBezTo>
                    <a:pt x="15179" y="1"/>
                    <a:pt x="14457" y="360"/>
                    <a:pt x="14044" y="1081"/>
                  </a:cubicBezTo>
                  <a:cubicBezTo>
                    <a:pt x="5120" y="16475"/>
                    <a:pt x="0" y="34358"/>
                    <a:pt x="0" y="53434"/>
                  </a:cubicBezTo>
                  <a:cubicBezTo>
                    <a:pt x="0" y="64269"/>
                    <a:pt x="1648" y="74718"/>
                    <a:pt x="4716" y="84536"/>
                  </a:cubicBezTo>
                  <a:cubicBezTo>
                    <a:pt x="4997" y="85431"/>
                    <a:pt x="5821" y="86044"/>
                    <a:pt x="6750" y="86044"/>
                  </a:cubicBezTo>
                  <a:lnTo>
                    <a:pt x="63117" y="86044"/>
                  </a:lnTo>
                  <a:cubicBezTo>
                    <a:pt x="64766" y="86044"/>
                    <a:pt x="65800" y="84256"/>
                    <a:pt x="64976" y="82836"/>
                  </a:cubicBezTo>
                  <a:lnTo>
                    <a:pt x="17743" y="1064"/>
                  </a:lnTo>
                  <a:cubicBezTo>
                    <a:pt x="17332" y="356"/>
                    <a:pt x="16617" y="1"/>
                    <a:pt x="159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0"/>
            <p:cNvSpPr/>
            <p:nvPr/>
          </p:nvSpPr>
          <p:spPr>
            <a:xfrm>
              <a:off x="1865625" y="238125"/>
              <a:ext cx="2005325" cy="2148975"/>
            </a:xfrm>
            <a:custGeom>
              <a:avLst/>
              <a:gdLst/>
              <a:ahLst/>
              <a:cxnLst/>
              <a:rect l="l" t="t" r="r" b="b"/>
              <a:pathLst>
                <a:path w="80213" h="85959" extrusionOk="0">
                  <a:moveTo>
                    <a:pt x="77530" y="0"/>
                  </a:moveTo>
                  <a:cubicBezTo>
                    <a:pt x="47163" y="0"/>
                    <a:pt x="19847" y="12939"/>
                    <a:pt x="754" y="33610"/>
                  </a:cubicBezTo>
                  <a:cubicBezTo>
                    <a:pt x="105" y="34294"/>
                    <a:pt x="0" y="35311"/>
                    <a:pt x="456" y="36135"/>
                  </a:cubicBezTo>
                  <a:lnTo>
                    <a:pt x="28614" y="84893"/>
                  </a:lnTo>
                  <a:cubicBezTo>
                    <a:pt x="29026" y="85603"/>
                    <a:pt x="29749" y="85958"/>
                    <a:pt x="30472" y="85958"/>
                  </a:cubicBezTo>
                  <a:cubicBezTo>
                    <a:pt x="31195" y="85958"/>
                    <a:pt x="31918" y="85603"/>
                    <a:pt x="32330" y="84893"/>
                  </a:cubicBezTo>
                  <a:lnTo>
                    <a:pt x="79406" y="3208"/>
                  </a:lnTo>
                  <a:cubicBezTo>
                    <a:pt x="80212" y="1788"/>
                    <a:pt x="79195" y="0"/>
                    <a:pt x="77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0"/>
            <p:cNvSpPr/>
            <p:nvPr/>
          </p:nvSpPr>
          <p:spPr>
            <a:xfrm>
              <a:off x="4772975" y="2037400"/>
              <a:ext cx="1643700" cy="2149150"/>
            </a:xfrm>
            <a:custGeom>
              <a:avLst/>
              <a:gdLst/>
              <a:ahLst/>
              <a:cxnLst/>
              <a:rect l="l" t="t" r="r" b="b"/>
              <a:pathLst>
                <a:path w="65748" h="85966" extrusionOk="0">
                  <a:moveTo>
                    <a:pt x="2683" y="0"/>
                  </a:moveTo>
                  <a:cubicBezTo>
                    <a:pt x="1035" y="0"/>
                    <a:pt x="0" y="1789"/>
                    <a:pt x="824" y="3209"/>
                  </a:cubicBezTo>
                  <a:lnTo>
                    <a:pt x="48022" y="84893"/>
                  </a:lnTo>
                  <a:cubicBezTo>
                    <a:pt x="48433" y="85610"/>
                    <a:pt x="49149" y="85965"/>
                    <a:pt x="49865" y="85965"/>
                  </a:cubicBezTo>
                  <a:cubicBezTo>
                    <a:pt x="50586" y="85965"/>
                    <a:pt x="51308" y="85606"/>
                    <a:pt x="51721" y="84893"/>
                  </a:cubicBezTo>
                  <a:cubicBezTo>
                    <a:pt x="60646" y="69500"/>
                    <a:pt x="65748" y="51617"/>
                    <a:pt x="65748" y="32559"/>
                  </a:cubicBezTo>
                  <a:cubicBezTo>
                    <a:pt x="65748" y="21741"/>
                    <a:pt x="64117" y="11327"/>
                    <a:pt x="61066" y="1508"/>
                  </a:cubicBezTo>
                  <a:cubicBezTo>
                    <a:pt x="60786" y="614"/>
                    <a:pt x="59962" y="0"/>
                    <a:pt x="590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0"/>
            <p:cNvSpPr/>
            <p:nvPr/>
          </p:nvSpPr>
          <p:spPr>
            <a:xfrm>
              <a:off x="3595225" y="300300"/>
              <a:ext cx="2493600" cy="1326850"/>
            </a:xfrm>
            <a:custGeom>
              <a:avLst/>
              <a:gdLst/>
              <a:ahLst/>
              <a:cxnLst/>
              <a:rect l="l" t="t" r="r" b="b"/>
              <a:pathLst>
                <a:path w="99744" h="53074" extrusionOk="0">
                  <a:moveTo>
                    <a:pt x="30831" y="0"/>
                  </a:moveTo>
                  <a:cubicBezTo>
                    <a:pt x="30083" y="0"/>
                    <a:pt x="29374" y="393"/>
                    <a:pt x="28999" y="1072"/>
                  </a:cubicBezTo>
                  <a:lnTo>
                    <a:pt x="807" y="49865"/>
                  </a:lnTo>
                  <a:cubicBezTo>
                    <a:pt x="0" y="51303"/>
                    <a:pt x="1017" y="53074"/>
                    <a:pt x="2665" y="53074"/>
                  </a:cubicBezTo>
                  <a:lnTo>
                    <a:pt x="97078" y="53056"/>
                  </a:lnTo>
                  <a:cubicBezTo>
                    <a:pt x="98709" y="53056"/>
                    <a:pt x="99743" y="51286"/>
                    <a:pt x="98919" y="49865"/>
                  </a:cubicBezTo>
                  <a:cubicBezTo>
                    <a:pt x="84542" y="24952"/>
                    <a:pt x="60190" y="6525"/>
                    <a:pt x="31313" y="55"/>
                  </a:cubicBezTo>
                  <a:cubicBezTo>
                    <a:pt x="31153" y="18"/>
                    <a:pt x="30991" y="0"/>
                    <a:pt x="308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0"/>
            <p:cNvSpPr/>
            <p:nvPr/>
          </p:nvSpPr>
          <p:spPr>
            <a:xfrm>
              <a:off x="1519350" y="4075125"/>
              <a:ext cx="2490100" cy="1326425"/>
            </a:xfrm>
            <a:custGeom>
              <a:avLst/>
              <a:gdLst/>
              <a:ahLst/>
              <a:cxnLst/>
              <a:rect l="l" t="t" r="r" b="b"/>
              <a:pathLst>
                <a:path w="99604" h="53057" extrusionOk="0">
                  <a:moveTo>
                    <a:pt x="96921" y="1"/>
                  </a:moveTo>
                  <a:lnTo>
                    <a:pt x="2683" y="88"/>
                  </a:lnTo>
                  <a:cubicBezTo>
                    <a:pt x="1052" y="106"/>
                    <a:pt x="0" y="1877"/>
                    <a:pt x="825" y="3297"/>
                  </a:cubicBezTo>
                  <a:cubicBezTo>
                    <a:pt x="15201" y="28141"/>
                    <a:pt x="39484" y="46515"/>
                    <a:pt x="68290" y="53002"/>
                  </a:cubicBezTo>
                  <a:cubicBezTo>
                    <a:pt x="68451" y="53039"/>
                    <a:pt x="68613" y="53057"/>
                    <a:pt x="68773" y="53057"/>
                  </a:cubicBezTo>
                  <a:cubicBezTo>
                    <a:pt x="69521" y="53057"/>
                    <a:pt x="70232" y="52664"/>
                    <a:pt x="70622" y="51985"/>
                  </a:cubicBezTo>
                  <a:lnTo>
                    <a:pt x="98779" y="3209"/>
                  </a:lnTo>
                  <a:cubicBezTo>
                    <a:pt x="99603" y="1789"/>
                    <a:pt x="98569" y="1"/>
                    <a:pt x="969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0"/>
            <p:cNvSpPr/>
            <p:nvPr/>
          </p:nvSpPr>
          <p:spPr>
            <a:xfrm>
              <a:off x="3733275" y="3314750"/>
              <a:ext cx="2008825" cy="2149425"/>
            </a:xfrm>
            <a:custGeom>
              <a:avLst/>
              <a:gdLst/>
              <a:ahLst/>
              <a:cxnLst/>
              <a:rect l="l" t="t" r="r" b="b"/>
              <a:pathLst>
                <a:path w="80353" h="85977" extrusionOk="0">
                  <a:moveTo>
                    <a:pt x="49872" y="1"/>
                  </a:moveTo>
                  <a:cubicBezTo>
                    <a:pt x="49154" y="1"/>
                    <a:pt x="48435" y="356"/>
                    <a:pt x="48023" y="1066"/>
                  </a:cubicBezTo>
                  <a:lnTo>
                    <a:pt x="825" y="82768"/>
                  </a:lnTo>
                  <a:cubicBezTo>
                    <a:pt x="1" y="84188"/>
                    <a:pt x="1035" y="85977"/>
                    <a:pt x="2666" y="85977"/>
                  </a:cubicBezTo>
                  <a:lnTo>
                    <a:pt x="2824" y="85977"/>
                  </a:lnTo>
                  <a:cubicBezTo>
                    <a:pt x="33173" y="85977"/>
                    <a:pt x="60506" y="73037"/>
                    <a:pt x="79599" y="52367"/>
                  </a:cubicBezTo>
                  <a:cubicBezTo>
                    <a:pt x="80248" y="51683"/>
                    <a:pt x="80353" y="50666"/>
                    <a:pt x="79897" y="49842"/>
                  </a:cubicBezTo>
                  <a:lnTo>
                    <a:pt x="51722" y="1066"/>
                  </a:lnTo>
                  <a:cubicBezTo>
                    <a:pt x="51310" y="356"/>
                    <a:pt x="50591" y="1"/>
                    <a:pt x="498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30"/>
          <p:cNvGrpSpPr/>
          <p:nvPr/>
        </p:nvGrpSpPr>
        <p:grpSpPr>
          <a:xfrm>
            <a:off x="4409906" y="2192159"/>
            <a:ext cx="317750" cy="317849"/>
            <a:chOff x="1191425" y="238125"/>
            <a:chExt cx="5217575" cy="5219200"/>
          </a:xfrm>
        </p:grpSpPr>
        <p:sp>
          <p:nvSpPr>
            <p:cNvPr id="593" name="Google Shape;593;p30"/>
            <p:cNvSpPr/>
            <p:nvPr/>
          </p:nvSpPr>
          <p:spPr>
            <a:xfrm>
              <a:off x="1191425" y="3001025"/>
              <a:ext cx="2474250" cy="2456300"/>
            </a:xfrm>
            <a:custGeom>
              <a:avLst/>
              <a:gdLst/>
              <a:ahLst/>
              <a:cxnLst/>
              <a:rect l="l" t="t" r="r" b="b"/>
              <a:pathLst>
                <a:path w="98970" h="98252" extrusionOk="0">
                  <a:moveTo>
                    <a:pt x="1" y="0"/>
                  </a:moveTo>
                  <a:cubicBezTo>
                    <a:pt x="1469" y="25607"/>
                    <a:pt x="12168" y="49484"/>
                    <a:pt x="30435" y="67784"/>
                  </a:cubicBezTo>
                  <a:cubicBezTo>
                    <a:pt x="48898" y="86247"/>
                    <a:pt x="73069" y="96946"/>
                    <a:pt x="98969" y="98251"/>
                  </a:cubicBezTo>
                  <a:lnTo>
                    <a:pt x="98969" y="55030"/>
                  </a:lnTo>
                  <a:cubicBezTo>
                    <a:pt x="69644" y="52485"/>
                    <a:pt x="46158" y="29228"/>
                    <a:pt x="432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0"/>
            <p:cNvSpPr/>
            <p:nvPr/>
          </p:nvSpPr>
          <p:spPr>
            <a:xfrm>
              <a:off x="3972275" y="3001025"/>
              <a:ext cx="2436725" cy="2453850"/>
            </a:xfrm>
            <a:custGeom>
              <a:avLst/>
              <a:gdLst/>
              <a:ahLst/>
              <a:cxnLst/>
              <a:rect l="l" t="t" r="r" b="b"/>
              <a:pathLst>
                <a:path w="97469" h="98154" extrusionOk="0">
                  <a:moveTo>
                    <a:pt x="54215" y="0"/>
                  </a:moveTo>
                  <a:cubicBezTo>
                    <a:pt x="51344" y="28706"/>
                    <a:pt x="28608" y="51670"/>
                    <a:pt x="0" y="54867"/>
                  </a:cubicBezTo>
                  <a:lnTo>
                    <a:pt x="0" y="98153"/>
                  </a:lnTo>
                  <a:cubicBezTo>
                    <a:pt x="25313" y="96522"/>
                    <a:pt x="48898" y="85888"/>
                    <a:pt x="67034" y="67784"/>
                  </a:cubicBezTo>
                  <a:cubicBezTo>
                    <a:pt x="85301" y="49484"/>
                    <a:pt x="96001" y="25607"/>
                    <a:pt x="974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0"/>
            <p:cNvSpPr/>
            <p:nvPr/>
          </p:nvSpPr>
          <p:spPr>
            <a:xfrm>
              <a:off x="1191425" y="238125"/>
              <a:ext cx="2474250" cy="2456300"/>
            </a:xfrm>
            <a:custGeom>
              <a:avLst/>
              <a:gdLst/>
              <a:ahLst/>
              <a:cxnLst/>
              <a:rect l="l" t="t" r="r" b="b"/>
              <a:pathLst>
                <a:path w="98970" h="98252" extrusionOk="0">
                  <a:moveTo>
                    <a:pt x="98969" y="0"/>
                  </a:moveTo>
                  <a:cubicBezTo>
                    <a:pt x="73069" y="1305"/>
                    <a:pt x="48898" y="12004"/>
                    <a:pt x="30435" y="30467"/>
                  </a:cubicBezTo>
                  <a:cubicBezTo>
                    <a:pt x="12168" y="48767"/>
                    <a:pt x="1469" y="72644"/>
                    <a:pt x="1" y="98251"/>
                  </a:cubicBezTo>
                  <a:lnTo>
                    <a:pt x="43255" y="98251"/>
                  </a:lnTo>
                  <a:cubicBezTo>
                    <a:pt x="46158" y="69024"/>
                    <a:pt x="69644" y="45766"/>
                    <a:pt x="98969" y="43221"/>
                  </a:cubicBezTo>
                  <a:lnTo>
                    <a:pt x="989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0"/>
            <p:cNvSpPr/>
            <p:nvPr/>
          </p:nvSpPr>
          <p:spPr>
            <a:xfrm>
              <a:off x="3972275" y="240550"/>
              <a:ext cx="2436725" cy="2453875"/>
            </a:xfrm>
            <a:custGeom>
              <a:avLst/>
              <a:gdLst/>
              <a:ahLst/>
              <a:cxnLst/>
              <a:rect l="l" t="t" r="r" b="b"/>
              <a:pathLst>
                <a:path w="97469" h="98155" extrusionOk="0">
                  <a:moveTo>
                    <a:pt x="0" y="1"/>
                  </a:moveTo>
                  <a:lnTo>
                    <a:pt x="0" y="43287"/>
                  </a:lnTo>
                  <a:cubicBezTo>
                    <a:pt x="28608" y="46484"/>
                    <a:pt x="51344" y="69449"/>
                    <a:pt x="54215" y="98154"/>
                  </a:cubicBezTo>
                  <a:lnTo>
                    <a:pt x="97469" y="98154"/>
                  </a:lnTo>
                  <a:cubicBezTo>
                    <a:pt x="96001" y="72547"/>
                    <a:pt x="85301" y="48670"/>
                    <a:pt x="67034" y="30370"/>
                  </a:cubicBezTo>
                  <a:cubicBezTo>
                    <a:pt x="48898" y="12266"/>
                    <a:pt x="25313" y="1632"/>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0"/>
            <p:cNvSpPr/>
            <p:nvPr/>
          </p:nvSpPr>
          <p:spPr>
            <a:xfrm>
              <a:off x="3054850" y="2520700"/>
              <a:ext cx="680950" cy="715200"/>
            </a:xfrm>
            <a:custGeom>
              <a:avLst/>
              <a:gdLst/>
              <a:ahLst/>
              <a:cxnLst/>
              <a:rect l="l" t="t" r="r" b="b"/>
              <a:pathLst>
                <a:path w="27238" h="28608" extrusionOk="0">
                  <a:moveTo>
                    <a:pt x="0" y="0"/>
                  </a:moveTo>
                  <a:lnTo>
                    <a:pt x="0" y="6948"/>
                  </a:lnTo>
                  <a:lnTo>
                    <a:pt x="0" y="15364"/>
                  </a:lnTo>
                  <a:cubicBezTo>
                    <a:pt x="0" y="16734"/>
                    <a:pt x="130" y="18039"/>
                    <a:pt x="391" y="19213"/>
                  </a:cubicBezTo>
                  <a:cubicBezTo>
                    <a:pt x="1761" y="25215"/>
                    <a:pt x="6459" y="28608"/>
                    <a:pt x="13635" y="28608"/>
                  </a:cubicBezTo>
                  <a:cubicBezTo>
                    <a:pt x="18430" y="28608"/>
                    <a:pt x="22116" y="27074"/>
                    <a:pt x="24432" y="24269"/>
                  </a:cubicBezTo>
                  <a:cubicBezTo>
                    <a:pt x="26259" y="22084"/>
                    <a:pt x="27238" y="19083"/>
                    <a:pt x="27238" y="15364"/>
                  </a:cubicBezTo>
                  <a:lnTo>
                    <a:pt x="27238" y="0"/>
                  </a:lnTo>
                  <a:lnTo>
                    <a:pt x="17974" y="0"/>
                  </a:lnTo>
                  <a:lnTo>
                    <a:pt x="17974" y="6948"/>
                  </a:lnTo>
                  <a:lnTo>
                    <a:pt x="17974" y="15103"/>
                  </a:lnTo>
                  <a:cubicBezTo>
                    <a:pt x="17974" y="16930"/>
                    <a:pt x="17680" y="18267"/>
                    <a:pt x="17125" y="19213"/>
                  </a:cubicBezTo>
                  <a:cubicBezTo>
                    <a:pt x="16375" y="20453"/>
                    <a:pt x="15201" y="20975"/>
                    <a:pt x="13700" y="20975"/>
                  </a:cubicBezTo>
                  <a:cubicBezTo>
                    <a:pt x="12200" y="20975"/>
                    <a:pt x="11026" y="20453"/>
                    <a:pt x="10275" y="19213"/>
                  </a:cubicBezTo>
                  <a:cubicBezTo>
                    <a:pt x="9721" y="18267"/>
                    <a:pt x="9427" y="16930"/>
                    <a:pt x="9427" y="15103"/>
                  </a:cubicBezTo>
                  <a:lnTo>
                    <a:pt x="9427" y="6948"/>
                  </a:lnTo>
                  <a:lnTo>
                    <a:pt x="94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0"/>
            <p:cNvSpPr/>
            <p:nvPr/>
          </p:nvSpPr>
          <p:spPr>
            <a:xfrm>
              <a:off x="3818950" y="2520700"/>
              <a:ext cx="776375" cy="698900"/>
            </a:xfrm>
            <a:custGeom>
              <a:avLst/>
              <a:gdLst/>
              <a:ahLst/>
              <a:cxnLst/>
              <a:rect l="l" t="t" r="r" b="b"/>
              <a:pathLst>
                <a:path w="31055" h="27956" extrusionOk="0">
                  <a:moveTo>
                    <a:pt x="360" y="0"/>
                  </a:moveTo>
                  <a:lnTo>
                    <a:pt x="10113" y="13863"/>
                  </a:lnTo>
                  <a:lnTo>
                    <a:pt x="6264" y="19213"/>
                  </a:lnTo>
                  <a:lnTo>
                    <a:pt x="6133" y="19409"/>
                  </a:lnTo>
                  <a:lnTo>
                    <a:pt x="1" y="27955"/>
                  </a:lnTo>
                  <a:lnTo>
                    <a:pt x="10733" y="27955"/>
                  </a:lnTo>
                  <a:lnTo>
                    <a:pt x="15463" y="20485"/>
                  </a:lnTo>
                  <a:lnTo>
                    <a:pt x="20290" y="27955"/>
                  </a:lnTo>
                  <a:lnTo>
                    <a:pt x="31055" y="27955"/>
                  </a:lnTo>
                  <a:lnTo>
                    <a:pt x="24825" y="19213"/>
                  </a:lnTo>
                  <a:lnTo>
                    <a:pt x="20747" y="13505"/>
                  </a:lnTo>
                  <a:lnTo>
                    <a:pt x="25477" y="6948"/>
                  </a:lnTo>
                  <a:lnTo>
                    <a:pt x="30468" y="0"/>
                  </a:lnTo>
                  <a:lnTo>
                    <a:pt x="20323" y="0"/>
                  </a:lnTo>
                  <a:lnTo>
                    <a:pt x="15724" y="6948"/>
                  </a:lnTo>
                  <a:lnTo>
                    <a:pt x="15691" y="7013"/>
                  </a:lnTo>
                  <a:lnTo>
                    <a:pt x="15658" y="6948"/>
                  </a:lnTo>
                  <a:lnTo>
                    <a:pt x="109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599;p30"/>
          <p:cNvSpPr/>
          <p:nvPr/>
        </p:nvSpPr>
        <p:spPr>
          <a:xfrm>
            <a:off x="6363675" y="2174113"/>
            <a:ext cx="317516" cy="317516"/>
          </a:xfrm>
          <a:custGeom>
            <a:avLst/>
            <a:gdLst/>
            <a:ahLst/>
            <a:cxnLst/>
            <a:rect l="l" t="t" r="r" b="b"/>
            <a:pathLst>
              <a:path w="187325" h="187325" extrusionOk="0">
                <a:moveTo>
                  <a:pt x="102235" y="36195"/>
                </a:moveTo>
                <a:cubicBezTo>
                  <a:pt x="106045" y="36195"/>
                  <a:pt x="109220" y="37465"/>
                  <a:pt x="112395" y="40005"/>
                </a:cubicBezTo>
                <a:cubicBezTo>
                  <a:pt x="114935" y="42545"/>
                  <a:pt x="116205" y="45720"/>
                  <a:pt x="116205" y="49530"/>
                </a:cubicBezTo>
                <a:cubicBezTo>
                  <a:pt x="116205" y="53340"/>
                  <a:pt x="114935" y="56515"/>
                  <a:pt x="112395" y="59055"/>
                </a:cubicBezTo>
                <a:cubicBezTo>
                  <a:pt x="109220" y="61595"/>
                  <a:pt x="106045" y="62865"/>
                  <a:pt x="102235" y="62865"/>
                </a:cubicBezTo>
                <a:cubicBezTo>
                  <a:pt x="98425" y="62865"/>
                  <a:pt x="94615" y="61595"/>
                  <a:pt x="92075" y="59055"/>
                </a:cubicBezTo>
                <a:cubicBezTo>
                  <a:pt x="88900" y="56515"/>
                  <a:pt x="87630" y="53340"/>
                  <a:pt x="87630" y="49530"/>
                </a:cubicBezTo>
                <a:cubicBezTo>
                  <a:pt x="87630" y="45720"/>
                  <a:pt x="88900" y="42545"/>
                  <a:pt x="92075" y="40005"/>
                </a:cubicBezTo>
                <a:cubicBezTo>
                  <a:pt x="94615" y="37465"/>
                  <a:pt x="98425" y="36195"/>
                  <a:pt x="102235" y="36195"/>
                </a:cubicBezTo>
                <a:close/>
                <a:moveTo>
                  <a:pt x="88900" y="74930"/>
                </a:moveTo>
                <a:cubicBezTo>
                  <a:pt x="94615" y="74930"/>
                  <a:pt x="99060" y="76200"/>
                  <a:pt x="102235" y="79375"/>
                </a:cubicBezTo>
                <a:cubicBezTo>
                  <a:pt x="105410" y="81915"/>
                  <a:pt x="106680" y="85725"/>
                  <a:pt x="106680" y="90170"/>
                </a:cubicBezTo>
                <a:cubicBezTo>
                  <a:pt x="106680" y="90805"/>
                  <a:pt x="106680" y="92710"/>
                  <a:pt x="106680" y="95250"/>
                </a:cubicBezTo>
                <a:cubicBezTo>
                  <a:pt x="106045" y="97155"/>
                  <a:pt x="106045" y="99695"/>
                  <a:pt x="105410" y="101600"/>
                </a:cubicBezTo>
                <a:lnTo>
                  <a:pt x="99060" y="122555"/>
                </a:lnTo>
                <a:cubicBezTo>
                  <a:pt x="99060" y="124460"/>
                  <a:pt x="98425" y="126365"/>
                  <a:pt x="97790" y="128270"/>
                </a:cubicBezTo>
                <a:cubicBezTo>
                  <a:pt x="97790" y="130810"/>
                  <a:pt x="97155" y="132715"/>
                  <a:pt x="97155" y="133350"/>
                </a:cubicBezTo>
                <a:cubicBezTo>
                  <a:pt x="97155" y="136525"/>
                  <a:pt x="97790" y="138430"/>
                  <a:pt x="99060" y="139065"/>
                </a:cubicBezTo>
                <a:cubicBezTo>
                  <a:pt x="100330" y="140335"/>
                  <a:pt x="102870" y="140970"/>
                  <a:pt x="106045" y="140970"/>
                </a:cubicBezTo>
                <a:cubicBezTo>
                  <a:pt x="107315" y="140970"/>
                  <a:pt x="109220" y="140335"/>
                  <a:pt x="111125" y="140335"/>
                </a:cubicBezTo>
                <a:cubicBezTo>
                  <a:pt x="112395" y="139700"/>
                  <a:pt x="114300" y="139065"/>
                  <a:pt x="114935" y="138430"/>
                </a:cubicBezTo>
                <a:lnTo>
                  <a:pt x="114935" y="138430"/>
                </a:lnTo>
                <a:lnTo>
                  <a:pt x="113030" y="145415"/>
                </a:lnTo>
                <a:cubicBezTo>
                  <a:pt x="108585" y="147320"/>
                  <a:pt x="104775" y="148590"/>
                  <a:pt x="101600" y="149860"/>
                </a:cubicBezTo>
                <a:cubicBezTo>
                  <a:pt x="99060" y="150495"/>
                  <a:pt x="95250" y="151130"/>
                  <a:pt x="91440" y="151130"/>
                </a:cubicBezTo>
                <a:cubicBezTo>
                  <a:pt x="85725" y="151130"/>
                  <a:pt x="81280" y="149860"/>
                  <a:pt x="78105" y="146685"/>
                </a:cubicBezTo>
                <a:cubicBezTo>
                  <a:pt x="74930" y="144145"/>
                  <a:pt x="73025" y="140335"/>
                  <a:pt x="73025" y="135890"/>
                </a:cubicBezTo>
                <a:cubicBezTo>
                  <a:pt x="73025" y="134620"/>
                  <a:pt x="73660" y="132715"/>
                  <a:pt x="73660" y="130810"/>
                </a:cubicBezTo>
                <a:cubicBezTo>
                  <a:pt x="73660" y="128905"/>
                  <a:pt x="74295" y="127000"/>
                  <a:pt x="74930" y="124460"/>
                </a:cubicBezTo>
                <a:lnTo>
                  <a:pt x="80645" y="103505"/>
                </a:lnTo>
                <a:cubicBezTo>
                  <a:pt x="81280" y="101600"/>
                  <a:pt x="81915" y="99695"/>
                  <a:pt x="81915" y="97790"/>
                </a:cubicBezTo>
                <a:cubicBezTo>
                  <a:pt x="82550" y="95885"/>
                  <a:pt x="82550" y="93980"/>
                  <a:pt x="82550" y="92710"/>
                </a:cubicBezTo>
                <a:cubicBezTo>
                  <a:pt x="82550" y="90170"/>
                  <a:pt x="81915" y="88265"/>
                  <a:pt x="81280" y="86995"/>
                </a:cubicBezTo>
                <a:cubicBezTo>
                  <a:pt x="80010" y="85725"/>
                  <a:pt x="77470" y="85090"/>
                  <a:pt x="74295" y="85090"/>
                </a:cubicBezTo>
                <a:cubicBezTo>
                  <a:pt x="73025" y="85090"/>
                  <a:pt x="71120" y="85725"/>
                  <a:pt x="69850" y="85725"/>
                </a:cubicBezTo>
                <a:cubicBezTo>
                  <a:pt x="67945" y="86360"/>
                  <a:pt x="66675" y="86995"/>
                  <a:pt x="65405" y="87630"/>
                </a:cubicBezTo>
                <a:lnTo>
                  <a:pt x="67310" y="80645"/>
                </a:lnTo>
                <a:cubicBezTo>
                  <a:pt x="71120" y="79375"/>
                  <a:pt x="74930" y="78105"/>
                  <a:pt x="78740" y="76835"/>
                </a:cubicBezTo>
                <a:cubicBezTo>
                  <a:pt x="81915" y="75565"/>
                  <a:pt x="85725" y="74930"/>
                  <a:pt x="88900" y="74930"/>
                </a:cubicBezTo>
                <a:close/>
                <a:moveTo>
                  <a:pt x="93980" y="0"/>
                </a:moveTo>
                <a:cubicBezTo>
                  <a:pt x="41910" y="0"/>
                  <a:pt x="0" y="41910"/>
                  <a:pt x="0" y="93980"/>
                </a:cubicBezTo>
                <a:cubicBezTo>
                  <a:pt x="0" y="145415"/>
                  <a:pt x="41910" y="187325"/>
                  <a:pt x="93980" y="187325"/>
                </a:cubicBezTo>
                <a:cubicBezTo>
                  <a:pt x="145415" y="187325"/>
                  <a:pt x="187325" y="145415"/>
                  <a:pt x="187325" y="93980"/>
                </a:cubicBezTo>
                <a:cubicBezTo>
                  <a:pt x="187325" y="41910"/>
                  <a:pt x="145415" y="0"/>
                  <a:pt x="939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0" name="Google Shape;600;p30"/>
          <p:cNvCxnSpPr/>
          <p:nvPr/>
        </p:nvCxnSpPr>
        <p:spPr>
          <a:xfrm>
            <a:off x="311700" y="1191700"/>
            <a:ext cx="85206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56562-51C8-28E8-C891-CF306B997B67}"/>
              </a:ext>
            </a:extLst>
          </p:cNvPr>
          <p:cNvSpPr>
            <a:spLocks noGrp="1"/>
          </p:cNvSpPr>
          <p:nvPr>
            <p:ph type="ctrTitle"/>
          </p:nvPr>
        </p:nvSpPr>
        <p:spPr>
          <a:xfrm>
            <a:off x="311700" y="466750"/>
            <a:ext cx="8520600" cy="606600"/>
          </a:xfrm>
        </p:spPr>
        <p:txBody>
          <a:bodyPr/>
          <a:lstStyle/>
          <a:p>
            <a:r>
              <a:rPr lang="en-US" dirty="0"/>
              <a:t>1. CONFIGURING APACHE TOMCAT </a:t>
            </a:r>
          </a:p>
        </p:txBody>
      </p:sp>
      <p:cxnSp>
        <p:nvCxnSpPr>
          <p:cNvPr id="3" name="Google Shape;458;p29">
            <a:extLst>
              <a:ext uri="{FF2B5EF4-FFF2-40B4-BE49-F238E27FC236}">
                <a16:creationId xmlns:a16="http://schemas.microsoft.com/office/drawing/2014/main" id="{0E4B9020-9F07-2DE4-C7E8-87FF57CF57F2}"/>
              </a:ext>
            </a:extLst>
          </p:cNvPr>
          <p:cNvCxnSpPr>
            <a:cxnSpLocks/>
          </p:cNvCxnSpPr>
          <p:nvPr/>
        </p:nvCxnSpPr>
        <p:spPr>
          <a:xfrm>
            <a:off x="1195475" y="979057"/>
            <a:ext cx="6753050" cy="0"/>
          </a:xfrm>
          <a:prstGeom prst="straightConnector1">
            <a:avLst/>
          </a:prstGeom>
          <a:noFill/>
          <a:ln w="9525" cap="flat" cmpd="sng">
            <a:solidFill>
              <a:srgbClr val="48FFD5"/>
            </a:solidFill>
            <a:prstDash val="solid"/>
            <a:round/>
            <a:headEnd type="none" w="med" len="med"/>
            <a:tailEnd type="none" w="med" len="med"/>
          </a:ln>
        </p:spPr>
      </p:cxnSp>
      <p:sp>
        <p:nvSpPr>
          <p:cNvPr id="5" name="TextBox 4">
            <a:extLst>
              <a:ext uri="{FF2B5EF4-FFF2-40B4-BE49-F238E27FC236}">
                <a16:creationId xmlns:a16="http://schemas.microsoft.com/office/drawing/2014/main" id="{17EC3CE1-9198-2D6F-E1A8-0AC36063B735}"/>
              </a:ext>
            </a:extLst>
          </p:cNvPr>
          <p:cNvSpPr txBox="1"/>
          <p:nvPr/>
        </p:nvSpPr>
        <p:spPr>
          <a:xfrm>
            <a:off x="311700" y="1291310"/>
            <a:ext cx="5238200" cy="400110"/>
          </a:xfrm>
          <a:prstGeom prst="rect">
            <a:avLst/>
          </a:prstGeom>
          <a:noFill/>
        </p:spPr>
        <p:txBody>
          <a:bodyPr wrap="square">
            <a:spAutoFit/>
          </a:bodyPr>
          <a:lstStyle/>
          <a:p>
            <a:pPr marL="342900" indent="-342900">
              <a:buClr>
                <a:srgbClr val="48FFD5"/>
              </a:buClr>
              <a:buSzPct val="120000"/>
              <a:buFont typeface="Wingdings" panose="05000000000000000000" pitchFamily="2" charset="2"/>
              <a:buChar char="Ø"/>
            </a:pPr>
            <a:r>
              <a:rPr lang="en-US" sz="2000" b="1" dirty="0">
                <a:solidFill>
                  <a:schemeClr val="bg1"/>
                </a:solidFill>
              </a:rPr>
              <a:t>Tomcat Configuration Challenges:</a:t>
            </a:r>
            <a:r>
              <a:rPr lang="en-US" dirty="0"/>
              <a:t> </a:t>
            </a:r>
          </a:p>
        </p:txBody>
      </p:sp>
      <p:sp>
        <p:nvSpPr>
          <p:cNvPr id="7" name="TextBox 6">
            <a:extLst>
              <a:ext uri="{FF2B5EF4-FFF2-40B4-BE49-F238E27FC236}">
                <a16:creationId xmlns:a16="http://schemas.microsoft.com/office/drawing/2014/main" id="{12D49084-510D-AFAF-FAE9-036645FE9F2C}"/>
              </a:ext>
            </a:extLst>
          </p:cNvPr>
          <p:cNvSpPr txBox="1"/>
          <p:nvPr/>
        </p:nvSpPr>
        <p:spPr>
          <a:xfrm>
            <a:off x="311699" y="1585657"/>
            <a:ext cx="7636825" cy="1200329"/>
          </a:xfrm>
          <a:prstGeom prst="rect">
            <a:avLst/>
          </a:prstGeom>
          <a:noFill/>
        </p:spPr>
        <p:txBody>
          <a:bodyPr wrap="square">
            <a:spAutoFit/>
          </a:bodyPr>
          <a:lstStyle/>
          <a:p>
            <a:pPr marL="285750" indent="-285750" algn="just">
              <a:buClr>
                <a:srgbClr val="48FFD5"/>
              </a:buClr>
              <a:buSzPct val="150000"/>
              <a:buFont typeface="Arial" panose="020B0604020202020204" pitchFamily="34" charset="0"/>
              <a:buChar char="•"/>
            </a:pPr>
            <a:r>
              <a:rPr lang="en-US" sz="1800" dirty="0">
                <a:solidFill>
                  <a:schemeClr val="bg1"/>
                </a:solidFill>
              </a:rPr>
              <a:t>Tomcat is considered challenging to configure compared to other servlet and JSP engines.</a:t>
            </a:r>
          </a:p>
          <a:p>
            <a:pPr marL="285750" indent="-285750" algn="just">
              <a:buClr>
                <a:srgbClr val="48FFD5"/>
              </a:buClr>
              <a:buSzPct val="150000"/>
              <a:buFont typeface="Arial" panose="020B0604020202020204" pitchFamily="34" charset="0"/>
              <a:buChar char="•"/>
            </a:pPr>
            <a:r>
              <a:rPr lang="en-US" sz="1800" dirty="0">
                <a:solidFill>
                  <a:schemeClr val="bg1"/>
                </a:solidFill>
              </a:rPr>
              <a:t>It has frequent releases with significant changes to setup and configuration instructions.</a:t>
            </a:r>
          </a:p>
        </p:txBody>
      </p:sp>
      <p:sp>
        <p:nvSpPr>
          <p:cNvPr id="8" name="TextBox 7">
            <a:extLst>
              <a:ext uri="{FF2B5EF4-FFF2-40B4-BE49-F238E27FC236}">
                <a16:creationId xmlns:a16="http://schemas.microsoft.com/office/drawing/2014/main" id="{0AFCD3A5-5041-4E0F-CE31-8D109C29E54A}"/>
              </a:ext>
            </a:extLst>
          </p:cNvPr>
          <p:cNvSpPr txBox="1"/>
          <p:nvPr/>
        </p:nvSpPr>
        <p:spPr>
          <a:xfrm>
            <a:off x="311700" y="3003946"/>
            <a:ext cx="5238200" cy="400110"/>
          </a:xfrm>
          <a:prstGeom prst="rect">
            <a:avLst/>
          </a:prstGeom>
          <a:noFill/>
        </p:spPr>
        <p:txBody>
          <a:bodyPr wrap="square">
            <a:spAutoFit/>
          </a:bodyPr>
          <a:lstStyle/>
          <a:p>
            <a:pPr marL="342900" indent="-342900">
              <a:buClr>
                <a:srgbClr val="48FFD5"/>
              </a:buClr>
              <a:buSzPct val="120000"/>
              <a:buFont typeface="Wingdings" panose="05000000000000000000" pitchFamily="2" charset="2"/>
              <a:buChar char="Ø"/>
            </a:pPr>
            <a:r>
              <a:rPr lang="en-US" sz="2000" b="1" dirty="0">
                <a:solidFill>
                  <a:schemeClr val="bg1"/>
                </a:solidFill>
              </a:rPr>
              <a:t>Configuration Web Page:</a:t>
            </a:r>
            <a:r>
              <a:rPr lang="en-US" sz="2000" dirty="0">
                <a:solidFill>
                  <a:schemeClr val="bg1"/>
                </a:solidFill>
              </a:rPr>
              <a:t> </a:t>
            </a:r>
            <a:endParaRPr lang="en-US" sz="1100" dirty="0">
              <a:solidFill>
                <a:schemeClr val="bg1"/>
              </a:solidFill>
            </a:endParaRPr>
          </a:p>
        </p:txBody>
      </p:sp>
      <p:sp>
        <p:nvSpPr>
          <p:cNvPr id="9" name="TextBox 8">
            <a:extLst>
              <a:ext uri="{FF2B5EF4-FFF2-40B4-BE49-F238E27FC236}">
                <a16:creationId xmlns:a16="http://schemas.microsoft.com/office/drawing/2014/main" id="{121E9399-9FB3-6501-C3FB-8013F6E804EE}"/>
              </a:ext>
            </a:extLst>
          </p:cNvPr>
          <p:cNvSpPr txBox="1"/>
          <p:nvPr/>
        </p:nvSpPr>
        <p:spPr>
          <a:xfrm>
            <a:off x="311699" y="3298293"/>
            <a:ext cx="7636825" cy="1200329"/>
          </a:xfrm>
          <a:prstGeom prst="rect">
            <a:avLst/>
          </a:prstGeom>
          <a:noFill/>
        </p:spPr>
        <p:txBody>
          <a:bodyPr wrap="square">
            <a:spAutoFit/>
          </a:bodyPr>
          <a:lstStyle/>
          <a:p>
            <a:pPr marL="285750" indent="-285750" algn="just">
              <a:buClr>
                <a:srgbClr val="48FFD5"/>
              </a:buClr>
              <a:buSzPct val="150000"/>
              <a:buFont typeface="Arial" panose="020B0604020202020204" pitchFamily="34" charset="0"/>
              <a:buChar char="•"/>
            </a:pPr>
            <a:r>
              <a:rPr lang="en-US" sz="1800" dirty="0">
                <a:solidFill>
                  <a:schemeClr val="bg1"/>
                </a:solidFill>
              </a:rPr>
              <a:t>A dedicated web page at http://www.coreservlets.com/ is maintained for installing and configuring Tomcat.</a:t>
            </a:r>
          </a:p>
          <a:p>
            <a:pPr marL="285750" indent="-285750" algn="just">
              <a:buClr>
                <a:srgbClr val="48FFD5"/>
              </a:buClr>
              <a:buSzPct val="150000"/>
              <a:buFont typeface="Arial" panose="020B0604020202020204" pitchFamily="34" charset="0"/>
              <a:buChar char="•"/>
            </a:pPr>
            <a:r>
              <a:rPr lang="en-US" sz="1800" dirty="0">
                <a:solidFill>
                  <a:schemeClr val="bg1"/>
                </a:solidFill>
              </a:rPr>
              <a:t>For versions later than 4.1.24, users are advised to refer to the mentioned website for up-to-date configuration details.</a:t>
            </a:r>
            <a:endParaRPr lang="en-US" dirty="0">
              <a:solidFill>
                <a:schemeClr val="bg1"/>
              </a:solidFill>
            </a:endParaRPr>
          </a:p>
        </p:txBody>
      </p:sp>
      <p:sp>
        <p:nvSpPr>
          <p:cNvPr id="10" name="Google Shape;379;p27">
            <a:extLst>
              <a:ext uri="{FF2B5EF4-FFF2-40B4-BE49-F238E27FC236}">
                <a16:creationId xmlns:a16="http://schemas.microsoft.com/office/drawing/2014/main" id="{2C8924C4-EA19-011A-D9D8-25723EE7362A}"/>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1" name="Google Shape;391;p27">
            <a:extLst>
              <a:ext uri="{FF2B5EF4-FFF2-40B4-BE49-F238E27FC236}">
                <a16:creationId xmlns:a16="http://schemas.microsoft.com/office/drawing/2014/main" id="{4439EA78-EF93-57B9-5713-AA6B6D2509FD}"/>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2" name="Google Shape;392;p27">
            <a:extLst>
              <a:ext uri="{FF2B5EF4-FFF2-40B4-BE49-F238E27FC236}">
                <a16:creationId xmlns:a16="http://schemas.microsoft.com/office/drawing/2014/main" id="{69C377B5-C30C-30E7-5768-512B96346CEB}"/>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3" name="Google Shape;391;p27">
            <a:extLst>
              <a:ext uri="{FF2B5EF4-FFF2-40B4-BE49-F238E27FC236}">
                <a16:creationId xmlns:a16="http://schemas.microsoft.com/office/drawing/2014/main" id="{F56198C4-DF9F-3145-5368-113EA74F7211}"/>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4" name="Google Shape;392;p27">
            <a:extLst>
              <a:ext uri="{FF2B5EF4-FFF2-40B4-BE49-F238E27FC236}">
                <a16:creationId xmlns:a16="http://schemas.microsoft.com/office/drawing/2014/main" id="{F5CA8245-B5C7-B7C4-24B4-1604C96CC3A3}"/>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solidFill>
              <a:srgbClr val="48FFD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nvGrpSpPr>
          <p:cNvPr id="15" name="Group 14">
            <a:extLst>
              <a:ext uri="{FF2B5EF4-FFF2-40B4-BE49-F238E27FC236}">
                <a16:creationId xmlns:a16="http://schemas.microsoft.com/office/drawing/2014/main" id="{CEF062AB-086B-73AD-96AC-BEC4970D4F31}"/>
              </a:ext>
            </a:extLst>
          </p:cNvPr>
          <p:cNvGrpSpPr/>
          <p:nvPr/>
        </p:nvGrpSpPr>
        <p:grpSpPr>
          <a:xfrm>
            <a:off x="7948524" y="-86376"/>
            <a:ext cx="1373867" cy="1113719"/>
            <a:chOff x="7974780" y="-76707"/>
            <a:chExt cx="1373867" cy="1113719"/>
          </a:xfrm>
        </p:grpSpPr>
        <p:sp>
          <p:nvSpPr>
            <p:cNvPr id="16" name="Google Shape;378;p27">
              <a:extLst>
                <a:ext uri="{FF2B5EF4-FFF2-40B4-BE49-F238E27FC236}">
                  <a16:creationId xmlns:a16="http://schemas.microsoft.com/office/drawing/2014/main" id="{BEB70C71-950B-4C35-1468-5A98F1C899CB}"/>
                </a:ext>
              </a:extLst>
            </p:cNvPr>
            <p:cNvSpPr/>
            <p:nvPr/>
          </p:nvSpPr>
          <p:spPr>
            <a:xfrm>
              <a:off x="7974780" y="-76707"/>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0;p27">
              <a:extLst>
                <a:ext uri="{FF2B5EF4-FFF2-40B4-BE49-F238E27FC236}">
                  <a16:creationId xmlns:a16="http://schemas.microsoft.com/office/drawing/2014/main" id="{9604A949-701E-5527-C456-A8BB6A0FEC87}"/>
                </a:ext>
              </a:extLst>
            </p:cNvPr>
            <p:cNvSpPr/>
            <p:nvPr/>
          </p:nvSpPr>
          <p:spPr>
            <a:xfrm>
              <a:off x="8242911" y="14328"/>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88559985"/>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3470F-7A96-1863-D0DD-20E858F3F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AAB39-EA0D-7861-A3D1-EA0D5B05A2E3}"/>
              </a:ext>
            </a:extLst>
          </p:cNvPr>
          <p:cNvSpPr>
            <a:spLocks noGrp="1"/>
          </p:cNvSpPr>
          <p:nvPr>
            <p:ph type="ctrTitle"/>
          </p:nvPr>
        </p:nvSpPr>
        <p:spPr>
          <a:xfrm>
            <a:off x="311699" y="116304"/>
            <a:ext cx="8520600" cy="606600"/>
          </a:xfrm>
        </p:spPr>
        <p:txBody>
          <a:bodyPr/>
          <a:lstStyle/>
          <a:p>
            <a:r>
              <a:rPr lang="en-US" dirty="0"/>
              <a:t>CONFIGURATION STEPS </a:t>
            </a:r>
          </a:p>
        </p:txBody>
      </p:sp>
      <p:cxnSp>
        <p:nvCxnSpPr>
          <p:cNvPr id="3" name="Google Shape;458;p29">
            <a:extLst>
              <a:ext uri="{FF2B5EF4-FFF2-40B4-BE49-F238E27FC236}">
                <a16:creationId xmlns:a16="http://schemas.microsoft.com/office/drawing/2014/main" id="{55A13B44-8A67-E64A-CAFB-0B06631F2503}"/>
              </a:ext>
            </a:extLst>
          </p:cNvPr>
          <p:cNvCxnSpPr>
            <a:cxnSpLocks/>
          </p:cNvCxnSpPr>
          <p:nvPr/>
        </p:nvCxnSpPr>
        <p:spPr>
          <a:xfrm>
            <a:off x="1747086" y="623457"/>
            <a:ext cx="5649825" cy="0"/>
          </a:xfrm>
          <a:prstGeom prst="straightConnector1">
            <a:avLst/>
          </a:prstGeom>
          <a:noFill/>
          <a:ln w="9525" cap="flat" cmpd="sng">
            <a:solidFill>
              <a:srgbClr val="48FFD5"/>
            </a:solidFill>
            <a:prstDash val="solid"/>
            <a:round/>
            <a:headEnd type="none" w="med" len="med"/>
            <a:tailEnd type="none" w="med" len="med"/>
          </a:ln>
        </p:spPr>
      </p:cxnSp>
      <p:sp>
        <p:nvSpPr>
          <p:cNvPr id="10" name="TextBox 9">
            <a:extLst>
              <a:ext uri="{FF2B5EF4-FFF2-40B4-BE49-F238E27FC236}">
                <a16:creationId xmlns:a16="http://schemas.microsoft.com/office/drawing/2014/main" id="{83CE18CE-EBE9-CEAB-3F56-3ACA194DECF4}"/>
              </a:ext>
            </a:extLst>
          </p:cNvPr>
          <p:cNvSpPr txBox="1"/>
          <p:nvPr/>
        </p:nvSpPr>
        <p:spPr>
          <a:xfrm>
            <a:off x="311699" y="722904"/>
            <a:ext cx="8679900" cy="4031873"/>
          </a:xfrm>
          <a:prstGeom prst="rect">
            <a:avLst/>
          </a:prstGeom>
          <a:noFill/>
        </p:spPr>
        <p:txBody>
          <a:bodyPr wrap="square">
            <a:spAutoFit/>
          </a:bodyPr>
          <a:lstStyle/>
          <a:p>
            <a:pPr marL="342900" indent="-342900" algn="just">
              <a:buClr>
                <a:srgbClr val="48FFD5"/>
              </a:buClr>
              <a:buSzPct val="100000"/>
              <a:buFont typeface="+mj-lt"/>
              <a:buAutoNum type="arabicPeriod"/>
            </a:pPr>
            <a:r>
              <a:rPr lang="en-US" sz="1600" b="1" dirty="0">
                <a:solidFill>
                  <a:srgbClr val="48FFD5"/>
                </a:solidFill>
              </a:rPr>
              <a:t>Setting the JAVA_HOME variable: </a:t>
            </a:r>
            <a:r>
              <a:rPr lang="en-US" sz="1600" dirty="0">
                <a:solidFill>
                  <a:schemeClr val="bg1"/>
                </a:solidFill>
              </a:rPr>
              <a:t>Set this variable to list the base SDK installation directory.</a:t>
            </a:r>
          </a:p>
          <a:p>
            <a:pPr marL="342900" indent="-342900" algn="just">
              <a:buClr>
                <a:srgbClr val="48FFD5"/>
              </a:buClr>
              <a:buSzPct val="100000"/>
              <a:buFont typeface="+mj-lt"/>
              <a:buAutoNum type="arabicPeriod"/>
            </a:pPr>
            <a:r>
              <a:rPr lang="en-US" sz="1600" b="1" dirty="0">
                <a:solidFill>
                  <a:srgbClr val="48FFD5"/>
                </a:solidFill>
              </a:rPr>
              <a:t>Specifying the server port: </a:t>
            </a:r>
            <a:r>
              <a:rPr lang="en-US" sz="1600" dirty="0">
                <a:solidFill>
                  <a:schemeClr val="bg1"/>
                </a:solidFill>
              </a:rPr>
              <a:t>Edit </a:t>
            </a:r>
            <a:r>
              <a:rPr lang="en-US" sz="1600" dirty="0" err="1">
                <a:solidFill>
                  <a:schemeClr val="bg1"/>
                </a:solidFill>
              </a:rPr>
              <a:t>install_dir</a:t>
            </a:r>
            <a:r>
              <a:rPr lang="en-US" sz="1600" dirty="0">
                <a:solidFill>
                  <a:schemeClr val="bg1"/>
                </a:solidFill>
              </a:rPr>
              <a:t>/conf/server.xml and change the value of the port attribute of the Connector element from 8080 to 80.</a:t>
            </a:r>
          </a:p>
          <a:p>
            <a:pPr marL="342900" indent="-342900" algn="just">
              <a:buClr>
                <a:srgbClr val="48FFD5"/>
              </a:buClr>
              <a:buSzPct val="100000"/>
              <a:buFont typeface="+mj-lt"/>
              <a:buAutoNum type="arabicPeriod"/>
            </a:pPr>
            <a:r>
              <a:rPr lang="en-US" sz="1600" b="1" dirty="0">
                <a:solidFill>
                  <a:srgbClr val="48FFD5"/>
                </a:solidFill>
              </a:rPr>
              <a:t>Enabling servlet reloading: </a:t>
            </a:r>
            <a:r>
              <a:rPr lang="en-US" sz="1600" dirty="0">
                <a:solidFill>
                  <a:schemeClr val="bg1"/>
                </a:solidFill>
              </a:rPr>
              <a:t>Add a </a:t>
            </a:r>
            <a:r>
              <a:rPr lang="en-US" sz="1600" dirty="0" err="1">
                <a:solidFill>
                  <a:schemeClr val="bg1"/>
                </a:solidFill>
              </a:rPr>
              <a:t>DefaultContext</a:t>
            </a:r>
            <a:r>
              <a:rPr lang="en-US" sz="1600" dirty="0">
                <a:solidFill>
                  <a:schemeClr val="bg1"/>
                </a:solidFill>
              </a:rPr>
              <a:t> element to </a:t>
            </a:r>
            <a:r>
              <a:rPr lang="en-US" sz="1600" dirty="0" err="1">
                <a:solidFill>
                  <a:schemeClr val="bg1"/>
                </a:solidFill>
              </a:rPr>
              <a:t>install_dir</a:t>
            </a:r>
            <a:r>
              <a:rPr lang="en-US" sz="1600" dirty="0">
                <a:solidFill>
                  <a:schemeClr val="bg1"/>
                </a:solidFill>
              </a:rPr>
              <a:t>/conf/server.xml to tell Tomcat to reload servlets that have been loaded into the server’s memory but whose class files have changed on disk since they were loaded. </a:t>
            </a:r>
          </a:p>
          <a:p>
            <a:pPr marL="342900" indent="-342900" algn="just">
              <a:buClr>
                <a:srgbClr val="48FFD5"/>
              </a:buClr>
              <a:buSzPct val="100000"/>
              <a:buFont typeface="+mj-lt"/>
              <a:buAutoNum type="arabicPeriod"/>
            </a:pPr>
            <a:r>
              <a:rPr lang="en-US" sz="1600" b="1" dirty="0">
                <a:solidFill>
                  <a:srgbClr val="48FFD5"/>
                </a:solidFill>
              </a:rPr>
              <a:t>Enabling the ROOT context:</a:t>
            </a:r>
            <a:r>
              <a:rPr lang="en-US" sz="1600" dirty="0">
                <a:solidFill>
                  <a:schemeClr val="bg1"/>
                </a:solidFill>
              </a:rPr>
              <a:t> To enable the default Web application, uncomment the following line in </a:t>
            </a:r>
            <a:r>
              <a:rPr lang="en-US" sz="1600" dirty="0" err="1">
                <a:solidFill>
                  <a:schemeClr val="bg1"/>
                </a:solidFill>
              </a:rPr>
              <a:t>install_dir</a:t>
            </a:r>
            <a:r>
              <a:rPr lang="en-US" sz="1600" dirty="0">
                <a:solidFill>
                  <a:schemeClr val="bg1"/>
                </a:solidFill>
              </a:rPr>
              <a:t>/conf/server.xml.</a:t>
            </a:r>
          </a:p>
          <a:p>
            <a:pPr marL="342900" indent="-342900" algn="just">
              <a:buClr>
                <a:srgbClr val="48FFD5"/>
              </a:buClr>
              <a:buSzPct val="100000"/>
              <a:buFont typeface="+mj-lt"/>
              <a:buAutoNum type="arabicPeriod"/>
            </a:pPr>
            <a:r>
              <a:rPr lang="en-US" sz="1600" b="1" dirty="0">
                <a:solidFill>
                  <a:schemeClr val="bg1"/>
                </a:solidFill>
              </a:rPr>
              <a:t>Turning on the invoker servlet:</a:t>
            </a:r>
            <a:r>
              <a:rPr lang="en-US" sz="1600" dirty="0">
                <a:solidFill>
                  <a:schemeClr val="bg1"/>
                </a:solidFill>
              </a:rPr>
              <a:t> To permit you to run servlets without making changes to your web.xml file, some versions of Tomcat require you to uncomment the /servlet/* servlet-mapping element in </a:t>
            </a:r>
            <a:r>
              <a:rPr lang="en-US" sz="1600" dirty="0" err="1">
                <a:solidFill>
                  <a:schemeClr val="bg1"/>
                </a:solidFill>
              </a:rPr>
              <a:t>install_dir</a:t>
            </a:r>
            <a:r>
              <a:rPr lang="en-US" sz="1600" dirty="0">
                <a:solidFill>
                  <a:schemeClr val="bg1"/>
                </a:solidFill>
              </a:rPr>
              <a:t>/conf/web.xml.</a:t>
            </a:r>
          </a:p>
          <a:p>
            <a:pPr marL="342900" indent="-342900" algn="just">
              <a:buClr>
                <a:srgbClr val="48FFD5"/>
              </a:buClr>
              <a:buSzPct val="100000"/>
              <a:buFont typeface="+mj-lt"/>
              <a:buAutoNum type="arabicPeriod"/>
            </a:pPr>
            <a:r>
              <a:rPr lang="en-US" sz="1600" b="1" dirty="0">
                <a:solidFill>
                  <a:srgbClr val="48FFD5"/>
                </a:solidFill>
              </a:rPr>
              <a:t>Increasing DOS memory limits:</a:t>
            </a:r>
            <a:r>
              <a:rPr lang="en-US" sz="1600" b="1" dirty="0">
                <a:solidFill>
                  <a:schemeClr val="bg1"/>
                </a:solidFill>
              </a:rPr>
              <a:t> </a:t>
            </a:r>
            <a:r>
              <a:rPr lang="en-US" sz="1600" dirty="0">
                <a:solidFill>
                  <a:schemeClr val="bg1"/>
                </a:solidFill>
              </a:rPr>
              <a:t>On older Windows versions, tell the operating system to reserve more space for environment variables.</a:t>
            </a:r>
          </a:p>
          <a:p>
            <a:pPr marL="342900" indent="-342900" algn="just">
              <a:buClr>
                <a:srgbClr val="48FFD5"/>
              </a:buClr>
              <a:buSzPct val="100000"/>
              <a:buFont typeface="+mj-lt"/>
              <a:buAutoNum type="arabicPeriod"/>
            </a:pPr>
            <a:r>
              <a:rPr lang="en-US" sz="1600" b="1" dirty="0">
                <a:solidFill>
                  <a:srgbClr val="48FFD5"/>
                </a:solidFill>
              </a:rPr>
              <a:t>Setting CATALINA_HOME:</a:t>
            </a:r>
            <a:r>
              <a:rPr lang="en-US" sz="1600" dirty="0">
                <a:solidFill>
                  <a:schemeClr val="bg1"/>
                </a:solidFill>
              </a:rPr>
              <a:t> Optionally, set the CATALINA_HOME environment variable to refer to the base Tomcat installation directory. </a:t>
            </a:r>
            <a:endParaRPr lang="en-US" sz="1200" dirty="0">
              <a:solidFill>
                <a:schemeClr val="bg1"/>
              </a:solidFill>
            </a:endParaRPr>
          </a:p>
        </p:txBody>
      </p:sp>
      <p:sp>
        <p:nvSpPr>
          <p:cNvPr id="11" name="Google Shape;379;p27">
            <a:extLst>
              <a:ext uri="{FF2B5EF4-FFF2-40B4-BE49-F238E27FC236}">
                <a16:creationId xmlns:a16="http://schemas.microsoft.com/office/drawing/2014/main" id="{1E83D3F0-635D-58A2-F8BF-EA8634FB4619}"/>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nvGrpSpPr>
          <p:cNvPr id="20" name="Group 19">
            <a:extLst>
              <a:ext uri="{FF2B5EF4-FFF2-40B4-BE49-F238E27FC236}">
                <a16:creationId xmlns:a16="http://schemas.microsoft.com/office/drawing/2014/main" id="{B65C5ED9-6555-F23E-B901-EB34782278D6}"/>
              </a:ext>
            </a:extLst>
          </p:cNvPr>
          <p:cNvGrpSpPr/>
          <p:nvPr/>
        </p:nvGrpSpPr>
        <p:grpSpPr>
          <a:xfrm>
            <a:off x="8145364" y="-263176"/>
            <a:ext cx="1373867" cy="1113719"/>
            <a:chOff x="7974780" y="-76707"/>
            <a:chExt cx="1373867" cy="1113719"/>
          </a:xfrm>
        </p:grpSpPr>
        <p:sp>
          <p:nvSpPr>
            <p:cNvPr id="13" name="Google Shape;378;p27">
              <a:extLst>
                <a:ext uri="{FF2B5EF4-FFF2-40B4-BE49-F238E27FC236}">
                  <a16:creationId xmlns:a16="http://schemas.microsoft.com/office/drawing/2014/main" id="{3C17F1C0-DE50-4B29-6081-271799A47891}"/>
                </a:ext>
              </a:extLst>
            </p:cNvPr>
            <p:cNvSpPr/>
            <p:nvPr/>
          </p:nvSpPr>
          <p:spPr>
            <a:xfrm>
              <a:off x="7974780" y="-76707"/>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0;p27">
              <a:extLst>
                <a:ext uri="{FF2B5EF4-FFF2-40B4-BE49-F238E27FC236}">
                  <a16:creationId xmlns:a16="http://schemas.microsoft.com/office/drawing/2014/main" id="{EF8A089A-97E1-3057-4849-7A27F6825B46}"/>
                </a:ext>
              </a:extLst>
            </p:cNvPr>
            <p:cNvSpPr/>
            <p:nvPr/>
          </p:nvSpPr>
          <p:spPr>
            <a:xfrm>
              <a:off x="8242911" y="14328"/>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391;p27">
            <a:extLst>
              <a:ext uri="{FF2B5EF4-FFF2-40B4-BE49-F238E27FC236}">
                <a16:creationId xmlns:a16="http://schemas.microsoft.com/office/drawing/2014/main" id="{DEE98DFD-7EBB-F4B9-6833-D5F99300C657}"/>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6" name="Google Shape;392;p27">
            <a:extLst>
              <a:ext uri="{FF2B5EF4-FFF2-40B4-BE49-F238E27FC236}">
                <a16:creationId xmlns:a16="http://schemas.microsoft.com/office/drawing/2014/main" id="{BFC01468-289C-DF27-1E4C-18956BF89E9A}"/>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8" name="Google Shape;391;p27">
            <a:extLst>
              <a:ext uri="{FF2B5EF4-FFF2-40B4-BE49-F238E27FC236}">
                <a16:creationId xmlns:a16="http://schemas.microsoft.com/office/drawing/2014/main" id="{B36C7EB0-1E9A-CAC3-76C8-E1081449A980}"/>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9" name="Google Shape;392;p27">
            <a:extLst>
              <a:ext uri="{FF2B5EF4-FFF2-40B4-BE49-F238E27FC236}">
                <a16:creationId xmlns:a16="http://schemas.microsoft.com/office/drawing/2014/main" id="{7F60230C-B979-1AF8-9054-17ADD2BC77CA}"/>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solidFill>
              <a:srgbClr val="48FFD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Tree>
    <p:extLst>
      <p:ext uri="{BB962C8B-B14F-4D97-AF65-F5344CB8AC3E}">
        <p14:creationId xmlns:p14="http://schemas.microsoft.com/office/powerpoint/2010/main" val="1590683021"/>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4D11-0E10-F4CF-4A9E-50B8DBD4B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D2B1F-3EE0-E630-DEFA-37837E5B99FD}"/>
              </a:ext>
            </a:extLst>
          </p:cNvPr>
          <p:cNvSpPr>
            <a:spLocks noGrp="1"/>
          </p:cNvSpPr>
          <p:nvPr>
            <p:ph type="ctrTitle"/>
          </p:nvPr>
        </p:nvSpPr>
        <p:spPr>
          <a:xfrm>
            <a:off x="311700" y="466750"/>
            <a:ext cx="8520600" cy="606600"/>
          </a:xfrm>
        </p:spPr>
        <p:txBody>
          <a:bodyPr/>
          <a:lstStyle/>
          <a:p>
            <a:r>
              <a:rPr lang="en-US" dirty="0"/>
              <a:t>2. Configuring Macromedia </a:t>
            </a:r>
            <a:r>
              <a:rPr lang="en-US" dirty="0" err="1"/>
              <a:t>JRun</a:t>
            </a:r>
            <a:endParaRPr lang="en-US" dirty="0"/>
          </a:p>
        </p:txBody>
      </p:sp>
      <p:cxnSp>
        <p:nvCxnSpPr>
          <p:cNvPr id="3" name="Google Shape;458;p29">
            <a:extLst>
              <a:ext uri="{FF2B5EF4-FFF2-40B4-BE49-F238E27FC236}">
                <a16:creationId xmlns:a16="http://schemas.microsoft.com/office/drawing/2014/main" id="{6F6034C6-D806-4C0C-FF24-4FC7E9B47700}"/>
              </a:ext>
            </a:extLst>
          </p:cNvPr>
          <p:cNvCxnSpPr>
            <a:cxnSpLocks/>
          </p:cNvCxnSpPr>
          <p:nvPr/>
        </p:nvCxnSpPr>
        <p:spPr>
          <a:xfrm>
            <a:off x="1195475" y="979057"/>
            <a:ext cx="6753050" cy="0"/>
          </a:xfrm>
          <a:prstGeom prst="straightConnector1">
            <a:avLst/>
          </a:prstGeom>
          <a:noFill/>
          <a:ln w="9525" cap="flat" cmpd="sng">
            <a:solidFill>
              <a:srgbClr val="48FFD5"/>
            </a:solidFill>
            <a:prstDash val="solid"/>
            <a:round/>
            <a:headEnd type="none" w="med" len="med"/>
            <a:tailEnd type="none" w="med" len="med"/>
          </a:ln>
        </p:spPr>
      </p:cxnSp>
      <p:sp>
        <p:nvSpPr>
          <p:cNvPr id="7" name="TextBox 6">
            <a:extLst>
              <a:ext uri="{FF2B5EF4-FFF2-40B4-BE49-F238E27FC236}">
                <a16:creationId xmlns:a16="http://schemas.microsoft.com/office/drawing/2014/main" id="{CD3328A9-954C-A785-843B-41BD795C8671}"/>
              </a:ext>
            </a:extLst>
          </p:cNvPr>
          <p:cNvSpPr txBox="1"/>
          <p:nvPr/>
        </p:nvSpPr>
        <p:spPr>
          <a:xfrm>
            <a:off x="311698" y="1487039"/>
            <a:ext cx="7803602" cy="1323439"/>
          </a:xfrm>
          <a:prstGeom prst="rect">
            <a:avLst/>
          </a:prstGeom>
          <a:noFill/>
        </p:spPr>
        <p:txBody>
          <a:bodyPr wrap="square">
            <a:spAutoFit/>
          </a:bodyPr>
          <a:lstStyle/>
          <a:p>
            <a:pPr marL="285750" indent="-285750" algn="just">
              <a:buClr>
                <a:srgbClr val="48FFD5"/>
              </a:buClr>
              <a:buSzPct val="150000"/>
              <a:buFont typeface="Arial" panose="020B0604020202020204" pitchFamily="34" charset="0"/>
              <a:buChar char="•"/>
            </a:pPr>
            <a:r>
              <a:rPr lang="en-US" sz="2000" dirty="0">
                <a:solidFill>
                  <a:schemeClr val="bg1"/>
                </a:solidFill>
              </a:rPr>
              <a:t>Macromedia </a:t>
            </a:r>
            <a:r>
              <a:rPr lang="en-US" sz="2000" dirty="0" err="1">
                <a:solidFill>
                  <a:schemeClr val="bg1"/>
                </a:solidFill>
              </a:rPr>
              <a:t>JRun</a:t>
            </a:r>
            <a:r>
              <a:rPr lang="en-US" sz="2000" dirty="0">
                <a:solidFill>
                  <a:schemeClr val="bg1"/>
                </a:solidFill>
              </a:rPr>
              <a:t> is a Java application server, currently part of Adobe, specifically designed for deploying Java-based web applications. It offers a free development version to facilitate the creation, testing, and debugging of Java applications. </a:t>
            </a:r>
          </a:p>
        </p:txBody>
      </p:sp>
      <p:sp>
        <p:nvSpPr>
          <p:cNvPr id="8" name="TextBox 7">
            <a:extLst>
              <a:ext uri="{FF2B5EF4-FFF2-40B4-BE49-F238E27FC236}">
                <a16:creationId xmlns:a16="http://schemas.microsoft.com/office/drawing/2014/main" id="{7607A4CE-CD8D-ACBD-2172-0F30080E05AA}"/>
              </a:ext>
            </a:extLst>
          </p:cNvPr>
          <p:cNvSpPr txBox="1"/>
          <p:nvPr/>
        </p:nvSpPr>
        <p:spPr>
          <a:xfrm>
            <a:off x="311700" y="3003946"/>
            <a:ext cx="5238200" cy="400110"/>
          </a:xfrm>
          <a:prstGeom prst="rect">
            <a:avLst/>
          </a:prstGeom>
          <a:noFill/>
        </p:spPr>
        <p:txBody>
          <a:bodyPr wrap="square">
            <a:spAutoFit/>
          </a:bodyPr>
          <a:lstStyle/>
          <a:p>
            <a:pPr marL="342900" indent="-342900">
              <a:buClr>
                <a:srgbClr val="48FFD5"/>
              </a:buClr>
              <a:buSzPct val="120000"/>
              <a:buFont typeface="Wingdings" panose="05000000000000000000" pitchFamily="2" charset="2"/>
              <a:buChar char="Ø"/>
            </a:pPr>
            <a:r>
              <a:rPr lang="en-US" sz="2000" b="1" dirty="0">
                <a:solidFill>
                  <a:schemeClr val="bg1"/>
                </a:solidFill>
              </a:rPr>
              <a:t>Here we will discuss:</a:t>
            </a:r>
            <a:r>
              <a:rPr lang="en-US" sz="2000" dirty="0">
                <a:solidFill>
                  <a:schemeClr val="bg1"/>
                </a:solidFill>
              </a:rPr>
              <a:t> </a:t>
            </a:r>
            <a:endParaRPr lang="en-US" sz="1100" dirty="0">
              <a:solidFill>
                <a:schemeClr val="bg1"/>
              </a:solidFill>
            </a:endParaRPr>
          </a:p>
        </p:txBody>
      </p:sp>
      <p:sp>
        <p:nvSpPr>
          <p:cNvPr id="9" name="TextBox 8">
            <a:extLst>
              <a:ext uri="{FF2B5EF4-FFF2-40B4-BE49-F238E27FC236}">
                <a16:creationId xmlns:a16="http://schemas.microsoft.com/office/drawing/2014/main" id="{969652F6-9F69-0616-CDAC-A6C2DC98F4AD}"/>
              </a:ext>
            </a:extLst>
          </p:cNvPr>
          <p:cNvSpPr txBox="1"/>
          <p:nvPr/>
        </p:nvSpPr>
        <p:spPr>
          <a:xfrm>
            <a:off x="478475" y="3400102"/>
            <a:ext cx="7636825" cy="830997"/>
          </a:xfrm>
          <a:prstGeom prst="rect">
            <a:avLst/>
          </a:prstGeom>
          <a:noFill/>
        </p:spPr>
        <p:txBody>
          <a:bodyPr wrap="square">
            <a:spAutoFit/>
          </a:bodyPr>
          <a:lstStyle/>
          <a:p>
            <a:pPr marL="285750" indent="-285750" algn="just">
              <a:buClr>
                <a:srgbClr val="48FFD5"/>
              </a:buClr>
              <a:buSzPct val="150000"/>
              <a:buFont typeface="Arial" panose="020B0604020202020204" pitchFamily="34" charset="0"/>
              <a:buChar char="•"/>
            </a:pPr>
            <a:r>
              <a:rPr lang="en-US" sz="2400" dirty="0">
                <a:solidFill>
                  <a:schemeClr val="bg1"/>
                </a:solidFill>
              </a:rPr>
              <a:t>Installation</a:t>
            </a:r>
          </a:p>
          <a:p>
            <a:pPr marL="285750" indent="-285750" algn="just">
              <a:buClr>
                <a:srgbClr val="48FFD5"/>
              </a:buClr>
              <a:buSzPct val="150000"/>
              <a:buFont typeface="Arial" panose="020B0604020202020204" pitchFamily="34" charset="0"/>
              <a:buChar char="•"/>
            </a:pPr>
            <a:r>
              <a:rPr lang="en-US" sz="2400" dirty="0">
                <a:solidFill>
                  <a:schemeClr val="bg1"/>
                </a:solidFill>
              </a:rPr>
              <a:t>Configuration</a:t>
            </a:r>
            <a:endParaRPr lang="en-US" dirty="0">
              <a:solidFill>
                <a:schemeClr val="bg1"/>
              </a:solidFill>
            </a:endParaRPr>
          </a:p>
        </p:txBody>
      </p:sp>
      <p:sp>
        <p:nvSpPr>
          <p:cNvPr id="10" name="Google Shape;379;p27">
            <a:extLst>
              <a:ext uri="{FF2B5EF4-FFF2-40B4-BE49-F238E27FC236}">
                <a16:creationId xmlns:a16="http://schemas.microsoft.com/office/drawing/2014/main" id="{7E0CD083-2FF8-BDB6-711B-39B334FB6B88}"/>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1" name="Google Shape;391;p27">
            <a:extLst>
              <a:ext uri="{FF2B5EF4-FFF2-40B4-BE49-F238E27FC236}">
                <a16:creationId xmlns:a16="http://schemas.microsoft.com/office/drawing/2014/main" id="{9D7C7FC9-2C5A-0424-8AF0-5EC0A8A1E973}"/>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2" name="Google Shape;392;p27">
            <a:extLst>
              <a:ext uri="{FF2B5EF4-FFF2-40B4-BE49-F238E27FC236}">
                <a16:creationId xmlns:a16="http://schemas.microsoft.com/office/drawing/2014/main" id="{2C406733-7DC8-32BF-0C8B-14C23A76569B}"/>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3" name="Google Shape;391;p27">
            <a:extLst>
              <a:ext uri="{FF2B5EF4-FFF2-40B4-BE49-F238E27FC236}">
                <a16:creationId xmlns:a16="http://schemas.microsoft.com/office/drawing/2014/main" id="{0AB649E5-5E65-7F42-4015-366B3D1F5DD9}"/>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4" name="Google Shape;392;p27">
            <a:extLst>
              <a:ext uri="{FF2B5EF4-FFF2-40B4-BE49-F238E27FC236}">
                <a16:creationId xmlns:a16="http://schemas.microsoft.com/office/drawing/2014/main" id="{77C7A8CB-CC48-A9D7-5CB9-B12A7E4CEE37}"/>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solidFill>
              <a:srgbClr val="48FFD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nvGrpSpPr>
          <p:cNvPr id="15" name="Group 14">
            <a:extLst>
              <a:ext uri="{FF2B5EF4-FFF2-40B4-BE49-F238E27FC236}">
                <a16:creationId xmlns:a16="http://schemas.microsoft.com/office/drawing/2014/main" id="{D2301A72-7C36-E0A1-6DB5-CB897C04FE8E}"/>
              </a:ext>
            </a:extLst>
          </p:cNvPr>
          <p:cNvGrpSpPr/>
          <p:nvPr/>
        </p:nvGrpSpPr>
        <p:grpSpPr>
          <a:xfrm>
            <a:off x="7948524" y="-86376"/>
            <a:ext cx="1373867" cy="1113719"/>
            <a:chOff x="7974780" y="-76707"/>
            <a:chExt cx="1373867" cy="1113719"/>
          </a:xfrm>
        </p:grpSpPr>
        <p:sp>
          <p:nvSpPr>
            <p:cNvPr id="16" name="Google Shape;378;p27">
              <a:extLst>
                <a:ext uri="{FF2B5EF4-FFF2-40B4-BE49-F238E27FC236}">
                  <a16:creationId xmlns:a16="http://schemas.microsoft.com/office/drawing/2014/main" id="{E5DF9B1D-31ED-E23B-D7EF-BA9A8D50A191}"/>
                </a:ext>
              </a:extLst>
            </p:cNvPr>
            <p:cNvSpPr/>
            <p:nvPr/>
          </p:nvSpPr>
          <p:spPr>
            <a:xfrm>
              <a:off x="7974780" y="-76707"/>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0;p27">
              <a:extLst>
                <a:ext uri="{FF2B5EF4-FFF2-40B4-BE49-F238E27FC236}">
                  <a16:creationId xmlns:a16="http://schemas.microsoft.com/office/drawing/2014/main" id="{47D5E774-D7E9-4323-35C1-EDCC93EC67EB}"/>
                </a:ext>
              </a:extLst>
            </p:cNvPr>
            <p:cNvSpPr/>
            <p:nvPr/>
          </p:nvSpPr>
          <p:spPr>
            <a:xfrm>
              <a:off x="8242911" y="14328"/>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90909422"/>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DA22-CD4A-04F9-24ED-4387C2315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2C0E3-3D4E-8655-7502-5A2EC9DF4E1C}"/>
              </a:ext>
            </a:extLst>
          </p:cNvPr>
          <p:cNvSpPr>
            <a:spLocks noGrp="1"/>
          </p:cNvSpPr>
          <p:nvPr>
            <p:ph type="ctrTitle"/>
          </p:nvPr>
        </p:nvSpPr>
        <p:spPr>
          <a:xfrm>
            <a:off x="311699" y="116304"/>
            <a:ext cx="8520600" cy="606600"/>
          </a:xfrm>
        </p:spPr>
        <p:txBody>
          <a:bodyPr/>
          <a:lstStyle/>
          <a:p>
            <a:r>
              <a:rPr lang="en-US" dirty="0"/>
              <a:t>CONFIGURATION STEPS </a:t>
            </a:r>
          </a:p>
        </p:txBody>
      </p:sp>
      <p:cxnSp>
        <p:nvCxnSpPr>
          <p:cNvPr id="3" name="Google Shape;458;p29">
            <a:extLst>
              <a:ext uri="{FF2B5EF4-FFF2-40B4-BE49-F238E27FC236}">
                <a16:creationId xmlns:a16="http://schemas.microsoft.com/office/drawing/2014/main" id="{5F57ADFD-46AD-81B1-4411-94B1127C38A3}"/>
              </a:ext>
            </a:extLst>
          </p:cNvPr>
          <p:cNvCxnSpPr>
            <a:cxnSpLocks/>
          </p:cNvCxnSpPr>
          <p:nvPr/>
        </p:nvCxnSpPr>
        <p:spPr>
          <a:xfrm>
            <a:off x="1747086" y="623457"/>
            <a:ext cx="5649825" cy="0"/>
          </a:xfrm>
          <a:prstGeom prst="straightConnector1">
            <a:avLst/>
          </a:prstGeom>
          <a:noFill/>
          <a:ln w="9525" cap="flat" cmpd="sng">
            <a:solidFill>
              <a:srgbClr val="48FFD5"/>
            </a:solidFill>
            <a:prstDash val="solid"/>
            <a:round/>
            <a:headEnd type="none" w="med" len="med"/>
            <a:tailEnd type="none" w="med" len="med"/>
          </a:ln>
        </p:spPr>
      </p:cxnSp>
      <p:sp>
        <p:nvSpPr>
          <p:cNvPr id="10" name="TextBox 9">
            <a:extLst>
              <a:ext uri="{FF2B5EF4-FFF2-40B4-BE49-F238E27FC236}">
                <a16:creationId xmlns:a16="http://schemas.microsoft.com/office/drawing/2014/main" id="{D043CA04-2F88-4FF0-B928-96CF3BA536CA}"/>
              </a:ext>
            </a:extLst>
          </p:cNvPr>
          <p:cNvSpPr txBox="1"/>
          <p:nvPr/>
        </p:nvSpPr>
        <p:spPr>
          <a:xfrm>
            <a:off x="311699" y="722904"/>
            <a:ext cx="8679900" cy="3785652"/>
          </a:xfrm>
          <a:prstGeom prst="rect">
            <a:avLst/>
          </a:prstGeom>
          <a:noFill/>
        </p:spPr>
        <p:txBody>
          <a:bodyPr wrap="square">
            <a:spAutoFit/>
          </a:bodyPr>
          <a:lstStyle/>
          <a:p>
            <a:pPr marL="342900" indent="-342900" algn="just">
              <a:buClr>
                <a:srgbClr val="48FFD5"/>
              </a:buClr>
              <a:buSzPct val="141000"/>
              <a:buFont typeface="Arial" panose="020B0604020202020204" pitchFamily="34" charset="0"/>
              <a:buChar char="•"/>
            </a:pPr>
            <a:r>
              <a:rPr lang="en-US" sz="1600" dirty="0">
                <a:solidFill>
                  <a:schemeClr val="bg1"/>
                </a:solidFill>
              </a:rPr>
              <a:t>Download the free development version of </a:t>
            </a:r>
            <a:r>
              <a:rPr lang="en-US" sz="1600" dirty="0" err="1">
                <a:solidFill>
                  <a:schemeClr val="bg1"/>
                </a:solidFill>
              </a:rPr>
              <a:t>JRun</a:t>
            </a:r>
            <a:r>
              <a:rPr lang="en-US" sz="1600" dirty="0">
                <a:solidFill>
                  <a:schemeClr val="bg1"/>
                </a:solidFill>
              </a:rPr>
              <a:t> from Macromedia's website.</a:t>
            </a:r>
          </a:p>
          <a:p>
            <a:pPr marL="342900" indent="-342900" algn="just">
              <a:buClr>
                <a:srgbClr val="48FFD5"/>
              </a:buClr>
              <a:buSzPct val="141000"/>
              <a:buFont typeface="Arial" panose="020B0604020202020204" pitchFamily="34" charset="0"/>
              <a:buChar char="•"/>
            </a:pPr>
            <a:r>
              <a:rPr lang="en-US" sz="1600" dirty="0">
                <a:solidFill>
                  <a:schemeClr val="bg1"/>
                </a:solidFill>
              </a:rPr>
              <a:t>The installation wizard guides you through most configuration settings.</a:t>
            </a:r>
          </a:p>
          <a:p>
            <a:pPr marL="285750" indent="-285750" algn="just">
              <a:buClr>
                <a:srgbClr val="48FFD5"/>
              </a:buClr>
              <a:buSzPct val="141000"/>
              <a:buFont typeface="Arial" panose="020B0604020202020204" pitchFamily="34" charset="0"/>
              <a:buChar char="•"/>
            </a:pPr>
            <a:r>
              <a:rPr lang="en-US" sz="1600" dirty="0">
                <a:solidFill>
                  <a:schemeClr val="bg1"/>
                </a:solidFill>
              </a:rPr>
              <a:t>Here are the key settings you might want to adjust:</a:t>
            </a:r>
          </a:p>
          <a:p>
            <a:pPr marL="342900" indent="-342900" algn="just">
              <a:buClr>
                <a:srgbClr val="48FFD5"/>
              </a:buClr>
              <a:buSzPct val="100000"/>
              <a:buFont typeface="+mj-lt"/>
              <a:buAutoNum type="arabicPeriod"/>
            </a:pPr>
            <a:r>
              <a:rPr lang="en-US" sz="1600" b="1" dirty="0">
                <a:solidFill>
                  <a:srgbClr val="48FFD5"/>
                </a:solidFill>
              </a:rPr>
              <a:t>Serial Number:</a:t>
            </a:r>
            <a:r>
              <a:rPr lang="en-US" sz="1600" dirty="0">
                <a:solidFill>
                  <a:schemeClr val="bg1"/>
                </a:solidFill>
              </a:rPr>
              <a:t> Leave blank for the free version.</a:t>
            </a:r>
          </a:p>
          <a:p>
            <a:pPr marL="342900" indent="-342900" algn="just">
              <a:buClr>
                <a:srgbClr val="48FFD5"/>
              </a:buClr>
              <a:buSzPct val="100000"/>
              <a:buFont typeface="+mj-lt"/>
              <a:buAutoNum type="arabicPeriod"/>
            </a:pPr>
            <a:r>
              <a:rPr lang="en-US" sz="1600" b="1" dirty="0">
                <a:solidFill>
                  <a:srgbClr val="48FFD5"/>
                </a:solidFill>
              </a:rPr>
              <a:t>User Restrictions:</a:t>
            </a:r>
            <a:r>
              <a:rPr lang="en-US" sz="1600" dirty="0">
                <a:solidFill>
                  <a:schemeClr val="bg1"/>
                </a:solidFill>
              </a:rPr>
              <a:t> Choose who can use </a:t>
            </a:r>
            <a:r>
              <a:rPr lang="en-US" sz="1600" dirty="0" err="1">
                <a:solidFill>
                  <a:schemeClr val="bg1"/>
                </a:solidFill>
              </a:rPr>
              <a:t>JRun</a:t>
            </a:r>
            <a:r>
              <a:rPr lang="en-US" sz="1600" dirty="0">
                <a:solidFill>
                  <a:schemeClr val="bg1"/>
                </a:solidFill>
              </a:rPr>
              <a:t> (your account only or everyone on your system).</a:t>
            </a:r>
          </a:p>
          <a:p>
            <a:pPr marL="342900" indent="-342900" algn="just">
              <a:buClr>
                <a:srgbClr val="48FFD5"/>
              </a:buClr>
              <a:buSzPct val="100000"/>
              <a:buFont typeface="+mj-lt"/>
              <a:buAutoNum type="arabicPeriod"/>
            </a:pPr>
            <a:r>
              <a:rPr lang="en-US" sz="1600" b="1" dirty="0">
                <a:solidFill>
                  <a:srgbClr val="48FFD5"/>
                </a:solidFill>
              </a:rPr>
              <a:t>SDK Installation Location:</a:t>
            </a:r>
            <a:r>
              <a:rPr lang="en-US" sz="1600" dirty="0">
                <a:solidFill>
                  <a:schemeClr val="bg1"/>
                </a:solidFill>
              </a:rPr>
              <a:t> Specify the base directory where your Java SDK is installed (not the bin subdirectory).</a:t>
            </a:r>
          </a:p>
          <a:p>
            <a:pPr marL="342900" indent="-342900" algn="just">
              <a:buClr>
                <a:srgbClr val="48FFD5"/>
              </a:buClr>
              <a:buSzPct val="100000"/>
              <a:buFont typeface="+mj-lt"/>
              <a:buAutoNum type="arabicPeriod"/>
            </a:pPr>
            <a:r>
              <a:rPr lang="en-US" sz="1600" b="1" dirty="0">
                <a:solidFill>
                  <a:srgbClr val="48FFD5"/>
                </a:solidFill>
              </a:rPr>
              <a:t>Server Installation Directory:</a:t>
            </a:r>
            <a:r>
              <a:rPr lang="en-US" sz="1600" dirty="0">
                <a:solidFill>
                  <a:schemeClr val="bg1"/>
                </a:solidFill>
              </a:rPr>
              <a:t> Usually accept the default suggested by the wizard.</a:t>
            </a:r>
          </a:p>
          <a:p>
            <a:pPr marL="342900" indent="-342900" algn="just">
              <a:buClr>
                <a:srgbClr val="48FFD5"/>
              </a:buClr>
              <a:buSzPct val="100000"/>
              <a:buFont typeface="+mj-lt"/>
              <a:buAutoNum type="arabicPeriod"/>
            </a:pPr>
            <a:r>
              <a:rPr lang="en-US" sz="1600" b="1" dirty="0">
                <a:solidFill>
                  <a:srgbClr val="48FFD5"/>
                </a:solidFill>
              </a:rPr>
              <a:t>Administrator Username and Password:</a:t>
            </a:r>
            <a:r>
              <a:rPr lang="en-US" sz="1600" dirty="0">
                <a:solidFill>
                  <a:schemeClr val="bg1"/>
                </a:solidFill>
              </a:rPr>
              <a:t> Create credentials for making further customizations.</a:t>
            </a:r>
          </a:p>
          <a:p>
            <a:pPr marL="342900" indent="-342900" algn="just">
              <a:buClr>
                <a:srgbClr val="48FFD5"/>
              </a:buClr>
              <a:buSzPct val="100000"/>
              <a:buFont typeface="+mj-lt"/>
              <a:buAutoNum type="arabicPeriod"/>
            </a:pPr>
            <a:r>
              <a:rPr lang="en-US" sz="1600" b="1" dirty="0" err="1">
                <a:solidFill>
                  <a:srgbClr val="48FFD5"/>
                </a:solidFill>
              </a:rPr>
              <a:t>Autostart</a:t>
            </a:r>
            <a:r>
              <a:rPr lang="en-US" sz="1600" b="1" dirty="0">
                <a:solidFill>
                  <a:srgbClr val="48FFD5"/>
                </a:solidFill>
              </a:rPr>
              <a:t>:</a:t>
            </a:r>
            <a:r>
              <a:rPr lang="en-US" sz="1600" dirty="0">
                <a:solidFill>
                  <a:schemeClr val="bg1"/>
                </a:solidFill>
              </a:rPr>
              <a:t> Disable </a:t>
            </a:r>
            <a:r>
              <a:rPr lang="en-US" sz="1600" dirty="0" err="1">
                <a:solidFill>
                  <a:schemeClr val="bg1"/>
                </a:solidFill>
              </a:rPr>
              <a:t>autostart</a:t>
            </a:r>
            <a:r>
              <a:rPr lang="en-US" sz="1600" dirty="0">
                <a:solidFill>
                  <a:schemeClr val="bg1"/>
                </a:solidFill>
              </a:rPr>
              <a:t>, especially on Windows where you shouldn't make it a Windows service for development.</a:t>
            </a:r>
          </a:p>
          <a:p>
            <a:pPr marL="342900" indent="-342900" algn="just">
              <a:buClr>
                <a:srgbClr val="48FFD5"/>
              </a:buClr>
              <a:buSzPct val="100000"/>
              <a:buFont typeface="+mj-lt"/>
              <a:buAutoNum type="arabicPeriod"/>
            </a:pPr>
            <a:r>
              <a:rPr lang="en-US" sz="1600" b="1" dirty="0">
                <a:solidFill>
                  <a:srgbClr val="48FFD5"/>
                </a:solidFill>
              </a:rPr>
              <a:t>Server Port:</a:t>
            </a:r>
            <a:r>
              <a:rPr lang="en-US" sz="1600" dirty="0">
                <a:solidFill>
                  <a:schemeClr val="bg1"/>
                </a:solidFill>
              </a:rPr>
              <a:t> Consider changing the default port (8100) to the standard web server port (80) for convenience (if no conflicts exist).</a:t>
            </a:r>
            <a:endParaRPr lang="en-US" sz="1050" dirty="0">
              <a:solidFill>
                <a:schemeClr val="bg1"/>
              </a:solidFill>
            </a:endParaRPr>
          </a:p>
        </p:txBody>
      </p:sp>
      <p:sp>
        <p:nvSpPr>
          <p:cNvPr id="11" name="Google Shape;379;p27">
            <a:extLst>
              <a:ext uri="{FF2B5EF4-FFF2-40B4-BE49-F238E27FC236}">
                <a16:creationId xmlns:a16="http://schemas.microsoft.com/office/drawing/2014/main" id="{F1E6EA2F-3C9B-E182-9BE4-7246F4D55078}"/>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nvGrpSpPr>
          <p:cNvPr id="20" name="Group 19">
            <a:extLst>
              <a:ext uri="{FF2B5EF4-FFF2-40B4-BE49-F238E27FC236}">
                <a16:creationId xmlns:a16="http://schemas.microsoft.com/office/drawing/2014/main" id="{FED837E6-696D-3EA7-580A-BFCB649AF20D}"/>
              </a:ext>
            </a:extLst>
          </p:cNvPr>
          <p:cNvGrpSpPr/>
          <p:nvPr/>
        </p:nvGrpSpPr>
        <p:grpSpPr>
          <a:xfrm>
            <a:off x="8145364" y="-263176"/>
            <a:ext cx="1373867" cy="1113719"/>
            <a:chOff x="7974780" y="-76707"/>
            <a:chExt cx="1373867" cy="1113719"/>
          </a:xfrm>
        </p:grpSpPr>
        <p:sp>
          <p:nvSpPr>
            <p:cNvPr id="13" name="Google Shape;378;p27">
              <a:extLst>
                <a:ext uri="{FF2B5EF4-FFF2-40B4-BE49-F238E27FC236}">
                  <a16:creationId xmlns:a16="http://schemas.microsoft.com/office/drawing/2014/main" id="{76B7B2FF-155E-2DD9-861D-85464B9BFA3D}"/>
                </a:ext>
              </a:extLst>
            </p:cNvPr>
            <p:cNvSpPr/>
            <p:nvPr/>
          </p:nvSpPr>
          <p:spPr>
            <a:xfrm>
              <a:off x="7974780" y="-76707"/>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0;p27">
              <a:extLst>
                <a:ext uri="{FF2B5EF4-FFF2-40B4-BE49-F238E27FC236}">
                  <a16:creationId xmlns:a16="http://schemas.microsoft.com/office/drawing/2014/main" id="{1950D63B-DF42-84CC-2EA1-82BA0D180062}"/>
                </a:ext>
              </a:extLst>
            </p:cNvPr>
            <p:cNvSpPr/>
            <p:nvPr/>
          </p:nvSpPr>
          <p:spPr>
            <a:xfrm>
              <a:off x="8242911" y="14328"/>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391;p27">
            <a:extLst>
              <a:ext uri="{FF2B5EF4-FFF2-40B4-BE49-F238E27FC236}">
                <a16:creationId xmlns:a16="http://schemas.microsoft.com/office/drawing/2014/main" id="{F2098D9C-D592-FF29-24F8-A70A94DEF27F}"/>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6" name="Google Shape;392;p27">
            <a:extLst>
              <a:ext uri="{FF2B5EF4-FFF2-40B4-BE49-F238E27FC236}">
                <a16:creationId xmlns:a16="http://schemas.microsoft.com/office/drawing/2014/main" id="{4B8D336C-03AE-0437-0179-939F3FF4B791}"/>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8" name="Google Shape;391;p27">
            <a:extLst>
              <a:ext uri="{FF2B5EF4-FFF2-40B4-BE49-F238E27FC236}">
                <a16:creationId xmlns:a16="http://schemas.microsoft.com/office/drawing/2014/main" id="{1E3AD425-78DB-1EFE-2372-1CA5DB013709}"/>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9" name="Google Shape;392;p27">
            <a:extLst>
              <a:ext uri="{FF2B5EF4-FFF2-40B4-BE49-F238E27FC236}">
                <a16:creationId xmlns:a16="http://schemas.microsoft.com/office/drawing/2014/main" id="{15D271D7-A901-7D4E-DF8E-398E84DB1FDA}"/>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solidFill>
              <a:srgbClr val="48FFD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Tree>
    <p:extLst>
      <p:ext uri="{BB962C8B-B14F-4D97-AF65-F5344CB8AC3E}">
        <p14:creationId xmlns:p14="http://schemas.microsoft.com/office/powerpoint/2010/main" val="33182515"/>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E94A6-CF65-C0DA-195F-33D4D43C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3787F-0778-602C-7311-D7D4119727A4}"/>
              </a:ext>
            </a:extLst>
          </p:cNvPr>
          <p:cNvSpPr>
            <a:spLocks noGrp="1"/>
          </p:cNvSpPr>
          <p:nvPr>
            <p:ph type="ctrTitle"/>
          </p:nvPr>
        </p:nvSpPr>
        <p:spPr>
          <a:xfrm>
            <a:off x="311700" y="466750"/>
            <a:ext cx="8520600" cy="606600"/>
          </a:xfrm>
        </p:spPr>
        <p:txBody>
          <a:bodyPr/>
          <a:lstStyle/>
          <a:p>
            <a:r>
              <a:rPr lang="en-US" dirty="0"/>
              <a:t>3. Configuring Caucho Resin </a:t>
            </a:r>
          </a:p>
        </p:txBody>
      </p:sp>
      <p:cxnSp>
        <p:nvCxnSpPr>
          <p:cNvPr id="3" name="Google Shape;458;p29">
            <a:extLst>
              <a:ext uri="{FF2B5EF4-FFF2-40B4-BE49-F238E27FC236}">
                <a16:creationId xmlns:a16="http://schemas.microsoft.com/office/drawing/2014/main" id="{CC5052C9-202E-DFDB-2A28-34B9387E408F}"/>
              </a:ext>
            </a:extLst>
          </p:cNvPr>
          <p:cNvCxnSpPr>
            <a:cxnSpLocks/>
          </p:cNvCxnSpPr>
          <p:nvPr/>
        </p:nvCxnSpPr>
        <p:spPr>
          <a:xfrm>
            <a:off x="1195475" y="979057"/>
            <a:ext cx="6753050" cy="0"/>
          </a:xfrm>
          <a:prstGeom prst="straightConnector1">
            <a:avLst/>
          </a:prstGeom>
          <a:noFill/>
          <a:ln w="9525" cap="flat" cmpd="sng">
            <a:solidFill>
              <a:srgbClr val="48FFD5"/>
            </a:solidFill>
            <a:prstDash val="solid"/>
            <a:round/>
            <a:headEnd type="none" w="med" len="med"/>
            <a:tailEnd type="none" w="med" len="med"/>
          </a:ln>
        </p:spPr>
      </p:cxnSp>
      <p:sp>
        <p:nvSpPr>
          <p:cNvPr id="7" name="TextBox 6">
            <a:extLst>
              <a:ext uri="{FF2B5EF4-FFF2-40B4-BE49-F238E27FC236}">
                <a16:creationId xmlns:a16="http://schemas.microsoft.com/office/drawing/2014/main" id="{D24AC2F4-BC3F-D769-5379-5FE8C5C540A2}"/>
              </a:ext>
            </a:extLst>
          </p:cNvPr>
          <p:cNvSpPr txBox="1"/>
          <p:nvPr/>
        </p:nvSpPr>
        <p:spPr>
          <a:xfrm>
            <a:off x="200719" y="1407437"/>
            <a:ext cx="8742561" cy="2554545"/>
          </a:xfrm>
          <a:prstGeom prst="rect">
            <a:avLst/>
          </a:prstGeom>
          <a:noFill/>
        </p:spPr>
        <p:txBody>
          <a:bodyPr wrap="square">
            <a:spAutoFit/>
          </a:bodyPr>
          <a:lstStyle/>
          <a:p>
            <a:pPr algn="just">
              <a:buClr>
                <a:srgbClr val="48FFD5"/>
              </a:buClr>
              <a:buSzPct val="150000"/>
            </a:pPr>
            <a:r>
              <a:rPr lang="en-US" sz="2000" dirty="0">
                <a:solidFill>
                  <a:schemeClr val="bg1"/>
                </a:solidFill>
              </a:rPr>
              <a:t>In the world of Java web development, Caucho Resin stands out as a lightweight Java application server. Known for its user-friendly setup and efficient resource usage, Resin makes it easier for developers to build and test Java web applications locally. This lightweight approach is especially beneficial for development environments or smaller websites, allowing for faster development cycles and reduced resource consumption. While newer servers exist, understanding Resin's capabilities remains valuable for legacy projects or situations where a simpler, efficient server is preferred.</a:t>
            </a:r>
            <a:endParaRPr lang="en-US" sz="1600" dirty="0">
              <a:solidFill>
                <a:schemeClr val="bg1"/>
              </a:solidFill>
            </a:endParaRPr>
          </a:p>
        </p:txBody>
      </p:sp>
      <p:sp>
        <p:nvSpPr>
          <p:cNvPr id="10" name="Google Shape;379;p27">
            <a:extLst>
              <a:ext uri="{FF2B5EF4-FFF2-40B4-BE49-F238E27FC236}">
                <a16:creationId xmlns:a16="http://schemas.microsoft.com/office/drawing/2014/main" id="{8504D37C-0BBD-BAF5-20B2-8AE7005EE135}"/>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1" name="Google Shape;391;p27">
            <a:extLst>
              <a:ext uri="{FF2B5EF4-FFF2-40B4-BE49-F238E27FC236}">
                <a16:creationId xmlns:a16="http://schemas.microsoft.com/office/drawing/2014/main" id="{B31C05C5-2563-AE91-B7BB-39C1DB098AC7}"/>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2" name="Google Shape;392;p27">
            <a:extLst>
              <a:ext uri="{FF2B5EF4-FFF2-40B4-BE49-F238E27FC236}">
                <a16:creationId xmlns:a16="http://schemas.microsoft.com/office/drawing/2014/main" id="{BCFC6ABC-E8D6-BFE7-5FA1-898898278C5F}"/>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3" name="Google Shape;391;p27">
            <a:extLst>
              <a:ext uri="{FF2B5EF4-FFF2-40B4-BE49-F238E27FC236}">
                <a16:creationId xmlns:a16="http://schemas.microsoft.com/office/drawing/2014/main" id="{93FEE802-F4B5-5C24-0839-6C0FAAD6DEC0}"/>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4" name="Google Shape;392;p27">
            <a:extLst>
              <a:ext uri="{FF2B5EF4-FFF2-40B4-BE49-F238E27FC236}">
                <a16:creationId xmlns:a16="http://schemas.microsoft.com/office/drawing/2014/main" id="{0CB4B687-7CCC-34D5-912F-DF1C18CF051C}"/>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solidFill>
              <a:srgbClr val="48FFD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nvGrpSpPr>
          <p:cNvPr id="15" name="Group 14">
            <a:extLst>
              <a:ext uri="{FF2B5EF4-FFF2-40B4-BE49-F238E27FC236}">
                <a16:creationId xmlns:a16="http://schemas.microsoft.com/office/drawing/2014/main" id="{ADC898CD-D2BE-602E-74D5-EA5D4261A024}"/>
              </a:ext>
            </a:extLst>
          </p:cNvPr>
          <p:cNvGrpSpPr/>
          <p:nvPr/>
        </p:nvGrpSpPr>
        <p:grpSpPr>
          <a:xfrm>
            <a:off x="7948524" y="-86376"/>
            <a:ext cx="1373867" cy="1113719"/>
            <a:chOff x="7974780" y="-76707"/>
            <a:chExt cx="1373867" cy="1113719"/>
          </a:xfrm>
        </p:grpSpPr>
        <p:sp>
          <p:nvSpPr>
            <p:cNvPr id="16" name="Google Shape;378;p27">
              <a:extLst>
                <a:ext uri="{FF2B5EF4-FFF2-40B4-BE49-F238E27FC236}">
                  <a16:creationId xmlns:a16="http://schemas.microsoft.com/office/drawing/2014/main" id="{CC4EE236-9359-C64E-2456-6ECCBC567F8F}"/>
                </a:ext>
              </a:extLst>
            </p:cNvPr>
            <p:cNvSpPr/>
            <p:nvPr/>
          </p:nvSpPr>
          <p:spPr>
            <a:xfrm>
              <a:off x="7974780" y="-76707"/>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80;p27">
              <a:extLst>
                <a:ext uri="{FF2B5EF4-FFF2-40B4-BE49-F238E27FC236}">
                  <a16:creationId xmlns:a16="http://schemas.microsoft.com/office/drawing/2014/main" id="{385B20EF-2706-56AD-D4A0-789E83DC3424}"/>
                </a:ext>
              </a:extLst>
            </p:cNvPr>
            <p:cNvSpPr/>
            <p:nvPr/>
          </p:nvSpPr>
          <p:spPr>
            <a:xfrm>
              <a:off x="8242911" y="14328"/>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68598982"/>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7C383-26B7-D501-FB92-D79313F02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1384C-2EA9-77CB-A13C-F5DC0E5994D3}"/>
              </a:ext>
            </a:extLst>
          </p:cNvPr>
          <p:cNvSpPr>
            <a:spLocks noGrp="1"/>
          </p:cNvSpPr>
          <p:nvPr>
            <p:ph type="ctrTitle"/>
          </p:nvPr>
        </p:nvSpPr>
        <p:spPr>
          <a:xfrm>
            <a:off x="311699" y="116304"/>
            <a:ext cx="8520600" cy="606600"/>
          </a:xfrm>
        </p:spPr>
        <p:txBody>
          <a:bodyPr/>
          <a:lstStyle/>
          <a:p>
            <a:r>
              <a:rPr lang="en-US" dirty="0"/>
              <a:t>CONFIGURATION STEPS </a:t>
            </a:r>
          </a:p>
        </p:txBody>
      </p:sp>
      <p:cxnSp>
        <p:nvCxnSpPr>
          <p:cNvPr id="3" name="Google Shape;458;p29">
            <a:extLst>
              <a:ext uri="{FF2B5EF4-FFF2-40B4-BE49-F238E27FC236}">
                <a16:creationId xmlns:a16="http://schemas.microsoft.com/office/drawing/2014/main" id="{CFFFF056-94A6-A68D-368C-FA4E3B713DD7}"/>
              </a:ext>
            </a:extLst>
          </p:cNvPr>
          <p:cNvCxnSpPr>
            <a:cxnSpLocks/>
          </p:cNvCxnSpPr>
          <p:nvPr/>
        </p:nvCxnSpPr>
        <p:spPr>
          <a:xfrm>
            <a:off x="1747086" y="623457"/>
            <a:ext cx="5649825" cy="0"/>
          </a:xfrm>
          <a:prstGeom prst="straightConnector1">
            <a:avLst/>
          </a:prstGeom>
          <a:noFill/>
          <a:ln w="9525" cap="flat" cmpd="sng">
            <a:solidFill>
              <a:srgbClr val="48FFD5"/>
            </a:solidFill>
            <a:prstDash val="solid"/>
            <a:round/>
            <a:headEnd type="none" w="med" len="med"/>
            <a:tailEnd type="none" w="med" len="med"/>
          </a:ln>
        </p:spPr>
      </p:cxnSp>
      <p:sp>
        <p:nvSpPr>
          <p:cNvPr id="10" name="TextBox 9">
            <a:extLst>
              <a:ext uri="{FF2B5EF4-FFF2-40B4-BE49-F238E27FC236}">
                <a16:creationId xmlns:a16="http://schemas.microsoft.com/office/drawing/2014/main" id="{FBB51AD4-CA59-A255-5037-C3529EDA45E6}"/>
              </a:ext>
            </a:extLst>
          </p:cNvPr>
          <p:cNvSpPr txBox="1"/>
          <p:nvPr/>
        </p:nvSpPr>
        <p:spPr>
          <a:xfrm>
            <a:off x="311699" y="1047195"/>
            <a:ext cx="8679900" cy="2677656"/>
          </a:xfrm>
          <a:prstGeom prst="rect">
            <a:avLst/>
          </a:prstGeom>
          <a:noFill/>
        </p:spPr>
        <p:txBody>
          <a:bodyPr wrap="square">
            <a:spAutoFit/>
          </a:bodyPr>
          <a:lstStyle/>
          <a:p>
            <a:pPr algn="just">
              <a:buClr>
                <a:srgbClr val="48FFD5"/>
              </a:buClr>
              <a:buSzPct val="141000"/>
            </a:pPr>
            <a:r>
              <a:rPr lang="en-US" sz="2000" dirty="0">
                <a:solidFill>
                  <a:schemeClr val="bg1"/>
                </a:solidFill>
              </a:rPr>
              <a:t>To run Resin on your desktop, you should first download the Resin zip file from http://caucho.com/products/resin/ and unzip it into a location of your choosing (hereafter referred to as </a:t>
            </a:r>
            <a:r>
              <a:rPr lang="en-US" sz="2000" dirty="0" err="1">
                <a:solidFill>
                  <a:schemeClr val="bg1"/>
                </a:solidFill>
              </a:rPr>
              <a:t>install_dir</a:t>
            </a:r>
            <a:r>
              <a:rPr lang="en-US" sz="2000" dirty="0">
                <a:solidFill>
                  <a:schemeClr val="bg1"/>
                </a:solidFill>
              </a:rPr>
              <a:t>). Once you have done so, configuring the server involves two simple steps.</a:t>
            </a:r>
            <a:r>
              <a:rPr lang="en-US" sz="2800" dirty="0">
                <a:solidFill>
                  <a:schemeClr val="bg1"/>
                </a:solidFill>
              </a:rPr>
              <a:t> </a:t>
            </a:r>
            <a:endParaRPr lang="en-US" sz="2000" dirty="0">
              <a:solidFill>
                <a:schemeClr val="bg1"/>
              </a:solidFill>
            </a:endParaRPr>
          </a:p>
          <a:p>
            <a:pPr marL="342900" indent="-342900" algn="just">
              <a:buClr>
                <a:srgbClr val="48FFD5"/>
              </a:buClr>
              <a:buSzPct val="100000"/>
              <a:buFont typeface="+mj-lt"/>
              <a:buAutoNum type="arabicPeriod"/>
            </a:pPr>
            <a:r>
              <a:rPr lang="en-US" sz="2000" b="1" dirty="0">
                <a:solidFill>
                  <a:srgbClr val="48FFD5"/>
                </a:solidFill>
              </a:rPr>
              <a:t>Setting the JAVA_HOME variable:</a:t>
            </a:r>
            <a:r>
              <a:rPr lang="en-US" sz="2000" dirty="0">
                <a:solidFill>
                  <a:schemeClr val="bg1"/>
                </a:solidFill>
              </a:rPr>
              <a:t> Set this variable to list the base SDK installation directory..</a:t>
            </a:r>
          </a:p>
          <a:p>
            <a:pPr marL="342900" indent="-342900" algn="just">
              <a:buClr>
                <a:srgbClr val="48FFD5"/>
              </a:buClr>
              <a:buSzPct val="100000"/>
              <a:buFont typeface="+mj-lt"/>
              <a:buAutoNum type="arabicPeriod"/>
            </a:pPr>
            <a:r>
              <a:rPr lang="en-US" sz="2000" b="1" dirty="0">
                <a:solidFill>
                  <a:srgbClr val="48FFD5"/>
                </a:solidFill>
              </a:rPr>
              <a:t>Specifying the port:</a:t>
            </a:r>
            <a:r>
              <a:rPr lang="en-US" sz="2000" dirty="0">
                <a:solidFill>
                  <a:schemeClr val="bg1"/>
                </a:solidFill>
              </a:rPr>
              <a:t> Edit </a:t>
            </a:r>
            <a:r>
              <a:rPr lang="en-US" sz="2000" dirty="0" err="1">
                <a:solidFill>
                  <a:schemeClr val="bg1"/>
                </a:solidFill>
              </a:rPr>
              <a:t>install_dir</a:t>
            </a:r>
            <a:r>
              <a:rPr lang="en-US" sz="2000" dirty="0">
                <a:solidFill>
                  <a:schemeClr val="bg1"/>
                </a:solidFill>
              </a:rPr>
              <a:t>/conf/</a:t>
            </a:r>
            <a:r>
              <a:rPr lang="en-US" sz="2000" dirty="0" err="1">
                <a:solidFill>
                  <a:schemeClr val="bg1"/>
                </a:solidFill>
              </a:rPr>
              <a:t>resin.conf</a:t>
            </a:r>
            <a:r>
              <a:rPr lang="en-US" sz="2000" dirty="0">
                <a:solidFill>
                  <a:schemeClr val="bg1"/>
                </a:solidFill>
              </a:rPr>
              <a:t> and change the value of the port attribute of the http element from 8080 to 80.</a:t>
            </a:r>
            <a:endParaRPr lang="en-US" sz="1050" dirty="0">
              <a:solidFill>
                <a:schemeClr val="bg1"/>
              </a:solidFill>
            </a:endParaRPr>
          </a:p>
        </p:txBody>
      </p:sp>
      <p:sp>
        <p:nvSpPr>
          <p:cNvPr id="11" name="Google Shape;379;p27">
            <a:extLst>
              <a:ext uri="{FF2B5EF4-FFF2-40B4-BE49-F238E27FC236}">
                <a16:creationId xmlns:a16="http://schemas.microsoft.com/office/drawing/2014/main" id="{9D6EA7C4-D79F-4FA2-3598-6A7EDA998518}"/>
              </a:ext>
            </a:extLst>
          </p:cNvPr>
          <p:cNvSpPr/>
          <p:nvPr/>
        </p:nvSpPr>
        <p:spPr>
          <a:xfrm>
            <a:off x="-464358" y="4279114"/>
            <a:ext cx="928715" cy="1083218"/>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nvGrpSpPr>
          <p:cNvPr id="20" name="Group 19">
            <a:extLst>
              <a:ext uri="{FF2B5EF4-FFF2-40B4-BE49-F238E27FC236}">
                <a16:creationId xmlns:a16="http://schemas.microsoft.com/office/drawing/2014/main" id="{12AF092C-74A4-AAE4-DFD5-8275319A76AA}"/>
              </a:ext>
            </a:extLst>
          </p:cNvPr>
          <p:cNvGrpSpPr/>
          <p:nvPr/>
        </p:nvGrpSpPr>
        <p:grpSpPr>
          <a:xfrm>
            <a:off x="8145364" y="-263176"/>
            <a:ext cx="1373867" cy="1113719"/>
            <a:chOff x="7974780" y="-76707"/>
            <a:chExt cx="1373867" cy="1113719"/>
          </a:xfrm>
        </p:grpSpPr>
        <p:sp>
          <p:nvSpPr>
            <p:cNvPr id="13" name="Google Shape;378;p27">
              <a:extLst>
                <a:ext uri="{FF2B5EF4-FFF2-40B4-BE49-F238E27FC236}">
                  <a16:creationId xmlns:a16="http://schemas.microsoft.com/office/drawing/2014/main" id="{8C76EF45-BB50-D75E-1AC3-561D05D0B09A}"/>
                </a:ext>
              </a:extLst>
            </p:cNvPr>
            <p:cNvSpPr/>
            <p:nvPr/>
          </p:nvSpPr>
          <p:spPr>
            <a:xfrm>
              <a:off x="7974780" y="-76707"/>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rgbClr val="48FFD5"/>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0;p27">
              <a:extLst>
                <a:ext uri="{FF2B5EF4-FFF2-40B4-BE49-F238E27FC236}">
                  <a16:creationId xmlns:a16="http://schemas.microsoft.com/office/drawing/2014/main" id="{329306A9-C922-E1B3-0E26-6771073C0230}"/>
                </a:ext>
              </a:extLst>
            </p:cNvPr>
            <p:cNvSpPr/>
            <p:nvPr/>
          </p:nvSpPr>
          <p:spPr>
            <a:xfrm>
              <a:off x="8242911" y="14328"/>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391;p27">
            <a:extLst>
              <a:ext uri="{FF2B5EF4-FFF2-40B4-BE49-F238E27FC236}">
                <a16:creationId xmlns:a16="http://schemas.microsoft.com/office/drawing/2014/main" id="{15377C06-2A84-6469-CFBA-DF72ED26E7E0}"/>
              </a:ext>
            </a:extLst>
          </p:cNvPr>
          <p:cNvSpPr/>
          <p:nvPr/>
        </p:nvSpPr>
        <p:spPr>
          <a:xfrm>
            <a:off x="0" y="10042"/>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6" name="Google Shape;392;p27">
            <a:extLst>
              <a:ext uri="{FF2B5EF4-FFF2-40B4-BE49-F238E27FC236}">
                <a16:creationId xmlns:a16="http://schemas.microsoft.com/office/drawing/2014/main" id="{50BF06CA-FD33-CC8B-74F9-A78BB2BB4693}"/>
              </a:ext>
            </a:extLst>
          </p:cNvPr>
          <p:cNvSpPr/>
          <p:nvPr/>
        </p:nvSpPr>
        <p:spPr>
          <a:xfrm>
            <a:off x="0" y="252376"/>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sp>
        <p:nvSpPr>
          <p:cNvPr id="18" name="Google Shape;391;p27">
            <a:extLst>
              <a:ext uri="{FF2B5EF4-FFF2-40B4-BE49-F238E27FC236}">
                <a16:creationId xmlns:a16="http://schemas.microsoft.com/office/drawing/2014/main" id="{43506456-BD05-9B40-62C3-9F9FB0720712}"/>
              </a:ext>
            </a:extLst>
          </p:cNvPr>
          <p:cNvSpPr/>
          <p:nvPr/>
        </p:nvSpPr>
        <p:spPr>
          <a:xfrm>
            <a:off x="7808340" y="482072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19" name="Google Shape;392;p27">
            <a:extLst>
              <a:ext uri="{FF2B5EF4-FFF2-40B4-BE49-F238E27FC236}">
                <a16:creationId xmlns:a16="http://schemas.microsoft.com/office/drawing/2014/main" id="{202110D7-E10B-A69C-9E53-F8A894B77B17}"/>
              </a:ext>
            </a:extLst>
          </p:cNvPr>
          <p:cNvSpPr/>
          <p:nvPr/>
        </p:nvSpPr>
        <p:spPr>
          <a:xfrm>
            <a:off x="7808340" y="506305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rgbClr val="48FFD5"/>
          </a:solidFill>
          <a:ln>
            <a:solidFill>
              <a:srgbClr val="48FFD5"/>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Tree>
    <p:extLst>
      <p:ext uri="{BB962C8B-B14F-4D97-AF65-F5344CB8AC3E}">
        <p14:creationId xmlns:p14="http://schemas.microsoft.com/office/powerpoint/2010/main" val="2852989255"/>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15D8A1F2-8674-F120-418D-E9BA0B1A0ACC}"/>
            </a:ext>
          </a:extLst>
        </p:cNvPr>
        <p:cNvGrpSpPr/>
        <p:nvPr/>
      </p:nvGrpSpPr>
      <p:grpSpPr>
        <a:xfrm>
          <a:off x="0" y="0"/>
          <a:ext cx="0" cy="0"/>
          <a:chOff x="0" y="0"/>
          <a:chExt cx="0" cy="0"/>
        </a:xfrm>
      </p:grpSpPr>
      <p:sp>
        <p:nvSpPr>
          <p:cNvPr id="377" name="Google Shape;377;p27">
            <a:extLst>
              <a:ext uri="{FF2B5EF4-FFF2-40B4-BE49-F238E27FC236}">
                <a16:creationId xmlns:a16="http://schemas.microsoft.com/office/drawing/2014/main" id="{6210E233-02AC-E5B6-8112-832C24C38D7E}"/>
              </a:ext>
            </a:extLst>
          </p:cNvPr>
          <p:cNvSpPr/>
          <p:nvPr/>
        </p:nvSpPr>
        <p:spPr>
          <a:xfrm rot="15323705">
            <a:off x="2922835" y="633161"/>
            <a:ext cx="755592" cy="874209"/>
          </a:xfrm>
          <a:custGeom>
            <a:avLst/>
            <a:gdLst/>
            <a:ahLst/>
            <a:cxnLst/>
            <a:rect l="l" t="t" r="r" b="b"/>
            <a:pathLst>
              <a:path w="23601" h="27306" fill="none" extrusionOk="0">
                <a:moveTo>
                  <a:pt x="7583" y="1747"/>
                </a:moveTo>
                <a:cubicBezTo>
                  <a:pt x="16316" y="0"/>
                  <a:pt x="23600" y="8392"/>
                  <a:pt x="20704" y="16784"/>
                </a:cubicBezTo>
                <a:cubicBezTo>
                  <a:pt x="17807" y="25218"/>
                  <a:pt x="6859" y="27306"/>
                  <a:pt x="1108" y="20533"/>
                </a:cubicBezTo>
                <a:cubicBezTo>
                  <a:pt x="682" y="20064"/>
                  <a:pt x="299" y="19553"/>
                  <a:pt x="1" y="18999"/>
                </a:cubicBezTo>
              </a:path>
            </a:pathLst>
          </a:custGeom>
          <a:solidFill>
            <a:schemeClr val="accent1"/>
          </a:solidFill>
          <a:ln w="13850" cap="rnd"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79" name="Google Shape;379;p27">
            <a:extLst>
              <a:ext uri="{FF2B5EF4-FFF2-40B4-BE49-F238E27FC236}">
                <a16:creationId xmlns:a16="http://schemas.microsoft.com/office/drawing/2014/main" id="{7F29D600-C549-639A-3A27-C32DC751D987}"/>
              </a:ext>
            </a:extLst>
          </p:cNvPr>
          <p:cNvSpPr/>
          <p:nvPr/>
        </p:nvSpPr>
        <p:spPr>
          <a:xfrm>
            <a:off x="-2" y="2933780"/>
            <a:ext cx="2563026" cy="2560152"/>
          </a:xfrm>
          <a:custGeom>
            <a:avLst/>
            <a:gdLst/>
            <a:ahLst/>
            <a:cxnLst/>
            <a:rect l="l" t="t" r="r" b="b"/>
            <a:pathLst>
              <a:path w="39235" h="39191" fill="none" extrusionOk="0">
                <a:moveTo>
                  <a:pt x="37487" y="27817"/>
                </a:moveTo>
                <a:lnTo>
                  <a:pt x="39234" y="20661"/>
                </a:lnTo>
                <a:lnTo>
                  <a:pt x="34719" y="19511"/>
                </a:lnTo>
                <a:cubicBezTo>
                  <a:pt x="34676" y="18062"/>
                  <a:pt x="34420" y="16614"/>
                  <a:pt x="33952" y="15251"/>
                </a:cubicBezTo>
                <a:lnTo>
                  <a:pt x="38041" y="12780"/>
                </a:lnTo>
                <a:lnTo>
                  <a:pt x="34250" y="6475"/>
                </a:lnTo>
                <a:lnTo>
                  <a:pt x="30075" y="8989"/>
                </a:lnTo>
                <a:cubicBezTo>
                  <a:pt x="29053" y="8009"/>
                  <a:pt x="27903" y="7157"/>
                  <a:pt x="26668" y="6475"/>
                </a:cubicBezTo>
                <a:lnTo>
                  <a:pt x="27860" y="1747"/>
                </a:lnTo>
                <a:lnTo>
                  <a:pt x="20704" y="1"/>
                </a:lnTo>
                <a:lnTo>
                  <a:pt x="19554" y="4601"/>
                </a:lnTo>
                <a:cubicBezTo>
                  <a:pt x="18105" y="4601"/>
                  <a:pt x="16657" y="4772"/>
                  <a:pt x="15294" y="5155"/>
                </a:cubicBezTo>
                <a:lnTo>
                  <a:pt x="12866" y="1108"/>
                </a:lnTo>
                <a:lnTo>
                  <a:pt x="6518" y="4942"/>
                </a:lnTo>
                <a:lnTo>
                  <a:pt x="8819" y="8776"/>
                </a:lnTo>
                <a:cubicBezTo>
                  <a:pt x="7711" y="9841"/>
                  <a:pt x="6774" y="11033"/>
                  <a:pt x="6007" y="12354"/>
                </a:cubicBezTo>
                <a:lnTo>
                  <a:pt x="1790" y="11289"/>
                </a:lnTo>
                <a:lnTo>
                  <a:pt x="1" y="18531"/>
                </a:lnTo>
                <a:lnTo>
                  <a:pt x="3963" y="19511"/>
                </a:lnTo>
                <a:cubicBezTo>
                  <a:pt x="3920" y="21129"/>
                  <a:pt x="4133" y="22748"/>
                  <a:pt x="4602" y="24282"/>
                </a:cubicBezTo>
                <a:lnTo>
                  <a:pt x="1194" y="26326"/>
                </a:lnTo>
                <a:lnTo>
                  <a:pt x="4985" y="32673"/>
                </a:lnTo>
                <a:lnTo>
                  <a:pt x="8308" y="30671"/>
                </a:lnTo>
                <a:cubicBezTo>
                  <a:pt x="9458" y="31907"/>
                  <a:pt x="10821" y="32886"/>
                  <a:pt x="12312" y="33653"/>
                </a:cubicBezTo>
                <a:lnTo>
                  <a:pt x="11375" y="37402"/>
                </a:lnTo>
                <a:lnTo>
                  <a:pt x="18574" y="39191"/>
                </a:lnTo>
                <a:lnTo>
                  <a:pt x="19511" y="35357"/>
                </a:lnTo>
                <a:cubicBezTo>
                  <a:pt x="21130" y="35357"/>
                  <a:pt x="22748" y="35059"/>
                  <a:pt x="24325" y="34548"/>
                </a:cubicBezTo>
                <a:lnTo>
                  <a:pt x="26412" y="37998"/>
                </a:lnTo>
                <a:lnTo>
                  <a:pt x="32716" y="34164"/>
                </a:lnTo>
                <a:lnTo>
                  <a:pt x="30544" y="30543"/>
                </a:lnTo>
                <a:cubicBezTo>
                  <a:pt x="31609" y="29393"/>
                  <a:pt x="32503" y="28115"/>
                  <a:pt x="33185" y="26710"/>
                </a:cubicBezTo>
                <a:close/>
                <a:moveTo>
                  <a:pt x="26242" y="23430"/>
                </a:moveTo>
                <a:cubicBezTo>
                  <a:pt x="25986" y="23898"/>
                  <a:pt x="25688" y="24367"/>
                  <a:pt x="25347" y="24793"/>
                </a:cubicBezTo>
                <a:cubicBezTo>
                  <a:pt x="22961" y="27902"/>
                  <a:pt x="18574" y="28627"/>
                  <a:pt x="15294" y="26497"/>
                </a:cubicBezTo>
                <a:cubicBezTo>
                  <a:pt x="14953" y="26284"/>
                  <a:pt x="14612" y="26028"/>
                  <a:pt x="14271" y="25730"/>
                </a:cubicBezTo>
                <a:cubicBezTo>
                  <a:pt x="12993" y="24622"/>
                  <a:pt x="12141" y="23131"/>
                  <a:pt x="11843" y="21470"/>
                </a:cubicBezTo>
                <a:cubicBezTo>
                  <a:pt x="11715" y="21001"/>
                  <a:pt x="11673" y="20490"/>
                  <a:pt x="11673" y="20022"/>
                </a:cubicBezTo>
                <a:cubicBezTo>
                  <a:pt x="11673" y="19383"/>
                  <a:pt x="11758" y="18744"/>
                  <a:pt x="11886" y="18147"/>
                </a:cubicBezTo>
                <a:cubicBezTo>
                  <a:pt x="13036" y="13249"/>
                  <a:pt x="18574" y="10778"/>
                  <a:pt x="23004" y="13249"/>
                </a:cubicBezTo>
                <a:cubicBezTo>
                  <a:pt x="23600" y="13589"/>
                  <a:pt x="24197" y="14015"/>
                  <a:pt x="24708" y="14484"/>
                </a:cubicBezTo>
                <a:cubicBezTo>
                  <a:pt x="26625" y="16401"/>
                  <a:pt x="27434" y="19212"/>
                  <a:pt x="26838" y="21853"/>
                </a:cubicBezTo>
                <a:cubicBezTo>
                  <a:pt x="26710" y="22407"/>
                  <a:pt x="26497" y="22918"/>
                  <a:pt x="26242" y="23430"/>
                </a:cubicBezTo>
                <a:close/>
              </a:path>
            </a:pathLst>
          </a:custGeom>
          <a:solidFill>
            <a:schemeClr val="accent1"/>
          </a:solidFill>
          <a:ln w="26625" cap="flat" cmpd="sng">
            <a:solidFill>
              <a:srgbClr val="1EFFC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nvGrpSpPr>
          <p:cNvPr id="7" name="Group 6">
            <a:extLst>
              <a:ext uri="{FF2B5EF4-FFF2-40B4-BE49-F238E27FC236}">
                <a16:creationId xmlns:a16="http://schemas.microsoft.com/office/drawing/2014/main" id="{70E7E726-298B-F90A-8014-D9A47418D00A}"/>
              </a:ext>
            </a:extLst>
          </p:cNvPr>
          <p:cNvGrpSpPr/>
          <p:nvPr/>
        </p:nvGrpSpPr>
        <p:grpSpPr>
          <a:xfrm rot="20311806">
            <a:off x="5784719" y="3707004"/>
            <a:ext cx="1373867" cy="1113719"/>
            <a:chOff x="5784719" y="3707004"/>
            <a:chExt cx="1373867" cy="1113719"/>
          </a:xfrm>
        </p:grpSpPr>
        <p:sp>
          <p:nvSpPr>
            <p:cNvPr id="378" name="Google Shape;378;p27">
              <a:extLst>
                <a:ext uri="{FF2B5EF4-FFF2-40B4-BE49-F238E27FC236}">
                  <a16:creationId xmlns:a16="http://schemas.microsoft.com/office/drawing/2014/main" id="{BB4503EA-2E42-4640-457D-7EA8228DC545}"/>
                </a:ext>
              </a:extLst>
            </p:cNvPr>
            <p:cNvSpPr/>
            <p:nvPr/>
          </p:nvSpPr>
          <p:spPr>
            <a:xfrm>
              <a:off x="5784719" y="3707004"/>
              <a:ext cx="1373867" cy="1113719"/>
            </a:xfrm>
            <a:custGeom>
              <a:avLst/>
              <a:gdLst/>
              <a:ahLst/>
              <a:cxnLst/>
              <a:rect l="l" t="t" r="r" b="b"/>
              <a:pathLst>
                <a:path w="25645" h="20789" fill="none" extrusionOk="0">
                  <a:moveTo>
                    <a:pt x="23472" y="5709"/>
                  </a:moveTo>
                  <a:cubicBezTo>
                    <a:pt x="25645" y="13547"/>
                    <a:pt x="18488" y="20789"/>
                    <a:pt x="10608" y="18744"/>
                  </a:cubicBezTo>
                  <a:cubicBezTo>
                    <a:pt x="2684" y="16657"/>
                    <a:pt x="1" y="6859"/>
                    <a:pt x="5752" y="1066"/>
                  </a:cubicBezTo>
                  <a:cubicBezTo>
                    <a:pt x="6092" y="683"/>
                    <a:pt x="6518" y="299"/>
                    <a:pt x="6944" y="1"/>
                  </a:cubicBezTo>
                </a:path>
              </a:pathLst>
            </a:custGeom>
            <a:solidFill>
              <a:schemeClr val="accent1"/>
            </a:solidFill>
            <a:ln w="13850" cap="rnd"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7">
              <a:extLst>
                <a:ext uri="{FF2B5EF4-FFF2-40B4-BE49-F238E27FC236}">
                  <a16:creationId xmlns:a16="http://schemas.microsoft.com/office/drawing/2014/main" id="{A949F71E-2281-26AC-68D1-1704B923B71F}"/>
                </a:ext>
              </a:extLst>
            </p:cNvPr>
            <p:cNvSpPr/>
            <p:nvPr/>
          </p:nvSpPr>
          <p:spPr>
            <a:xfrm>
              <a:off x="6101912" y="3732129"/>
              <a:ext cx="837606" cy="839856"/>
            </a:xfrm>
            <a:custGeom>
              <a:avLst/>
              <a:gdLst/>
              <a:ahLst/>
              <a:cxnLst/>
              <a:rect l="l" t="t" r="r" b="b"/>
              <a:pathLst>
                <a:path w="15635" h="15677" extrusionOk="0">
                  <a:moveTo>
                    <a:pt x="7626" y="4942"/>
                  </a:moveTo>
                  <a:cubicBezTo>
                    <a:pt x="7882" y="4942"/>
                    <a:pt x="8137" y="4942"/>
                    <a:pt x="8393" y="5027"/>
                  </a:cubicBezTo>
                  <a:cubicBezTo>
                    <a:pt x="8648" y="5070"/>
                    <a:pt x="8861" y="5155"/>
                    <a:pt x="9032" y="5240"/>
                  </a:cubicBezTo>
                  <a:cubicBezTo>
                    <a:pt x="9287" y="5368"/>
                    <a:pt x="9500" y="5496"/>
                    <a:pt x="9671" y="5666"/>
                  </a:cubicBezTo>
                  <a:cubicBezTo>
                    <a:pt x="9884" y="5879"/>
                    <a:pt x="10097" y="6092"/>
                    <a:pt x="10225" y="6305"/>
                  </a:cubicBezTo>
                  <a:cubicBezTo>
                    <a:pt x="10523" y="6731"/>
                    <a:pt x="10693" y="7157"/>
                    <a:pt x="10736" y="7668"/>
                  </a:cubicBezTo>
                  <a:cubicBezTo>
                    <a:pt x="10778" y="7924"/>
                    <a:pt x="10778" y="8179"/>
                    <a:pt x="10736" y="8478"/>
                  </a:cubicBezTo>
                  <a:cubicBezTo>
                    <a:pt x="10693" y="8776"/>
                    <a:pt x="10608" y="9074"/>
                    <a:pt x="10480" y="9372"/>
                  </a:cubicBezTo>
                  <a:cubicBezTo>
                    <a:pt x="10352" y="9585"/>
                    <a:pt x="10225" y="9756"/>
                    <a:pt x="10097" y="9926"/>
                  </a:cubicBezTo>
                  <a:cubicBezTo>
                    <a:pt x="9926" y="10096"/>
                    <a:pt x="9799" y="10267"/>
                    <a:pt x="9628" y="10394"/>
                  </a:cubicBezTo>
                  <a:cubicBezTo>
                    <a:pt x="9117" y="10820"/>
                    <a:pt x="8521" y="11033"/>
                    <a:pt x="7882" y="11076"/>
                  </a:cubicBezTo>
                  <a:lnTo>
                    <a:pt x="7370" y="11076"/>
                  </a:lnTo>
                  <a:cubicBezTo>
                    <a:pt x="6689" y="11033"/>
                    <a:pt x="6007" y="10735"/>
                    <a:pt x="5539" y="10224"/>
                  </a:cubicBezTo>
                  <a:cubicBezTo>
                    <a:pt x="5411" y="10096"/>
                    <a:pt x="5326" y="9969"/>
                    <a:pt x="5198" y="9841"/>
                  </a:cubicBezTo>
                  <a:cubicBezTo>
                    <a:pt x="4815" y="9287"/>
                    <a:pt x="4602" y="8605"/>
                    <a:pt x="4602" y="7924"/>
                  </a:cubicBezTo>
                  <a:cubicBezTo>
                    <a:pt x="4602" y="7753"/>
                    <a:pt x="4644" y="7540"/>
                    <a:pt x="4687" y="7370"/>
                  </a:cubicBezTo>
                  <a:cubicBezTo>
                    <a:pt x="4729" y="7114"/>
                    <a:pt x="4815" y="6901"/>
                    <a:pt x="4942" y="6646"/>
                  </a:cubicBezTo>
                  <a:cubicBezTo>
                    <a:pt x="5070" y="6348"/>
                    <a:pt x="5283" y="6049"/>
                    <a:pt x="5581" y="5794"/>
                  </a:cubicBezTo>
                  <a:cubicBezTo>
                    <a:pt x="5709" y="5623"/>
                    <a:pt x="5880" y="5496"/>
                    <a:pt x="6093" y="5368"/>
                  </a:cubicBezTo>
                  <a:cubicBezTo>
                    <a:pt x="6561" y="5112"/>
                    <a:pt x="7072" y="4942"/>
                    <a:pt x="7626" y="4942"/>
                  </a:cubicBezTo>
                  <a:close/>
                  <a:moveTo>
                    <a:pt x="6731" y="1"/>
                  </a:moveTo>
                  <a:lnTo>
                    <a:pt x="3920" y="938"/>
                  </a:lnTo>
                  <a:lnTo>
                    <a:pt x="4474" y="2684"/>
                  </a:lnTo>
                  <a:cubicBezTo>
                    <a:pt x="3963" y="2982"/>
                    <a:pt x="3494" y="3366"/>
                    <a:pt x="3068" y="3834"/>
                  </a:cubicBezTo>
                  <a:lnTo>
                    <a:pt x="1534" y="3068"/>
                  </a:lnTo>
                  <a:lnTo>
                    <a:pt x="214" y="5709"/>
                  </a:lnTo>
                  <a:lnTo>
                    <a:pt x="1662" y="6433"/>
                  </a:lnTo>
                  <a:cubicBezTo>
                    <a:pt x="1534" y="7072"/>
                    <a:pt x="1449" y="7753"/>
                    <a:pt x="1492" y="8392"/>
                  </a:cubicBezTo>
                  <a:lnTo>
                    <a:pt x="1" y="8904"/>
                  </a:lnTo>
                  <a:lnTo>
                    <a:pt x="938" y="11758"/>
                  </a:lnTo>
                  <a:lnTo>
                    <a:pt x="2429" y="11246"/>
                  </a:lnTo>
                  <a:cubicBezTo>
                    <a:pt x="2770" y="11800"/>
                    <a:pt x="3196" y="12311"/>
                    <a:pt x="3750" y="12737"/>
                  </a:cubicBezTo>
                  <a:lnTo>
                    <a:pt x="3068" y="14143"/>
                  </a:lnTo>
                  <a:lnTo>
                    <a:pt x="5709" y="15464"/>
                  </a:lnTo>
                  <a:lnTo>
                    <a:pt x="6433" y="14015"/>
                  </a:lnTo>
                  <a:cubicBezTo>
                    <a:pt x="6859" y="14129"/>
                    <a:pt x="7285" y="14167"/>
                    <a:pt x="7724" y="14167"/>
                  </a:cubicBezTo>
                  <a:cubicBezTo>
                    <a:pt x="7943" y="14167"/>
                    <a:pt x="8166" y="14157"/>
                    <a:pt x="8393" y="14143"/>
                  </a:cubicBezTo>
                  <a:lnTo>
                    <a:pt x="8904" y="15677"/>
                  </a:lnTo>
                  <a:lnTo>
                    <a:pt x="11715" y="14697"/>
                  </a:lnTo>
                  <a:lnTo>
                    <a:pt x="11204" y="13121"/>
                  </a:lnTo>
                  <a:cubicBezTo>
                    <a:pt x="11715" y="12737"/>
                    <a:pt x="12184" y="12311"/>
                    <a:pt x="12567" y="11843"/>
                  </a:cubicBezTo>
                  <a:lnTo>
                    <a:pt x="14101" y="12610"/>
                  </a:lnTo>
                  <a:lnTo>
                    <a:pt x="15422" y="9926"/>
                  </a:lnTo>
                  <a:lnTo>
                    <a:pt x="13760" y="9117"/>
                  </a:lnTo>
                  <a:cubicBezTo>
                    <a:pt x="13845" y="8520"/>
                    <a:pt x="13888" y="7966"/>
                    <a:pt x="13845" y="7370"/>
                  </a:cubicBezTo>
                  <a:lnTo>
                    <a:pt x="15635" y="6774"/>
                  </a:lnTo>
                  <a:lnTo>
                    <a:pt x="14697" y="3920"/>
                  </a:lnTo>
                  <a:lnTo>
                    <a:pt x="12866" y="4559"/>
                  </a:lnTo>
                  <a:cubicBezTo>
                    <a:pt x="12525" y="4090"/>
                    <a:pt x="12141" y="3664"/>
                    <a:pt x="11715" y="3323"/>
                  </a:cubicBezTo>
                  <a:lnTo>
                    <a:pt x="12610" y="1534"/>
                  </a:lnTo>
                  <a:lnTo>
                    <a:pt x="9926" y="214"/>
                  </a:lnTo>
                  <a:lnTo>
                    <a:pt x="9074" y="1960"/>
                  </a:lnTo>
                  <a:cubicBezTo>
                    <a:pt x="8521" y="1832"/>
                    <a:pt x="7924" y="1790"/>
                    <a:pt x="7370" y="1790"/>
                  </a:cubicBezTo>
                  <a:lnTo>
                    <a:pt x="67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1" name="Google Shape;381;p27">
            <a:extLst>
              <a:ext uri="{FF2B5EF4-FFF2-40B4-BE49-F238E27FC236}">
                <a16:creationId xmlns:a16="http://schemas.microsoft.com/office/drawing/2014/main" id="{4205F815-0805-28F3-C529-49A52FABF62B}"/>
              </a:ext>
            </a:extLst>
          </p:cNvPr>
          <p:cNvSpPr/>
          <p:nvPr/>
        </p:nvSpPr>
        <p:spPr>
          <a:xfrm rot="17027081">
            <a:off x="3032075" y="862878"/>
            <a:ext cx="501903" cy="500527"/>
          </a:xfrm>
          <a:custGeom>
            <a:avLst/>
            <a:gdLst/>
            <a:ahLst/>
            <a:cxnLst/>
            <a:rect l="l" t="t" r="r" b="b"/>
            <a:pathLst>
              <a:path w="15677" h="15634" extrusionOk="0">
                <a:moveTo>
                  <a:pt x="7625" y="4899"/>
                </a:moveTo>
                <a:cubicBezTo>
                  <a:pt x="7924" y="4899"/>
                  <a:pt x="8179" y="4942"/>
                  <a:pt x="8435" y="4984"/>
                </a:cubicBezTo>
                <a:cubicBezTo>
                  <a:pt x="8648" y="5070"/>
                  <a:pt x="8861" y="5112"/>
                  <a:pt x="9074" y="5240"/>
                </a:cubicBezTo>
                <a:cubicBezTo>
                  <a:pt x="9287" y="5325"/>
                  <a:pt x="9500" y="5496"/>
                  <a:pt x="9713" y="5666"/>
                </a:cubicBezTo>
                <a:cubicBezTo>
                  <a:pt x="10309" y="6177"/>
                  <a:pt x="10650" y="6859"/>
                  <a:pt x="10778" y="7625"/>
                </a:cubicBezTo>
                <a:cubicBezTo>
                  <a:pt x="10778" y="7881"/>
                  <a:pt x="10778" y="8179"/>
                  <a:pt x="10778" y="8435"/>
                </a:cubicBezTo>
                <a:cubicBezTo>
                  <a:pt x="10735" y="8776"/>
                  <a:pt x="10650" y="9074"/>
                  <a:pt x="10480" y="9372"/>
                </a:cubicBezTo>
                <a:cubicBezTo>
                  <a:pt x="10394" y="9542"/>
                  <a:pt x="10267" y="9713"/>
                  <a:pt x="10139" y="9883"/>
                </a:cubicBezTo>
                <a:lnTo>
                  <a:pt x="10096" y="9926"/>
                </a:lnTo>
                <a:cubicBezTo>
                  <a:pt x="9968" y="10096"/>
                  <a:pt x="9798" y="10224"/>
                  <a:pt x="9628" y="10394"/>
                </a:cubicBezTo>
                <a:cubicBezTo>
                  <a:pt x="9159" y="10778"/>
                  <a:pt x="8520" y="11033"/>
                  <a:pt x="7924" y="11076"/>
                </a:cubicBezTo>
                <a:lnTo>
                  <a:pt x="7370" y="11076"/>
                </a:lnTo>
                <a:cubicBezTo>
                  <a:pt x="7029" y="11033"/>
                  <a:pt x="6688" y="10906"/>
                  <a:pt x="6348" y="10778"/>
                </a:cubicBezTo>
                <a:cubicBezTo>
                  <a:pt x="6049" y="10607"/>
                  <a:pt x="5794" y="10437"/>
                  <a:pt x="5581" y="10181"/>
                </a:cubicBezTo>
                <a:cubicBezTo>
                  <a:pt x="5453" y="10096"/>
                  <a:pt x="5325" y="9968"/>
                  <a:pt x="5240" y="9798"/>
                </a:cubicBezTo>
                <a:cubicBezTo>
                  <a:pt x="4814" y="9287"/>
                  <a:pt x="4601" y="8605"/>
                  <a:pt x="4644" y="7924"/>
                </a:cubicBezTo>
                <a:cubicBezTo>
                  <a:pt x="4644" y="7711"/>
                  <a:pt x="4644" y="7540"/>
                  <a:pt x="4686" y="7370"/>
                </a:cubicBezTo>
                <a:cubicBezTo>
                  <a:pt x="4771" y="7114"/>
                  <a:pt x="4857" y="6859"/>
                  <a:pt x="4942" y="6646"/>
                </a:cubicBezTo>
                <a:cubicBezTo>
                  <a:pt x="5112" y="6305"/>
                  <a:pt x="5325" y="6007"/>
                  <a:pt x="5581" y="5751"/>
                </a:cubicBezTo>
                <a:cubicBezTo>
                  <a:pt x="5751" y="5623"/>
                  <a:pt x="5922" y="5453"/>
                  <a:pt x="6135" y="5325"/>
                </a:cubicBezTo>
                <a:cubicBezTo>
                  <a:pt x="6560" y="5070"/>
                  <a:pt x="7114" y="4942"/>
                  <a:pt x="7625" y="4899"/>
                </a:cubicBezTo>
                <a:close/>
                <a:moveTo>
                  <a:pt x="6731" y="0"/>
                </a:moveTo>
                <a:lnTo>
                  <a:pt x="3919" y="938"/>
                </a:lnTo>
                <a:lnTo>
                  <a:pt x="4516" y="2641"/>
                </a:lnTo>
                <a:cubicBezTo>
                  <a:pt x="4005" y="2982"/>
                  <a:pt x="3493" y="3366"/>
                  <a:pt x="3110" y="3834"/>
                </a:cubicBezTo>
                <a:lnTo>
                  <a:pt x="1534" y="3067"/>
                </a:lnTo>
                <a:lnTo>
                  <a:pt x="213" y="5709"/>
                </a:lnTo>
                <a:lnTo>
                  <a:pt x="1704" y="6433"/>
                </a:lnTo>
                <a:cubicBezTo>
                  <a:pt x="1534" y="7072"/>
                  <a:pt x="1491" y="7711"/>
                  <a:pt x="1534" y="8392"/>
                </a:cubicBezTo>
                <a:lnTo>
                  <a:pt x="0" y="8903"/>
                </a:lnTo>
                <a:lnTo>
                  <a:pt x="980" y="11715"/>
                </a:lnTo>
                <a:lnTo>
                  <a:pt x="2428" y="11246"/>
                </a:lnTo>
                <a:cubicBezTo>
                  <a:pt x="2769" y="11800"/>
                  <a:pt x="3238" y="12311"/>
                  <a:pt x="3749" y="12737"/>
                </a:cubicBezTo>
                <a:lnTo>
                  <a:pt x="3067" y="14100"/>
                </a:lnTo>
                <a:lnTo>
                  <a:pt x="5709" y="15421"/>
                </a:lnTo>
                <a:lnTo>
                  <a:pt x="6433" y="14015"/>
                </a:lnTo>
                <a:cubicBezTo>
                  <a:pt x="6845" y="14098"/>
                  <a:pt x="7258" y="14145"/>
                  <a:pt x="7682" y="14145"/>
                </a:cubicBezTo>
                <a:cubicBezTo>
                  <a:pt x="7915" y="14145"/>
                  <a:pt x="8151" y="14131"/>
                  <a:pt x="8392" y="14100"/>
                </a:cubicBezTo>
                <a:lnTo>
                  <a:pt x="8903" y="15634"/>
                </a:lnTo>
                <a:lnTo>
                  <a:pt x="11758" y="14697"/>
                </a:lnTo>
                <a:lnTo>
                  <a:pt x="11204" y="13078"/>
                </a:lnTo>
                <a:cubicBezTo>
                  <a:pt x="11715" y="12737"/>
                  <a:pt x="12183" y="12311"/>
                  <a:pt x="12567" y="11800"/>
                </a:cubicBezTo>
                <a:lnTo>
                  <a:pt x="14143" y="12567"/>
                </a:lnTo>
                <a:lnTo>
                  <a:pt x="15464" y="9926"/>
                </a:lnTo>
                <a:lnTo>
                  <a:pt x="13760" y="9074"/>
                </a:lnTo>
                <a:cubicBezTo>
                  <a:pt x="13887" y="8520"/>
                  <a:pt x="13887" y="7924"/>
                  <a:pt x="13845" y="7327"/>
                </a:cubicBezTo>
                <a:lnTo>
                  <a:pt x="15677" y="6731"/>
                </a:lnTo>
                <a:lnTo>
                  <a:pt x="14697" y="3919"/>
                </a:lnTo>
                <a:lnTo>
                  <a:pt x="12865" y="4558"/>
                </a:lnTo>
                <a:cubicBezTo>
                  <a:pt x="12524" y="4090"/>
                  <a:pt x="12183" y="3664"/>
                  <a:pt x="11758" y="3280"/>
                </a:cubicBezTo>
                <a:lnTo>
                  <a:pt x="12609" y="1534"/>
                </a:lnTo>
                <a:lnTo>
                  <a:pt x="9926" y="213"/>
                </a:lnTo>
                <a:lnTo>
                  <a:pt x="9074" y="1917"/>
                </a:lnTo>
                <a:cubicBezTo>
                  <a:pt x="8658" y="1821"/>
                  <a:pt x="8219" y="1774"/>
                  <a:pt x="7792" y="1774"/>
                </a:cubicBezTo>
                <a:cubicBezTo>
                  <a:pt x="7649" y="1774"/>
                  <a:pt x="7508" y="1779"/>
                  <a:pt x="7370" y="1789"/>
                </a:cubicBezTo>
                <a:lnTo>
                  <a:pt x="67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2" name="Google Shape;382;p27">
            <a:extLst>
              <a:ext uri="{FF2B5EF4-FFF2-40B4-BE49-F238E27FC236}">
                <a16:creationId xmlns:a16="http://schemas.microsoft.com/office/drawing/2014/main" id="{29873444-4F6A-0049-F9A3-629DE3EADCD0}"/>
              </a:ext>
            </a:extLst>
          </p:cNvPr>
          <p:cNvSpPr/>
          <p:nvPr/>
        </p:nvSpPr>
        <p:spPr>
          <a:xfrm>
            <a:off x="6406139" y="804152"/>
            <a:ext cx="267858" cy="59329"/>
          </a:xfrm>
          <a:custGeom>
            <a:avLst/>
            <a:gdLst/>
            <a:ahLst/>
            <a:cxnLst/>
            <a:rect l="l" t="t" r="r" b="b"/>
            <a:pathLst>
              <a:path w="5964" h="1321" extrusionOk="0">
                <a:moveTo>
                  <a:pt x="0" y="0"/>
                </a:moveTo>
                <a:lnTo>
                  <a:pt x="0" y="1321"/>
                </a:lnTo>
                <a:lnTo>
                  <a:pt x="5964" y="1321"/>
                </a:lnTo>
                <a:lnTo>
                  <a:pt x="59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3" name="Google Shape;383;p27">
            <a:extLst>
              <a:ext uri="{FF2B5EF4-FFF2-40B4-BE49-F238E27FC236}">
                <a16:creationId xmlns:a16="http://schemas.microsoft.com/office/drawing/2014/main" id="{3368D439-77CC-605F-75B7-A7BC3C1E4159}"/>
              </a:ext>
            </a:extLst>
          </p:cNvPr>
          <p:cNvSpPr/>
          <p:nvPr/>
        </p:nvSpPr>
        <p:spPr>
          <a:xfrm>
            <a:off x="6828947" y="804152"/>
            <a:ext cx="1568883" cy="59329"/>
          </a:xfrm>
          <a:custGeom>
            <a:avLst/>
            <a:gdLst/>
            <a:ahLst/>
            <a:cxnLst/>
            <a:rect l="l" t="t" r="r" b="b"/>
            <a:pathLst>
              <a:path w="34932" h="1321" extrusionOk="0">
                <a:moveTo>
                  <a:pt x="0" y="0"/>
                </a:moveTo>
                <a:lnTo>
                  <a:pt x="0" y="1321"/>
                </a:lnTo>
                <a:lnTo>
                  <a:pt x="34931" y="1321"/>
                </a:lnTo>
                <a:lnTo>
                  <a:pt x="349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4" name="Google Shape;384;p27">
            <a:extLst>
              <a:ext uri="{FF2B5EF4-FFF2-40B4-BE49-F238E27FC236}">
                <a16:creationId xmlns:a16="http://schemas.microsoft.com/office/drawing/2014/main" id="{F0A6E8FA-2DE4-8E6D-9456-40A08C90AB49}"/>
              </a:ext>
            </a:extLst>
          </p:cNvPr>
          <p:cNvSpPr/>
          <p:nvPr/>
        </p:nvSpPr>
        <p:spPr>
          <a:xfrm>
            <a:off x="6406139" y="983982"/>
            <a:ext cx="267858" cy="61261"/>
          </a:xfrm>
          <a:custGeom>
            <a:avLst/>
            <a:gdLst/>
            <a:ahLst/>
            <a:cxnLst/>
            <a:rect l="l" t="t" r="r" b="b"/>
            <a:pathLst>
              <a:path w="5964" h="1364" extrusionOk="0">
                <a:moveTo>
                  <a:pt x="0" y="0"/>
                </a:moveTo>
                <a:lnTo>
                  <a:pt x="0" y="1364"/>
                </a:lnTo>
                <a:lnTo>
                  <a:pt x="5964" y="1364"/>
                </a:lnTo>
                <a:lnTo>
                  <a:pt x="59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5" name="Google Shape;385;p27">
            <a:extLst>
              <a:ext uri="{FF2B5EF4-FFF2-40B4-BE49-F238E27FC236}">
                <a16:creationId xmlns:a16="http://schemas.microsoft.com/office/drawing/2014/main" id="{F87FE7DC-B652-9595-FAAA-6E917547CB75}"/>
              </a:ext>
            </a:extLst>
          </p:cNvPr>
          <p:cNvSpPr/>
          <p:nvPr/>
        </p:nvSpPr>
        <p:spPr>
          <a:xfrm>
            <a:off x="6828947" y="983982"/>
            <a:ext cx="1568883" cy="61261"/>
          </a:xfrm>
          <a:custGeom>
            <a:avLst/>
            <a:gdLst/>
            <a:ahLst/>
            <a:cxnLst/>
            <a:rect l="l" t="t" r="r" b="b"/>
            <a:pathLst>
              <a:path w="34932" h="1364" extrusionOk="0">
                <a:moveTo>
                  <a:pt x="0" y="0"/>
                </a:moveTo>
                <a:lnTo>
                  <a:pt x="0" y="1364"/>
                </a:lnTo>
                <a:lnTo>
                  <a:pt x="34931" y="1364"/>
                </a:lnTo>
                <a:lnTo>
                  <a:pt x="3493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6" name="Google Shape;386;p27">
            <a:extLst>
              <a:ext uri="{FF2B5EF4-FFF2-40B4-BE49-F238E27FC236}">
                <a16:creationId xmlns:a16="http://schemas.microsoft.com/office/drawing/2014/main" id="{718A54A9-ADCE-2110-EBD7-8D6092D0A84F}"/>
              </a:ext>
            </a:extLst>
          </p:cNvPr>
          <p:cNvSpPr/>
          <p:nvPr/>
        </p:nvSpPr>
        <p:spPr>
          <a:xfrm>
            <a:off x="6406139" y="1165742"/>
            <a:ext cx="267858" cy="59329"/>
          </a:xfrm>
          <a:custGeom>
            <a:avLst/>
            <a:gdLst/>
            <a:ahLst/>
            <a:cxnLst/>
            <a:rect l="l" t="t" r="r" b="b"/>
            <a:pathLst>
              <a:path w="5964" h="1321" extrusionOk="0">
                <a:moveTo>
                  <a:pt x="0" y="0"/>
                </a:moveTo>
                <a:lnTo>
                  <a:pt x="0" y="1321"/>
                </a:lnTo>
                <a:lnTo>
                  <a:pt x="5964" y="1321"/>
                </a:lnTo>
                <a:lnTo>
                  <a:pt x="59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7" name="Google Shape;387;p27">
            <a:extLst>
              <a:ext uri="{FF2B5EF4-FFF2-40B4-BE49-F238E27FC236}">
                <a16:creationId xmlns:a16="http://schemas.microsoft.com/office/drawing/2014/main" id="{DF309CF3-372B-C89F-2A44-6AD66D40D7B9}"/>
              </a:ext>
            </a:extLst>
          </p:cNvPr>
          <p:cNvSpPr/>
          <p:nvPr/>
        </p:nvSpPr>
        <p:spPr>
          <a:xfrm>
            <a:off x="6828947" y="1165742"/>
            <a:ext cx="991084" cy="59329"/>
          </a:xfrm>
          <a:custGeom>
            <a:avLst/>
            <a:gdLst/>
            <a:ahLst/>
            <a:cxnLst/>
            <a:rect l="l" t="t" r="r" b="b"/>
            <a:pathLst>
              <a:path w="22067" h="1321" extrusionOk="0">
                <a:moveTo>
                  <a:pt x="0" y="0"/>
                </a:moveTo>
                <a:lnTo>
                  <a:pt x="0" y="1321"/>
                </a:lnTo>
                <a:lnTo>
                  <a:pt x="22066" y="1321"/>
                </a:lnTo>
                <a:lnTo>
                  <a:pt x="220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8" name="Google Shape;388;p27">
            <a:extLst>
              <a:ext uri="{FF2B5EF4-FFF2-40B4-BE49-F238E27FC236}">
                <a16:creationId xmlns:a16="http://schemas.microsoft.com/office/drawing/2014/main" id="{FB96B1D5-BFA2-2FC8-04C7-9A3753642B4B}"/>
              </a:ext>
            </a:extLst>
          </p:cNvPr>
          <p:cNvSpPr/>
          <p:nvPr/>
        </p:nvSpPr>
        <p:spPr>
          <a:xfrm>
            <a:off x="6406139" y="1347503"/>
            <a:ext cx="267858" cy="59329"/>
          </a:xfrm>
          <a:custGeom>
            <a:avLst/>
            <a:gdLst/>
            <a:ahLst/>
            <a:cxnLst/>
            <a:rect l="l" t="t" r="r" b="b"/>
            <a:pathLst>
              <a:path w="5964" h="1321" extrusionOk="0">
                <a:moveTo>
                  <a:pt x="0" y="0"/>
                </a:moveTo>
                <a:lnTo>
                  <a:pt x="0" y="1321"/>
                </a:lnTo>
                <a:lnTo>
                  <a:pt x="5964" y="1321"/>
                </a:lnTo>
                <a:lnTo>
                  <a:pt x="5964" y="0"/>
                </a:lnTo>
                <a:close/>
              </a:path>
            </a:pathLst>
          </a:custGeom>
          <a:solidFill>
            <a:srgbClr val="0E2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89" name="Google Shape;389;p27">
            <a:extLst>
              <a:ext uri="{FF2B5EF4-FFF2-40B4-BE49-F238E27FC236}">
                <a16:creationId xmlns:a16="http://schemas.microsoft.com/office/drawing/2014/main" id="{6B16ED7A-05A1-140B-4557-1B53F533F327}"/>
              </a:ext>
            </a:extLst>
          </p:cNvPr>
          <p:cNvSpPr/>
          <p:nvPr/>
        </p:nvSpPr>
        <p:spPr>
          <a:xfrm>
            <a:off x="6828947" y="1347503"/>
            <a:ext cx="991084" cy="59329"/>
          </a:xfrm>
          <a:custGeom>
            <a:avLst/>
            <a:gdLst/>
            <a:ahLst/>
            <a:cxnLst/>
            <a:rect l="l" t="t" r="r" b="b"/>
            <a:pathLst>
              <a:path w="22067" h="1321" extrusionOk="0">
                <a:moveTo>
                  <a:pt x="0" y="0"/>
                </a:moveTo>
                <a:lnTo>
                  <a:pt x="0" y="1321"/>
                </a:lnTo>
                <a:lnTo>
                  <a:pt x="22066" y="1321"/>
                </a:lnTo>
                <a:lnTo>
                  <a:pt x="220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90" name="Google Shape;390;p27">
            <a:extLst>
              <a:ext uri="{FF2B5EF4-FFF2-40B4-BE49-F238E27FC236}">
                <a16:creationId xmlns:a16="http://schemas.microsoft.com/office/drawing/2014/main" id="{B35B75FD-6083-A054-8D57-3E16D5A5B516}"/>
              </a:ext>
            </a:extLst>
          </p:cNvPr>
          <p:cNvSpPr/>
          <p:nvPr/>
        </p:nvSpPr>
        <p:spPr>
          <a:xfrm>
            <a:off x="6101900" y="869185"/>
            <a:ext cx="141654" cy="552963"/>
          </a:xfrm>
          <a:custGeom>
            <a:avLst/>
            <a:gdLst/>
            <a:ahLst/>
            <a:cxnLst/>
            <a:rect l="l" t="t" r="r" b="b"/>
            <a:pathLst>
              <a:path w="3154" h="12312" fill="none" extrusionOk="0">
                <a:moveTo>
                  <a:pt x="3153" y="12311"/>
                </a:moveTo>
                <a:lnTo>
                  <a:pt x="1" y="12311"/>
                </a:lnTo>
                <a:lnTo>
                  <a:pt x="1" y="0"/>
                </a:lnTo>
                <a:lnTo>
                  <a:pt x="3068" y="0"/>
                </a:lnTo>
              </a:path>
            </a:pathLst>
          </a:custGeom>
          <a:solidFill>
            <a:schemeClr val="accent1"/>
          </a:solidFill>
          <a:ln w="13850" cap="flat"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nvGrpSpPr>
          <p:cNvPr id="2" name="Group 1">
            <a:extLst>
              <a:ext uri="{FF2B5EF4-FFF2-40B4-BE49-F238E27FC236}">
                <a16:creationId xmlns:a16="http://schemas.microsoft.com/office/drawing/2014/main" id="{37D0BC1D-C4C7-CB6A-85F6-66DD20425DED}"/>
              </a:ext>
            </a:extLst>
          </p:cNvPr>
          <p:cNvGrpSpPr/>
          <p:nvPr/>
        </p:nvGrpSpPr>
        <p:grpSpPr>
          <a:xfrm>
            <a:off x="0" y="10042"/>
            <a:ext cx="1335660" cy="324951"/>
            <a:chOff x="523596" y="911573"/>
            <a:chExt cx="1335660" cy="324951"/>
          </a:xfrm>
        </p:grpSpPr>
        <p:sp>
          <p:nvSpPr>
            <p:cNvPr id="391" name="Google Shape;391;p27">
              <a:extLst>
                <a:ext uri="{FF2B5EF4-FFF2-40B4-BE49-F238E27FC236}">
                  <a16:creationId xmlns:a16="http://schemas.microsoft.com/office/drawing/2014/main" id="{51DED26F-1F46-286B-A807-5251769C77FE}"/>
                </a:ext>
              </a:extLst>
            </p:cNvPr>
            <p:cNvSpPr/>
            <p:nvPr/>
          </p:nvSpPr>
          <p:spPr>
            <a:xfrm>
              <a:off x="523596" y="91157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392" name="Google Shape;392;p27">
              <a:extLst>
                <a:ext uri="{FF2B5EF4-FFF2-40B4-BE49-F238E27FC236}">
                  <a16:creationId xmlns:a16="http://schemas.microsoft.com/office/drawing/2014/main" id="{51FA3699-4E6E-397F-FA3B-150232A50D25}"/>
                </a:ext>
              </a:extLst>
            </p:cNvPr>
            <p:cNvSpPr/>
            <p:nvPr/>
          </p:nvSpPr>
          <p:spPr>
            <a:xfrm>
              <a:off x="523596" y="115390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8FFD5"/>
                </a:solidFill>
              </a:endParaRPr>
            </a:p>
          </p:txBody>
        </p:sp>
      </p:grpSp>
      <p:sp>
        <p:nvSpPr>
          <p:cNvPr id="393" name="Google Shape;393;p27">
            <a:extLst>
              <a:ext uri="{FF2B5EF4-FFF2-40B4-BE49-F238E27FC236}">
                <a16:creationId xmlns:a16="http://schemas.microsoft.com/office/drawing/2014/main" id="{42557F2A-3D84-385E-5768-71B9DCC91143}"/>
              </a:ext>
            </a:extLst>
          </p:cNvPr>
          <p:cNvSpPr/>
          <p:nvPr/>
        </p:nvSpPr>
        <p:spPr>
          <a:xfrm>
            <a:off x="6580967" y="2995135"/>
            <a:ext cx="1929800" cy="381875"/>
          </a:xfrm>
          <a:custGeom>
            <a:avLst/>
            <a:gdLst/>
            <a:ahLst/>
            <a:cxnLst/>
            <a:rect l="l" t="t" r="r" b="b"/>
            <a:pathLst>
              <a:path w="60278" h="11928" fill="none" extrusionOk="0">
                <a:moveTo>
                  <a:pt x="0" y="0"/>
                </a:moveTo>
                <a:lnTo>
                  <a:pt x="60277" y="0"/>
                </a:lnTo>
                <a:lnTo>
                  <a:pt x="60277" y="11928"/>
                </a:lnTo>
                <a:lnTo>
                  <a:pt x="0" y="11928"/>
                </a:lnTo>
                <a:close/>
              </a:path>
            </a:pathLst>
          </a:custGeom>
          <a:solidFill>
            <a:schemeClr val="accent1"/>
          </a:solidFill>
          <a:ln w="13850" cap="flat" cmpd="sng">
            <a:solidFill>
              <a:schemeClr val="accent1"/>
            </a:solidFill>
            <a:prstDash val="solid"/>
            <a:miter lim="42598"/>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7">
            <a:extLst>
              <a:ext uri="{FF2B5EF4-FFF2-40B4-BE49-F238E27FC236}">
                <a16:creationId xmlns:a16="http://schemas.microsoft.com/office/drawing/2014/main" id="{1673EEAE-8827-8A37-6DC2-DCD2C3BE0EB4}"/>
              </a:ext>
            </a:extLst>
          </p:cNvPr>
          <p:cNvSpPr txBox="1">
            <a:spLocks noGrp="1"/>
          </p:cNvSpPr>
          <p:nvPr>
            <p:ph type="subTitle" idx="1"/>
          </p:nvPr>
        </p:nvSpPr>
        <p:spPr>
          <a:xfrm>
            <a:off x="2802865" y="1542290"/>
            <a:ext cx="3457500" cy="217906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6600" b="1" dirty="0">
                <a:solidFill>
                  <a:srgbClr val="161234"/>
                </a:solidFill>
              </a:rPr>
              <a:t>THANK YOU</a:t>
            </a:r>
            <a:endParaRPr sz="6600" b="1" dirty="0"/>
          </a:p>
        </p:txBody>
      </p:sp>
      <p:grpSp>
        <p:nvGrpSpPr>
          <p:cNvPr id="3" name="Group 2">
            <a:extLst>
              <a:ext uri="{FF2B5EF4-FFF2-40B4-BE49-F238E27FC236}">
                <a16:creationId xmlns:a16="http://schemas.microsoft.com/office/drawing/2014/main" id="{69C86549-B3A9-DF37-28D8-3D196BE64A99}"/>
              </a:ext>
            </a:extLst>
          </p:cNvPr>
          <p:cNvGrpSpPr/>
          <p:nvPr/>
        </p:nvGrpSpPr>
        <p:grpSpPr>
          <a:xfrm>
            <a:off x="7808340" y="4820723"/>
            <a:ext cx="1335660" cy="324951"/>
            <a:chOff x="523596" y="911573"/>
            <a:chExt cx="1335660" cy="324951"/>
          </a:xfrm>
        </p:grpSpPr>
        <p:sp>
          <p:nvSpPr>
            <p:cNvPr id="4" name="Google Shape;391;p27">
              <a:extLst>
                <a:ext uri="{FF2B5EF4-FFF2-40B4-BE49-F238E27FC236}">
                  <a16:creationId xmlns:a16="http://schemas.microsoft.com/office/drawing/2014/main" id="{3FAC920D-4C05-E4E9-9C40-6E850F90EF7D}"/>
                </a:ext>
              </a:extLst>
            </p:cNvPr>
            <p:cNvSpPr/>
            <p:nvPr/>
          </p:nvSpPr>
          <p:spPr>
            <a:xfrm>
              <a:off x="523596" y="911573"/>
              <a:ext cx="1335660" cy="80014"/>
            </a:xfrm>
            <a:custGeom>
              <a:avLst/>
              <a:gdLst/>
              <a:ahLst/>
              <a:cxnLst/>
              <a:rect l="l" t="t" r="r" b="b"/>
              <a:pathLst>
                <a:path w="22067" h="1322" extrusionOk="0">
                  <a:moveTo>
                    <a:pt x="0" y="1"/>
                  </a:moveTo>
                  <a:lnTo>
                    <a:pt x="0" y="1321"/>
                  </a:lnTo>
                  <a:lnTo>
                    <a:pt x="22066" y="1321"/>
                  </a:lnTo>
                  <a:lnTo>
                    <a:pt x="220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sp>
          <p:nvSpPr>
            <p:cNvPr id="5" name="Google Shape;392;p27">
              <a:extLst>
                <a:ext uri="{FF2B5EF4-FFF2-40B4-BE49-F238E27FC236}">
                  <a16:creationId xmlns:a16="http://schemas.microsoft.com/office/drawing/2014/main" id="{7E6DBD4B-768D-6E52-20DB-189B072F719E}"/>
                </a:ext>
              </a:extLst>
            </p:cNvPr>
            <p:cNvSpPr/>
            <p:nvPr/>
          </p:nvSpPr>
          <p:spPr>
            <a:xfrm>
              <a:off x="523596" y="1153907"/>
              <a:ext cx="1335660" cy="82617"/>
            </a:xfrm>
            <a:custGeom>
              <a:avLst/>
              <a:gdLst/>
              <a:ahLst/>
              <a:cxnLst/>
              <a:rect l="l" t="t" r="r" b="b"/>
              <a:pathLst>
                <a:path w="22067" h="1365" extrusionOk="0">
                  <a:moveTo>
                    <a:pt x="0" y="1"/>
                  </a:moveTo>
                  <a:lnTo>
                    <a:pt x="0" y="1364"/>
                  </a:lnTo>
                  <a:lnTo>
                    <a:pt x="22066" y="1364"/>
                  </a:lnTo>
                  <a:lnTo>
                    <a:pt x="220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8FFD5"/>
                </a:solidFill>
              </a:endParaRPr>
            </a:p>
          </p:txBody>
        </p:sp>
      </p:grpSp>
    </p:spTree>
    <p:extLst>
      <p:ext uri="{BB962C8B-B14F-4D97-AF65-F5344CB8AC3E}">
        <p14:creationId xmlns:p14="http://schemas.microsoft.com/office/powerpoint/2010/main" val="2602822807"/>
      </p:ext>
    </p:extLst>
  </p:cSld>
  <p:clrMapOvr>
    <a:masterClrMapping/>
  </p:clrMapOvr>
  <mc:AlternateContent xmlns:mc="http://schemas.openxmlformats.org/markup-compatibility/2006">
    <mc:Choice xmlns:p14="http://schemas.microsoft.com/office/powerpoint/2010/main" Requires="p14">
      <p:transition spd="slow" p14:dur="1500">
        <p:wipe/>
      </p:transition>
    </mc:Choice>
    <mc:Fallback>
      <p:transition spd="slow">
        <p:wipe/>
      </p:transition>
    </mc:Fallback>
  </mc:AlternateContent>
</p:sld>
</file>

<file path=ppt/theme/theme1.xml><?xml version="1.0" encoding="utf-8"?>
<a:theme xmlns:a="http://schemas.openxmlformats.org/drawingml/2006/main" name="WEB PROPOSAL">
  <a:themeElements>
    <a:clrScheme name="Simple Light">
      <a:dk1>
        <a:srgbClr val="000000"/>
      </a:dk1>
      <a:lt1>
        <a:srgbClr val="FFFFFF"/>
      </a:lt1>
      <a:dk2>
        <a:srgbClr val="595959"/>
      </a:dk2>
      <a:lt2>
        <a:srgbClr val="EEEEEE"/>
      </a:lt2>
      <a:accent1>
        <a:srgbClr val="48FFD5"/>
      </a:accent1>
      <a:accent2>
        <a:srgbClr val="48FFD5"/>
      </a:accent2>
      <a:accent3>
        <a:srgbClr val="48FFD5"/>
      </a:accent3>
      <a:accent4>
        <a:srgbClr val="48FFD5"/>
      </a:accent4>
      <a:accent5>
        <a:srgbClr val="48FFD5"/>
      </a:accent5>
      <a:accent6>
        <a:srgbClr val="48FFD5"/>
      </a:accent6>
      <a:hlink>
        <a:srgbClr val="48FFD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1340</Words>
  <Application>Microsoft Office PowerPoint</Application>
  <PresentationFormat>On-screen Show (16:9)</PresentationFormat>
  <Paragraphs>127</Paragraphs>
  <Slides>17</Slides>
  <Notes>11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Roboto Light</vt:lpstr>
      <vt:lpstr>Proxima Nova</vt:lpstr>
      <vt:lpstr>Roboto Mono Thin</vt:lpstr>
      <vt:lpstr>Roboto Black</vt:lpstr>
      <vt:lpstr>Didact Gothic</vt:lpstr>
      <vt:lpstr>Wingdings</vt:lpstr>
      <vt:lpstr>Courier New</vt:lpstr>
      <vt:lpstr>Proxima Nova Semibold</vt:lpstr>
      <vt:lpstr>Arial Black</vt:lpstr>
      <vt:lpstr>Arial</vt:lpstr>
      <vt:lpstr>WEB PROPOSAL</vt:lpstr>
      <vt:lpstr>SlidesGo Final Pages</vt:lpstr>
      <vt:lpstr>  Presented By: Amna Bibi  Presented To: Miss Areej Ali </vt:lpstr>
      <vt:lpstr>TABLE OF CONTENTS</vt:lpstr>
      <vt:lpstr>What is server configuration?</vt:lpstr>
      <vt:lpstr>WHY IS SERVER CONFIGURATION IMPORTANT?</vt:lpstr>
      <vt:lpstr>Common Server Configuration Options</vt:lpstr>
      <vt:lpstr>OPTIONS</vt:lpstr>
      <vt:lpstr>APPROACHES TO SRVER CONFIGURATION</vt:lpstr>
      <vt:lpstr>PowerPoint Presentation</vt:lpstr>
      <vt:lpstr>WHEN TO CHOOSE WHICH?</vt:lpstr>
      <vt:lpstr>STEPS FOR SERVER CONFIGURATION</vt:lpstr>
      <vt:lpstr>1. CONFIGURING APACHE TOMCAT </vt:lpstr>
      <vt:lpstr>CONFIGURATION STEPS </vt:lpstr>
      <vt:lpstr>2. Configuring Macromedia JRun</vt:lpstr>
      <vt:lpstr>CONFIGURATION STEPS </vt:lpstr>
      <vt:lpstr>3. Configuring Caucho Resin </vt:lpstr>
      <vt:lpstr>CONFIGURATION STEPS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Amna Bibi &amp;  Presented To: Miss Areej Ali</dc:title>
  <dc:creator>Adeena .</dc:creator>
  <cp:lastModifiedBy>Adeena .</cp:lastModifiedBy>
  <cp:revision>24</cp:revision>
  <dcterms:modified xsi:type="dcterms:W3CDTF">2024-03-06T16:13:30Z</dcterms:modified>
</cp:coreProperties>
</file>