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6858000" cx="9144000"/>
  <p:notesSz cx="6858000" cy="9144000"/>
  <p:embeddedFontLst>
    <p:embeddedFont>
      <p:font typeface="Tahoma"/>
      <p:regular r:id="rId39"/>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Tahoma-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Tahoma-regular.fntdata"/><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9pPr>
          </a:lstStyle>
          <a:p/>
        </p:txBody>
      </p:sp>
      <p:sp>
        <p:nvSpPr>
          <p:cNvPr id="4" name="Google Shape;4;n"/>
          <p:cNvSpPr txBox="1"/>
          <p:nvPr>
            <p:ph idx="10" type="dt"/>
          </p:nvPr>
        </p:nvSpPr>
        <p:spPr>
          <a:xfrm>
            <a:off x="3884612" y="0"/>
            <a:ext cx="2971800" cy="458787"/>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9pPr>
          </a:lstStyle>
          <a:p/>
        </p:txBody>
      </p:sp>
      <p:sp>
        <p:nvSpPr>
          <p:cNvPr id="8" name="Google Shape;8;n"/>
          <p:cNvSpPr txBox="1"/>
          <p:nvPr>
            <p:ph idx="12" type="sldNum"/>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 </a:t>
            </a:r>
            <a:r>
              <a:rPr b="1" lang="en-US"/>
              <a:t>cyber attack</a:t>
            </a:r>
            <a:r>
              <a:rPr lang="en-US"/>
              <a:t> is any type of offensive action that targets computer information systems, infrastructures, computer networks or personal computer devices, using various methods to steal, alter or destroy data or information systems.</a:t>
            </a:r>
            <a:endParaRPr/>
          </a:p>
        </p:txBody>
      </p:sp>
      <p:sp>
        <p:nvSpPr>
          <p:cNvPr id="110" name="Google Shape;110;p1: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 Traffic analysis is enclosed in eavesdropping</a:t>
            </a:r>
            <a:endParaRPr/>
          </a:p>
        </p:txBody>
      </p:sp>
      <p:sp>
        <p:nvSpPr>
          <p:cNvPr id="123" name="Google Shape;123;p3: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9" name="Google Shape;12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71450" rtl="0" algn="l">
              <a:spcBef>
                <a:spcPts val="0"/>
              </a:spcBef>
              <a:spcAft>
                <a:spcPts val="0"/>
              </a:spcAft>
              <a:buNone/>
            </a:pPr>
            <a:r>
              <a:rPr lang="en-US"/>
              <a:t>Masquerade (masking, disguise)</a:t>
            </a:r>
            <a:endParaRPr/>
          </a:p>
          <a:p>
            <a:pPr indent="0" lvl="0" marL="171450" rtl="0" algn="l">
              <a:spcBef>
                <a:spcPts val="0"/>
              </a:spcBef>
              <a:spcAft>
                <a:spcPts val="0"/>
              </a:spcAft>
              <a:buNone/>
            </a:pPr>
            <a:r>
              <a:rPr lang="en-US"/>
              <a:t>A masquerade may be attempted through the use of stolen logon IDs and passwords (Keylogger)</a:t>
            </a:r>
            <a:endParaRPr/>
          </a:p>
          <a:p>
            <a:pPr indent="0" lvl="0" marL="171450" rtl="0" algn="l">
              <a:spcBef>
                <a:spcPts val="0"/>
              </a:spcBef>
              <a:spcAft>
                <a:spcPts val="0"/>
              </a:spcAft>
              <a:buNone/>
            </a:pPr>
            <a:r>
              <a:rPr lang="en-US"/>
              <a:t>Weak authentication provides one of the easiest points of entry for a masquerade</a:t>
            </a:r>
            <a:endParaRPr/>
          </a:p>
        </p:txBody>
      </p:sp>
      <p:sp>
        <p:nvSpPr>
          <p:cNvPr id="130" name="Google Shape;130;p4: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9" name="Google Shape;13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71450" rtl="0" algn="l">
              <a:spcBef>
                <a:spcPts val="0"/>
              </a:spcBef>
              <a:spcAft>
                <a:spcPts val="0"/>
              </a:spcAft>
              <a:buNone/>
            </a:pPr>
            <a:r>
              <a:rPr lang="en-US"/>
              <a:t>Technique that could be used to avoid a </a:t>
            </a:r>
            <a:r>
              <a:rPr b="1" lang="en-US"/>
              <a:t>replay attack</a:t>
            </a:r>
            <a:r>
              <a:rPr lang="en-US"/>
              <a:t> is by creating random session keys which are time bound and process bound.</a:t>
            </a:r>
            <a:endParaRPr/>
          </a:p>
          <a:p>
            <a:pPr indent="0" lvl="0" marL="171450" rtl="0" algn="l">
              <a:spcBef>
                <a:spcPts val="0"/>
              </a:spcBef>
              <a:spcAft>
                <a:spcPts val="0"/>
              </a:spcAft>
              <a:buNone/>
            </a:pPr>
            <a:r>
              <a:rPr lang="en-US"/>
              <a:t>The other popular technique is to use one-time passwords for each request. This method of prevention is very often used for banking operations.</a:t>
            </a:r>
            <a:endParaRPr/>
          </a:p>
        </p:txBody>
      </p:sp>
      <p:sp>
        <p:nvSpPr>
          <p:cNvPr id="140" name="Google Shape;140;p5: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48" name="Google Shape;14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6: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57" name="Google Shape;15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7: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An eavesdropping attack, also known as a sniffing or snooping attack, is </a:t>
            </a:r>
            <a:r>
              <a:rPr b="1" lang="en-US"/>
              <a:t>a theft of information as it is transmitted over a network by a computer, smartphone, or another connected device</a:t>
            </a:r>
            <a:r>
              <a:rPr lang="en-US"/>
              <a:t>. The attack takes advantage of unsecured network communications to access data as it is being sent or received by its user.</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Eavesdropping attacks can be prevented by using a personal firewall, keeping antivirus software updated, and using a virtual private network (VPN).</a:t>
            </a:r>
            <a:endParaRPr/>
          </a:p>
          <a:p>
            <a:pPr indent="0" lvl="0" marL="0" rtl="0" algn="l">
              <a:spcBef>
                <a:spcPts val="0"/>
              </a:spcBef>
              <a:spcAft>
                <a:spcPts val="0"/>
              </a:spcAft>
              <a:buSzPts val="1800"/>
              <a:buNone/>
            </a:pPr>
            <a:r>
              <a:rPr lang="en-US"/>
              <a:t>Avoiding public Wi-Fi networks and adopting strong passwords are other ways to prevent eavesdropping attacks.</a:t>
            </a:r>
            <a:endParaRPr/>
          </a:p>
          <a:p>
            <a:pPr indent="0" lvl="0" marL="0" rtl="0" algn="l">
              <a:spcBef>
                <a:spcPts val="0"/>
              </a:spcBef>
              <a:spcAft>
                <a:spcPts val="0"/>
              </a:spcAft>
              <a:buNone/>
            </a:pPr>
            <a:r>
              <a:t/>
            </a:r>
            <a:endParaRPr/>
          </a:p>
        </p:txBody>
      </p:sp>
      <p:sp>
        <p:nvSpPr>
          <p:cNvPr id="227" name="Google Shape;227;p18: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3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3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2"/>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285750" lvl="5" marL="2743200" algn="l">
              <a:spcBef>
                <a:spcPts val="360"/>
              </a:spcBef>
              <a:spcAft>
                <a:spcPts val="0"/>
              </a:spcAft>
              <a:buSzPts val="900"/>
              <a:buChar char="■"/>
              <a:defRPr/>
            </a:lvl6pPr>
            <a:lvl7pPr indent="-285750" lvl="6" marL="3200400" algn="l">
              <a:spcBef>
                <a:spcPts val="360"/>
              </a:spcBef>
              <a:spcAft>
                <a:spcPts val="0"/>
              </a:spcAft>
              <a:buSzPts val="900"/>
              <a:buChar char="■"/>
              <a:defRPr/>
            </a:lvl7pPr>
            <a:lvl8pPr indent="-285750" lvl="7" marL="3657600" algn="l">
              <a:spcBef>
                <a:spcPts val="360"/>
              </a:spcBef>
              <a:spcAft>
                <a:spcPts val="0"/>
              </a:spcAft>
              <a:buSzPts val="900"/>
              <a:buChar char="■"/>
              <a:defRPr/>
            </a:lvl8pPr>
            <a:lvl9pPr indent="-285750" lvl="8" marL="4114800" algn="l">
              <a:spcBef>
                <a:spcPts val="360"/>
              </a:spcBef>
              <a:spcAft>
                <a:spcPts val="0"/>
              </a:spcAft>
              <a:buSzPts val="900"/>
              <a:buChar char="■"/>
              <a:defRPr/>
            </a:lvl9pPr>
          </a:lstStyle>
          <a:p/>
        </p:txBody>
      </p:sp>
      <p:sp>
        <p:nvSpPr>
          <p:cNvPr id="25" name="Google Shape;25;p2"/>
          <p:cNvSpPr txBox="1"/>
          <p:nvPr>
            <p:ph idx="10" type="dt"/>
          </p:nvPr>
        </p:nvSpPr>
        <p:spPr>
          <a:xfrm>
            <a:off x="914400" y="63246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
          <p:cNvSpPr txBox="1"/>
          <p:nvPr>
            <p:ph idx="11" type="ftr"/>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
          <p:cNvSpPr txBox="1"/>
          <p:nvPr>
            <p:ph idx="12" type="sldNum"/>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3"/>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
          <p:cNvSpPr txBox="1"/>
          <p:nvPr>
            <p:ph idx="10" type="dt"/>
          </p:nvPr>
        </p:nvSpPr>
        <p:spPr>
          <a:xfrm>
            <a:off x="914400" y="63246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
          <p:cNvSpPr txBox="1"/>
          <p:nvPr>
            <p:ph idx="11" type="ftr"/>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
          <p:cNvSpPr txBox="1"/>
          <p:nvPr>
            <p:ph idx="12" type="sldNum"/>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3" name="Shape 33"/>
        <p:cNvGrpSpPr/>
        <p:nvPr/>
      </p:nvGrpSpPr>
      <p:grpSpPr>
        <a:xfrm>
          <a:off x="0" y="0"/>
          <a:ext cx="0" cy="0"/>
          <a:chOff x="0" y="0"/>
          <a:chExt cx="0" cy="0"/>
        </a:xfrm>
      </p:grpSpPr>
      <p:sp>
        <p:nvSpPr>
          <p:cNvPr id="34" name="Google Shape;34;p4"/>
          <p:cNvSpPr txBox="1"/>
          <p:nvPr>
            <p:ph type="title"/>
          </p:nvPr>
        </p:nvSpPr>
        <p:spPr>
          <a:xfrm rot="5400000">
            <a:off x="5222082" y="2399506"/>
            <a:ext cx="5514975" cy="19510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
          <p:cNvSpPr txBox="1"/>
          <p:nvPr>
            <p:ph idx="1" type="body"/>
          </p:nvPr>
        </p:nvSpPr>
        <p:spPr>
          <a:xfrm rot="5400000">
            <a:off x="1243807" y="524669"/>
            <a:ext cx="5514975" cy="5700712"/>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285750" lvl="5" marL="2743200" algn="l">
              <a:spcBef>
                <a:spcPts val="360"/>
              </a:spcBef>
              <a:spcAft>
                <a:spcPts val="0"/>
              </a:spcAft>
              <a:buSzPts val="900"/>
              <a:buChar char="■"/>
              <a:defRPr/>
            </a:lvl6pPr>
            <a:lvl7pPr indent="-285750" lvl="6" marL="3200400" algn="l">
              <a:spcBef>
                <a:spcPts val="360"/>
              </a:spcBef>
              <a:spcAft>
                <a:spcPts val="0"/>
              </a:spcAft>
              <a:buSzPts val="900"/>
              <a:buChar char="■"/>
              <a:defRPr/>
            </a:lvl7pPr>
            <a:lvl8pPr indent="-285750" lvl="7" marL="3657600" algn="l">
              <a:spcBef>
                <a:spcPts val="360"/>
              </a:spcBef>
              <a:spcAft>
                <a:spcPts val="0"/>
              </a:spcAft>
              <a:buSzPts val="900"/>
              <a:buChar char="■"/>
              <a:defRPr/>
            </a:lvl8pPr>
            <a:lvl9pPr indent="-285750" lvl="8" marL="4114800" algn="l">
              <a:spcBef>
                <a:spcPts val="360"/>
              </a:spcBef>
              <a:spcAft>
                <a:spcPts val="0"/>
              </a:spcAft>
              <a:buSzPts val="900"/>
              <a:buChar char="■"/>
              <a:defRPr/>
            </a:lvl9pPr>
          </a:lstStyle>
          <a:p/>
        </p:txBody>
      </p:sp>
      <p:sp>
        <p:nvSpPr>
          <p:cNvPr id="36" name="Google Shape;36;p4"/>
          <p:cNvSpPr txBox="1"/>
          <p:nvPr>
            <p:ph idx="10" type="dt"/>
          </p:nvPr>
        </p:nvSpPr>
        <p:spPr>
          <a:xfrm>
            <a:off x="914400" y="63246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4"/>
          <p:cNvSpPr txBox="1"/>
          <p:nvPr>
            <p:ph idx="11" type="ftr"/>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
          <p:cNvSpPr txBox="1"/>
          <p:nvPr>
            <p:ph idx="12" type="sldNum"/>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9" name="Shape 39"/>
        <p:cNvGrpSpPr/>
        <p:nvPr/>
      </p:nvGrpSpPr>
      <p:grpSpPr>
        <a:xfrm>
          <a:off x="0" y="0"/>
          <a:ext cx="0" cy="0"/>
          <a:chOff x="0" y="0"/>
          <a:chExt cx="0" cy="0"/>
        </a:xfrm>
      </p:grpSpPr>
      <p:sp>
        <p:nvSpPr>
          <p:cNvPr id="40" name="Google Shape;40;p5"/>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
          <p:cNvSpPr txBox="1"/>
          <p:nvPr>
            <p:ph idx="1" type="body"/>
          </p:nvPr>
        </p:nvSpPr>
        <p:spPr>
          <a:xfrm rot="5400000">
            <a:off x="3011487" y="188912"/>
            <a:ext cx="4114800" cy="7772400"/>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285750" lvl="5" marL="2743200" algn="l">
              <a:spcBef>
                <a:spcPts val="360"/>
              </a:spcBef>
              <a:spcAft>
                <a:spcPts val="0"/>
              </a:spcAft>
              <a:buSzPts val="900"/>
              <a:buChar char="■"/>
              <a:defRPr/>
            </a:lvl6pPr>
            <a:lvl7pPr indent="-285750" lvl="6" marL="3200400" algn="l">
              <a:spcBef>
                <a:spcPts val="360"/>
              </a:spcBef>
              <a:spcAft>
                <a:spcPts val="0"/>
              </a:spcAft>
              <a:buSzPts val="900"/>
              <a:buChar char="■"/>
              <a:defRPr/>
            </a:lvl7pPr>
            <a:lvl8pPr indent="-285750" lvl="7" marL="3657600" algn="l">
              <a:spcBef>
                <a:spcPts val="360"/>
              </a:spcBef>
              <a:spcAft>
                <a:spcPts val="0"/>
              </a:spcAft>
              <a:buSzPts val="900"/>
              <a:buChar char="■"/>
              <a:defRPr/>
            </a:lvl8pPr>
            <a:lvl9pPr indent="-285750" lvl="8" marL="4114800" algn="l">
              <a:spcBef>
                <a:spcPts val="360"/>
              </a:spcBef>
              <a:spcAft>
                <a:spcPts val="0"/>
              </a:spcAft>
              <a:buSzPts val="900"/>
              <a:buChar char="■"/>
              <a:defRPr/>
            </a:lvl9pPr>
          </a:lstStyle>
          <a:p/>
        </p:txBody>
      </p:sp>
      <p:sp>
        <p:nvSpPr>
          <p:cNvPr id="42" name="Google Shape;42;p5"/>
          <p:cNvSpPr txBox="1"/>
          <p:nvPr>
            <p:ph idx="10" type="dt"/>
          </p:nvPr>
        </p:nvSpPr>
        <p:spPr>
          <a:xfrm>
            <a:off x="914400" y="63246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
          <p:cNvSpPr txBox="1"/>
          <p:nvPr>
            <p:ph idx="11" type="ftr"/>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
          <p:cNvSpPr txBox="1"/>
          <p:nvPr>
            <p:ph idx="12" type="sldNum"/>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5" name="Shape 45"/>
        <p:cNvGrpSpPr/>
        <p:nvPr/>
      </p:nvGrpSpPr>
      <p:grpSpPr>
        <a:xfrm>
          <a:off x="0" y="0"/>
          <a:ext cx="0" cy="0"/>
          <a:chOff x="0" y="0"/>
          <a:chExt cx="0" cy="0"/>
        </a:xfrm>
      </p:grpSpPr>
      <p:sp>
        <p:nvSpPr>
          <p:cNvPr id="46" name="Google Shape;46;p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p:nvPr>
            <p:ph idx="2" type="pic"/>
          </p:nvPr>
        </p:nvSpPr>
        <p:spPr>
          <a:xfrm>
            <a:off x="1792288" y="612775"/>
            <a:ext cx="5486400" cy="4114800"/>
          </a:xfrm>
          <a:prstGeom prst="rect">
            <a:avLst/>
          </a:prstGeom>
          <a:noFill/>
          <a:ln>
            <a:noFill/>
          </a:ln>
        </p:spPr>
      </p:sp>
      <p:sp>
        <p:nvSpPr>
          <p:cNvPr id="48" name="Google Shape;48;p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840"/>
              <a:buNone/>
              <a:defRPr sz="1400"/>
            </a:lvl1pPr>
            <a:lvl2pPr indent="-228600" lvl="1" marL="914400" algn="l">
              <a:spcBef>
                <a:spcPts val="240"/>
              </a:spcBef>
              <a:spcAft>
                <a:spcPts val="0"/>
              </a:spcAft>
              <a:buSzPts val="660"/>
              <a:buNone/>
              <a:defRPr sz="1200"/>
            </a:lvl2pPr>
            <a:lvl3pPr indent="-228600" lvl="2" marL="1371600" algn="l">
              <a:spcBef>
                <a:spcPts val="200"/>
              </a:spcBef>
              <a:spcAft>
                <a:spcPts val="0"/>
              </a:spcAft>
              <a:buSzPts val="500"/>
              <a:buNone/>
              <a:defRPr sz="1000"/>
            </a:lvl3pPr>
            <a:lvl4pPr indent="-228600" lvl="3" marL="1828800" algn="l">
              <a:spcBef>
                <a:spcPts val="180"/>
              </a:spcBef>
              <a:spcAft>
                <a:spcPts val="0"/>
              </a:spcAft>
              <a:buSzPts val="495"/>
              <a:buNone/>
              <a:defRPr sz="900"/>
            </a:lvl4pPr>
            <a:lvl5pPr indent="-228600" lvl="4" marL="2286000" algn="l">
              <a:spcBef>
                <a:spcPts val="180"/>
              </a:spcBef>
              <a:spcAft>
                <a:spcPts val="0"/>
              </a:spcAft>
              <a:buSzPts val="450"/>
              <a:buNone/>
              <a:defRPr sz="900"/>
            </a:lvl5pPr>
            <a:lvl6pPr indent="-228600" lvl="5" marL="2743200" algn="l">
              <a:spcBef>
                <a:spcPts val="180"/>
              </a:spcBef>
              <a:spcAft>
                <a:spcPts val="0"/>
              </a:spcAft>
              <a:buSzPts val="450"/>
              <a:buNone/>
              <a:defRPr sz="900"/>
            </a:lvl6pPr>
            <a:lvl7pPr indent="-228600" lvl="6" marL="3200400" algn="l">
              <a:spcBef>
                <a:spcPts val="180"/>
              </a:spcBef>
              <a:spcAft>
                <a:spcPts val="0"/>
              </a:spcAft>
              <a:buSzPts val="450"/>
              <a:buNone/>
              <a:defRPr sz="900"/>
            </a:lvl7pPr>
            <a:lvl8pPr indent="-228600" lvl="7" marL="3657600" algn="l">
              <a:spcBef>
                <a:spcPts val="180"/>
              </a:spcBef>
              <a:spcAft>
                <a:spcPts val="0"/>
              </a:spcAft>
              <a:buSzPts val="450"/>
              <a:buNone/>
              <a:defRPr sz="900"/>
            </a:lvl8pPr>
            <a:lvl9pPr indent="-228600" lvl="8" marL="4114800" algn="l">
              <a:spcBef>
                <a:spcPts val="180"/>
              </a:spcBef>
              <a:spcAft>
                <a:spcPts val="0"/>
              </a:spcAft>
              <a:buSzPts val="450"/>
              <a:buNone/>
              <a:defRPr sz="900"/>
            </a:lvl9pPr>
          </a:lstStyle>
          <a:p/>
        </p:txBody>
      </p:sp>
      <p:sp>
        <p:nvSpPr>
          <p:cNvPr id="49" name="Google Shape;49;p6"/>
          <p:cNvSpPr txBox="1"/>
          <p:nvPr>
            <p:ph idx="10" type="dt"/>
          </p:nvPr>
        </p:nvSpPr>
        <p:spPr>
          <a:xfrm>
            <a:off x="914400" y="63246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6"/>
          <p:cNvSpPr txBox="1"/>
          <p:nvPr>
            <p:ph idx="11" type="ftr"/>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
          <p:cNvSpPr txBox="1"/>
          <p:nvPr>
            <p:ph idx="12" type="sldNum"/>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2" name="Shape 52"/>
        <p:cNvGrpSpPr/>
        <p:nvPr/>
      </p:nvGrpSpPr>
      <p:grpSpPr>
        <a:xfrm>
          <a:off x="0" y="0"/>
          <a:ext cx="0" cy="0"/>
          <a:chOff x="0" y="0"/>
          <a:chExt cx="0" cy="0"/>
        </a:xfrm>
      </p:grpSpPr>
      <p:sp>
        <p:nvSpPr>
          <p:cNvPr id="53" name="Google Shape;53;p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50520" lvl="0" marL="457200" algn="l">
              <a:spcBef>
                <a:spcPts val="640"/>
              </a:spcBef>
              <a:spcAft>
                <a:spcPts val="0"/>
              </a:spcAft>
              <a:buSzPts val="1920"/>
              <a:buChar char="■"/>
              <a:defRPr sz="3200"/>
            </a:lvl1pPr>
            <a:lvl2pPr indent="-326390" lvl="1" marL="914400" algn="l">
              <a:spcBef>
                <a:spcPts val="560"/>
              </a:spcBef>
              <a:spcAft>
                <a:spcPts val="0"/>
              </a:spcAft>
              <a:buSzPts val="1540"/>
              <a:buChar char="■"/>
              <a:defRPr sz="2800"/>
            </a:lvl2pPr>
            <a:lvl3pPr indent="-304800" lvl="2" marL="1371600" algn="l">
              <a:spcBef>
                <a:spcPts val="480"/>
              </a:spcBef>
              <a:spcAft>
                <a:spcPts val="0"/>
              </a:spcAft>
              <a:buSzPts val="1200"/>
              <a:buChar char="■"/>
              <a:defRPr sz="2400"/>
            </a:lvl3pPr>
            <a:lvl4pPr indent="-298450" lvl="3" marL="1828800" algn="l">
              <a:spcBef>
                <a:spcPts val="400"/>
              </a:spcBef>
              <a:spcAft>
                <a:spcPts val="0"/>
              </a:spcAft>
              <a:buSzPts val="1100"/>
              <a:buChar char="■"/>
              <a:defRPr sz="2000"/>
            </a:lvl4pPr>
            <a:lvl5pPr indent="-292100" lvl="4" marL="2286000" algn="l">
              <a:spcBef>
                <a:spcPts val="400"/>
              </a:spcBef>
              <a:spcAft>
                <a:spcPts val="0"/>
              </a:spcAft>
              <a:buSzPts val="1000"/>
              <a:buChar char="■"/>
              <a:defRPr sz="2000"/>
            </a:lvl5pPr>
            <a:lvl6pPr indent="-292100" lvl="5" marL="2743200" algn="l">
              <a:spcBef>
                <a:spcPts val="400"/>
              </a:spcBef>
              <a:spcAft>
                <a:spcPts val="0"/>
              </a:spcAft>
              <a:buSzPts val="1000"/>
              <a:buChar char="■"/>
              <a:defRPr sz="2000"/>
            </a:lvl6pPr>
            <a:lvl7pPr indent="-292100" lvl="6" marL="3200400" algn="l">
              <a:spcBef>
                <a:spcPts val="400"/>
              </a:spcBef>
              <a:spcAft>
                <a:spcPts val="0"/>
              </a:spcAft>
              <a:buSzPts val="1000"/>
              <a:buChar char="■"/>
              <a:defRPr sz="2000"/>
            </a:lvl7pPr>
            <a:lvl8pPr indent="-292100" lvl="7" marL="3657600" algn="l">
              <a:spcBef>
                <a:spcPts val="400"/>
              </a:spcBef>
              <a:spcAft>
                <a:spcPts val="0"/>
              </a:spcAft>
              <a:buSzPts val="1000"/>
              <a:buChar char="■"/>
              <a:defRPr sz="2000"/>
            </a:lvl8pPr>
            <a:lvl9pPr indent="-292100" lvl="8" marL="4114800" algn="l">
              <a:spcBef>
                <a:spcPts val="400"/>
              </a:spcBef>
              <a:spcAft>
                <a:spcPts val="0"/>
              </a:spcAft>
              <a:buSzPts val="1000"/>
              <a:buChar char="■"/>
              <a:defRPr sz="2000"/>
            </a:lvl9pPr>
          </a:lstStyle>
          <a:p/>
        </p:txBody>
      </p:sp>
      <p:sp>
        <p:nvSpPr>
          <p:cNvPr id="55" name="Google Shape;55;p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840"/>
              <a:buNone/>
              <a:defRPr sz="1400"/>
            </a:lvl1pPr>
            <a:lvl2pPr indent="-228600" lvl="1" marL="914400" algn="l">
              <a:spcBef>
                <a:spcPts val="240"/>
              </a:spcBef>
              <a:spcAft>
                <a:spcPts val="0"/>
              </a:spcAft>
              <a:buSzPts val="660"/>
              <a:buNone/>
              <a:defRPr sz="1200"/>
            </a:lvl2pPr>
            <a:lvl3pPr indent="-228600" lvl="2" marL="1371600" algn="l">
              <a:spcBef>
                <a:spcPts val="200"/>
              </a:spcBef>
              <a:spcAft>
                <a:spcPts val="0"/>
              </a:spcAft>
              <a:buSzPts val="500"/>
              <a:buNone/>
              <a:defRPr sz="1000"/>
            </a:lvl3pPr>
            <a:lvl4pPr indent="-228600" lvl="3" marL="1828800" algn="l">
              <a:spcBef>
                <a:spcPts val="180"/>
              </a:spcBef>
              <a:spcAft>
                <a:spcPts val="0"/>
              </a:spcAft>
              <a:buSzPts val="495"/>
              <a:buNone/>
              <a:defRPr sz="900"/>
            </a:lvl4pPr>
            <a:lvl5pPr indent="-228600" lvl="4" marL="2286000" algn="l">
              <a:spcBef>
                <a:spcPts val="180"/>
              </a:spcBef>
              <a:spcAft>
                <a:spcPts val="0"/>
              </a:spcAft>
              <a:buSzPts val="450"/>
              <a:buNone/>
              <a:defRPr sz="900"/>
            </a:lvl5pPr>
            <a:lvl6pPr indent="-228600" lvl="5" marL="2743200" algn="l">
              <a:spcBef>
                <a:spcPts val="180"/>
              </a:spcBef>
              <a:spcAft>
                <a:spcPts val="0"/>
              </a:spcAft>
              <a:buSzPts val="450"/>
              <a:buNone/>
              <a:defRPr sz="900"/>
            </a:lvl6pPr>
            <a:lvl7pPr indent="-228600" lvl="6" marL="3200400" algn="l">
              <a:spcBef>
                <a:spcPts val="180"/>
              </a:spcBef>
              <a:spcAft>
                <a:spcPts val="0"/>
              </a:spcAft>
              <a:buSzPts val="450"/>
              <a:buNone/>
              <a:defRPr sz="900"/>
            </a:lvl7pPr>
            <a:lvl8pPr indent="-228600" lvl="7" marL="3657600" algn="l">
              <a:spcBef>
                <a:spcPts val="180"/>
              </a:spcBef>
              <a:spcAft>
                <a:spcPts val="0"/>
              </a:spcAft>
              <a:buSzPts val="450"/>
              <a:buNone/>
              <a:defRPr sz="900"/>
            </a:lvl8pPr>
            <a:lvl9pPr indent="-228600" lvl="8" marL="4114800" algn="l">
              <a:spcBef>
                <a:spcPts val="180"/>
              </a:spcBef>
              <a:spcAft>
                <a:spcPts val="0"/>
              </a:spcAft>
              <a:buSzPts val="450"/>
              <a:buNone/>
              <a:defRPr sz="900"/>
            </a:lvl9pPr>
          </a:lstStyle>
          <a:p/>
        </p:txBody>
      </p:sp>
      <p:sp>
        <p:nvSpPr>
          <p:cNvPr id="56" name="Google Shape;56;p7"/>
          <p:cNvSpPr txBox="1"/>
          <p:nvPr>
            <p:ph idx="10" type="dt"/>
          </p:nvPr>
        </p:nvSpPr>
        <p:spPr>
          <a:xfrm>
            <a:off x="914400" y="63246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7"/>
          <p:cNvSpPr txBox="1"/>
          <p:nvPr>
            <p:ph idx="11" type="ftr"/>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7"/>
          <p:cNvSpPr txBox="1"/>
          <p:nvPr>
            <p:ph idx="12" type="sldNum"/>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p8"/>
          <p:cNvSpPr txBox="1"/>
          <p:nvPr>
            <p:ph idx="10" type="dt"/>
          </p:nvPr>
        </p:nvSpPr>
        <p:spPr>
          <a:xfrm>
            <a:off x="914400" y="63246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8"/>
          <p:cNvSpPr txBox="1"/>
          <p:nvPr>
            <p:ph idx="11" type="ftr"/>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8"/>
          <p:cNvSpPr txBox="1"/>
          <p:nvPr>
            <p:ph idx="12" type="sldNum"/>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9"/>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440"/>
              <a:buNone/>
              <a:defRPr b="1" sz="2400"/>
            </a:lvl1pPr>
            <a:lvl2pPr indent="-228600" lvl="1" marL="914400" algn="l">
              <a:spcBef>
                <a:spcPts val="400"/>
              </a:spcBef>
              <a:spcAft>
                <a:spcPts val="0"/>
              </a:spcAft>
              <a:buSzPts val="1100"/>
              <a:buNone/>
              <a:defRPr b="1" sz="2000"/>
            </a:lvl2pPr>
            <a:lvl3pPr indent="-228600" lvl="2" marL="1371600" algn="l">
              <a:spcBef>
                <a:spcPts val="360"/>
              </a:spcBef>
              <a:spcAft>
                <a:spcPts val="0"/>
              </a:spcAft>
              <a:buSzPts val="900"/>
              <a:buNone/>
              <a:defRPr b="1" sz="1800"/>
            </a:lvl3pPr>
            <a:lvl4pPr indent="-228600" lvl="3" marL="1828800" algn="l">
              <a:spcBef>
                <a:spcPts val="320"/>
              </a:spcBef>
              <a:spcAft>
                <a:spcPts val="0"/>
              </a:spcAft>
              <a:buSzPts val="880"/>
              <a:buNone/>
              <a:defRPr b="1" sz="1600"/>
            </a:lvl4pPr>
            <a:lvl5pPr indent="-228600" lvl="4" marL="2286000" algn="l">
              <a:spcBef>
                <a:spcPts val="320"/>
              </a:spcBef>
              <a:spcAft>
                <a:spcPts val="0"/>
              </a:spcAft>
              <a:buSzPts val="800"/>
              <a:buNone/>
              <a:defRPr b="1" sz="1600"/>
            </a:lvl5pPr>
            <a:lvl6pPr indent="-228600" lvl="5" marL="2743200" algn="l">
              <a:spcBef>
                <a:spcPts val="320"/>
              </a:spcBef>
              <a:spcAft>
                <a:spcPts val="0"/>
              </a:spcAft>
              <a:buSzPts val="800"/>
              <a:buNone/>
              <a:defRPr b="1" sz="1600"/>
            </a:lvl6pPr>
            <a:lvl7pPr indent="-228600" lvl="6" marL="3200400" algn="l">
              <a:spcBef>
                <a:spcPts val="320"/>
              </a:spcBef>
              <a:spcAft>
                <a:spcPts val="0"/>
              </a:spcAft>
              <a:buSzPts val="800"/>
              <a:buNone/>
              <a:defRPr b="1" sz="1600"/>
            </a:lvl7pPr>
            <a:lvl8pPr indent="-228600" lvl="7" marL="3657600" algn="l">
              <a:spcBef>
                <a:spcPts val="320"/>
              </a:spcBef>
              <a:spcAft>
                <a:spcPts val="0"/>
              </a:spcAft>
              <a:buSzPts val="800"/>
              <a:buNone/>
              <a:defRPr b="1" sz="1600"/>
            </a:lvl8pPr>
            <a:lvl9pPr indent="-228600" lvl="8" marL="4114800" algn="l">
              <a:spcBef>
                <a:spcPts val="320"/>
              </a:spcBef>
              <a:spcAft>
                <a:spcPts val="0"/>
              </a:spcAft>
              <a:buSzPts val="800"/>
              <a:buNone/>
              <a:defRPr b="1" sz="1600"/>
            </a:lvl9pPr>
          </a:lstStyle>
          <a:p/>
        </p:txBody>
      </p:sp>
      <p:sp>
        <p:nvSpPr>
          <p:cNvPr id="66" name="Google Shape;66;p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20040" lvl="0" marL="457200" algn="l">
              <a:spcBef>
                <a:spcPts val="480"/>
              </a:spcBef>
              <a:spcAft>
                <a:spcPts val="0"/>
              </a:spcAft>
              <a:buSzPts val="1440"/>
              <a:buChar char="■"/>
              <a:defRPr sz="2400"/>
            </a:lvl1pPr>
            <a:lvl2pPr indent="-298450" lvl="1" marL="914400" algn="l">
              <a:spcBef>
                <a:spcPts val="400"/>
              </a:spcBef>
              <a:spcAft>
                <a:spcPts val="0"/>
              </a:spcAft>
              <a:buSzPts val="1100"/>
              <a:buChar char="■"/>
              <a:defRPr sz="2000"/>
            </a:lvl2pPr>
            <a:lvl3pPr indent="-285750" lvl="2" marL="1371600" algn="l">
              <a:spcBef>
                <a:spcPts val="360"/>
              </a:spcBef>
              <a:spcAft>
                <a:spcPts val="0"/>
              </a:spcAft>
              <a:buSzPts val="900"/>
              <a:buChar char="■"/>
              <a:defRPr sz="1800"/>
            </a:lvl3pPr>
            <a:lvl4pPr indent="-284480" lvl="3" marL="1828800" algn="l">
              <a:spcBef>
                <a:spcPts val="320"/>
              </a:spcBef>
              <a:spcAft>
                <a:spcPts val="0"/>
              </a:spcAft>
              <a:buSzPts val="880"/>
              <a:buChar char="■"/>
              <a:defRPr sz="1600"/>
            </a:lvl4pPr>
            <a:lvl5pPr indent="-279400" lvl="4" marL="2286000" algn="l">
              <a:spcBef>
                <a:spcPts val="320"/>
              </a:spcBef>
              <a:spcAft>
                <a:spcPts val="0"/>
              </a:spcAft>
              <a:buSzPts val="800"/>
              <a:buChar char="■"/>
              <a:defRPr sz="1600"/>
            </a:lvl5pPr>
            <a:lvl6pPr indent="-279400" lvl="5" marL="2743200" algn="l">
              <a:spcBef>
                <a:spcPts val="320"/>
              </a:spcBef>
              <a:spcAft>
                <a:spcPts val="0"/>
              </a:spcAft>
              <a:buSzPts val="800"/>
              <a:buChar char="■"/>
              <a:defRPr sz="1600"/>
            </a:lvl6pPr>
            <a:lvl7pPr indent="-279400" lvl="6" marL="3200400" algn="l">
              <a:spcBef>
                <a:spcPts val="320"/>
              </a:spcBef>
              <a:spcAft>
                <a:spcPts val="0"/>
              </a:spcAft>
              <a:buSzPts val="800"/>
              <a:buChar char="■"/>
              <a:defRPr sz="1600"/>
            </a:lvl7pPr>
            <a:lvl8pPr indent="-279400" lvl="7" marL="3657600" algn="l">
              <a:spcBef>
                <a:spcPts val="320"/>
              </a:spcBef>
              <a:spcAft>
                <a:spcPts val="0"/>
              </a:spcAft>
              <a:buSzPts val="800"/>
              <a:buChar char="■"/>
              <a:defRPr sz="1600"/>
            </a:lvl8pPr>
            <a:lvl9pPr indent="-279400" lvl="8" marL="4114800" algn="l">
              <a:spcBef>
                <a:spcPts val="320"/>
              </a:spcBef>
              <a:spcAft>
                <a:spcPts val="0"/>
              </a:spcAft>
              <a:buSzPts val="800"/>
              <a:buChar char="■"/>
              <a:defRPr sz="1600"/>
            </a:lvl9pPr>
          </a:lstStyle>
          <a:p/>
        </p:txBody>
      </p:sp>
      <p:sp>
        <p:nvSpPr>
          <p:cNvPr id="67" name="Google Shape;67;p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440"/>
              <a:buNone/>
              <a:defRPr b="1" sz="2400"/>
            </a:lvl1pPr>
            <a:lvl2pPr indent="-228600" lvl="1" marL="914400" algn="l">
              <a:spcBef>
                <a:spcPts val="400"/>
              </a:spcBef>
              <a:spcAft>
                <a:spcPts val="0"/>
              </a:spcAft>
              <a:buSzPts val="1100"/>
              <a:buNone/>
              <a:defRPr b="1" sz="2000"/>
            </a:lvl2pPr>
            <a:lvl3pPr indent="-228600" lvl="2" marL="1371600" algn="l">
              <a:spcBef>
                <a:spcPts val="360"/>
              </a:spcBef>
              <a:spcAft>
                <a:spcPts val="0"/>
              </a:spcAft>
              <a:buSzPts val="900"/>
              <a:buNone/>
              <a:defRPr b="1" sz="1800"/>
            </a:lvl3pPr>
            <a:lvl4pPr indent="-228600" lvl="3" marL="1828800" algn="l">
              <a:spcBef>
                <a:spcPts val="320"/>
              </a:spcBef>
              <a:spcAft>
                <a:spcPts val="0"/>
              </a:spcAft>
              <a:buSzPts val="880"/>
              <a:buNone/>
              <a:defRPr b="1" sz="1600"/>
            </a:lvl4pPr>
            <a:lvl5pPr indent="-228600" lvl="4" marL="2286000" algn="l">
              <a:spcBef>
                <a:spcPts val="320"/>
              </a:spcBef>
              <a:spcAft>
                <a:spcPts val="0"/>
              </a:spcAft>
              <a:buSzPts val="800"/>
              <a:buNone/>
              <a:defRPr b="1" sz="1600"/>
            </a:lvl5pPr>
            <a:lvl6pPr indent="-228600" lvl="5" marL="2743200" algn="l">
              <a:spcBef>
                <a:spcPts val="320"/>
              </a:spcBef>
              <a:spcAft>
                <a:spcPts val="0"/>
              </a:spcAft>
              <a:buSzPts val="800"/>
              <a:buNone/>
              <a:defRPr b="1" sz="1600"/>
            </a:lvl6pPr>
            <a:lvl7pPr indent="-228600" lvl="6" marL="3200400" algn="l">
              <a:spcBef>
                <a:spcPts val="320"/>
              </a:spcBef>
              <a:spcAft>
                <a:spcPts val="0"/>
              </a:spcAft>
              <a:buSzPts val="800"/>
              <a:buNone/>
              <a:defRPr b="1" sz="1600"/>
            </a:lvl7pPr>
            <a:lvl8pPr indent="-228600" lvl="7" marL="3657600" algn="l">
              <a:spcBef>
                <a:spcPts val="320"/>
              </a:spcBef>
              <a:spcAft>
                <a:spcPts val="0"/>
              </a:spcAft>
              <a:buSzPts val="800"/>
              <a:buNone/>
              <a:defRPr b="1" sz="1600"/>
            </a:lvl8pPr>
            <a:lvl9pPr indent="-228600" lvl="8" marL="4114800" algn="l">
              <a:spcBef>
                <a:spcPts val="320"/>
              </a:spcBef>
              <a:spcAft>
                <a:spcPts val="0"/>
              </a:spcAft>
              <a:buSzPts val="800"/>
              <a:buNone/>
              <a:defRPr b="1" sz="1600"/>
            </a:lvl9pPr>
          </a:lstStyle>
          <a:p/>
        </p:txBody>
      </p:sp>
      <p:sp>
        <p:nvSpPr>
          <p:cNvPr id="68" name="Google Shape;68;p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20040" lvl="0" marL="457200" algn="l">
              <a:spcBef>
                <a:spcPts val="480"/>
              </a:spcBef>
              <a:spcAft>
                <a:spcPts val="0"/>
              </a:spcAft>
              <a:buSzPts val="1440"/>
              <a:buChar char="■"/>
              <a:defRPr sz="2400"/>
            </a:lvl1pPr>
            <a:lvl2pPr indent="-298450" lvl="1" marL="914400" algn="l">
              <a:spcBef>
                <a:spcPts val="400"/>
              </a:spcBef>
              <a:spcAft>
                <a:spcPts val="0"/>
              </a:spcAft>
              <a:buSzPts val="1100"/>
              <a:buChar char="■"/>
              <a:defRPr sz="2000"/>
            </a:lvl2pPr>
            <a:lvl3pPr indent="-285750" lvl="2" marL="1371600" algn="l">
              <a:spcBef>
                <a:spcPts val="360"/>
              </a:spcBef>
              <a:spcAft>
                <a:spcPts val="0"/>
              </a:spcAft>
              <a:buSzPts val="900"/>
              <a:buChar char="■"/>
              <a:defRPr sz="1800"/>
            </a:lvl3pPr>
            <a:lvl4pPr indent="-284480" lvl="3" marL="1828800" algn="l">
              <a:spcBef>
                <a:spcPts val="320"/>
              </a:spcBef>
              <a:spcAft>
                <a:spcPts val="0"/>
              </a:spcAft>
              <a:buSzPts val="880"/>
              <a:buChar char="■"/>
              <a:defRPr sz="1600"/>
            </a:lvl4pPr>
            <a:lvl5pPr indent="-279400" lvl="4" marL="2286000" algn="l">
              <a:spcBef>
                <a:spcPts val="320"/>
              </a:spcBef>
              <a:spcAft>
                <a:spcPts val="0"/>
              </a:spcAft>
              <a:buSzPts val="800"/>
              <a:buChar char="■"/>
              <a:defRPr sz="1600"/>
            </a:lvl5pPr>
            <a:lvl6pPr indent="-279400" lvl="5" marL="2743200" algn="l">
              <a:spcBef>
                <a:spcPts val="320"/>
              </a:spcBef>
              <a:spcAft>
                <a:spcPts val="0"/>
              </a:spcAft>
              <a:buSzPts val="800"/>
              <a:buChar char="■"/>
              <a:defRPr sz="1600"/>
            </a:lvl6pPr>
            <a:lvl7pPr indent="-279400" lvl="6" marL="3200400" algn="l">
              <a:spcBef>
                <a:spcPts val="320"/>
              </a:spcBef>
              <a:spcAft>
                <a:spcPts val="0"/>
              </a:spcAft>
              <a:buSzPts val="800"/>
              <a:buChar char="■"/>
              <a:defRPr sz="1600"/>
            </a:lvl7pPr>
            <a:lvl8pPr indent="-279400" lvl="7" marL="3657600" algn="l">
              <a:spcBef>
                <a:spcPts val="320"/>
              </a:spcBef>
              <a:spcAft>
                <a:spcPts val="0"/>
              </a:spcAft>
              <a:buSzPts val="800"/>
              <a:buChar char="■"/>
              <a:defRPr sz="1600"/>
            </a:lvl8pPr>
            <a:lvl9pPr indent="-279400" lvl="8" marL="4114800" algn="l">
              <a:spcBef>
                <a:spcPts val="320"/>
              </a:spcBef>
              <a:spcAft>
                <a:spcPts val="0"/>
              </a:spcAft>
              <a:buSzPts val="800"/>
              <a:buChar char="■"/>
              <a:defRPr sz="1600"/>
            </a:lvl9pPr>
          </a:lstStyle>
          <a:p/>
        </p:txBody>
      </p:sp>
      <p:sp>
        <p:nvSpPr>
          <p:cNvPr id="69" name="Google Shape;69;p9"/>
          <p:cNvSpPr txBox="1"/>
          <p:nvPr>
            <p:ph idx="10" type="dt"/>
          </p:nvPr>
        </p:nvSpPr>
        <p:spPr>
          <a:xfrm>
            <a:off x="914400" y="63246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9"/>
          <p:cNvSpPr txBox="1"/>
          <p:nvPr>
            <p:ph idx="11" type="ftr"/>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9"/>
          <p:cNvSpPr txBox="1"/>
          <p:nvPr>
            <p:ph idx="12" type="sldNum"/>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2" name="Shape 72"/>
        <p:cNvGrpSpPr/>
        <p:nvPr/>
      </p:nvGrpSpPr>
      <p:grpSpPr>
        <a:xfrm>
          <a:off x="0" y="0"/>
          <a:ext cx="0" cy="0"/>
          <a:chOff x="0" y="0"/>
          <a:chExt cx="0" cy="0"/>
        </a:xfrm>
      </p:grpSpPr>
      <p:sp>
        <p:nvSpPr>
          <p:cNvPr id="73" name="Google Shape;73;p10"/>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0"/>
          <p:cNvSpPr txBox="1"/>
          <p:nvPr>
            <p:ph idx="1" type="body"/>
          </p:nvPr>
        </p:nvSpPr>
        <p:spPr>
          <a:xfrm>
            <a:off x="1182688" y="2017713"/>
            <a:ext cx="3810000" cy="4114800"/>
          </a:xfrm>
          <a:prstGeom prst="rect">
            <a:avLst/>
          </a:prstGeom>
          <a:noFill/>
          <a:ln>
            <a:noFill/>
          </a:ln>
        </p:spPr>
        <p:txBody>
          <a:bodyPr anchorCtr="0" anchor="t" bIns="45700" lIns="91425" spcFirstLastPara="1" rIns="91425" wrap="square" tIns="45700">
            <a:noAutofit/>
          </a:bodyPr>
          <a:lstStyle>
            <a:lvl1pPr indent="-335280" lvl="0" marL="457200" algn="l">
              <a:spcBef>
                <a:spcPts val="560"/>
              </a:spcBef>
              <a:spcAft>
                <a:spcPts val="0"/>
              </a:spcAft>
              <a:buSzPts val="1680"/>
              <a:buChar char="■"/>
              <a:defRPr sz="2800"/>
            </a:lvl1pPr>
            <a:lvl2pPr indent="-312419" lvl="1" marL="914400" algn="l">
              <a:spcBef>
                <a:spcPts val="480"/>
              </a:spcBef>
              <a:spcAft>
                <a:spcPts val="0"/>
              </a:spcAft>
              <a:buSzPts val="1320"/>
              <a:buChar char="■"/>
              <a:defRPr sz="2400"/>
            </a:lvl2pPr>
            <a:lvl3pPr indent="-292100" lvl="2" marL="1371600" algn="l">
              <a:spcBef>
                <a:spcPts val="400"/>
              </a:spcBef>
              <a:spcAft>
                <a:spcPts val="0"/>
              </a:spcAft>
              <a:buSzPts val="1000"/>
              <a:buChar char="■"/>
              <a:defRPr sz="2000"/>
            </a:lvl3pPr>
            <a:lvl4pPr indent="-291464" lvl="3" marL="1828800" algn="l">
              <a:spcBef>
                <a:spcPts val="360"/>
              </a:spcBef>
              <a:spcAft>
                <a:spcPts val="0"/>
              </a:spcAft>
              <a:buSzPts val="990"/>
              <a:buChar char="■"/>
              <a:defRPr sz="1800"/>
            </a:lvl4pPr>
            <a:lvl5pPr indent="-285750" lvl="4" marL="2286000" algn="l">
              <a:spcBef>
                <a:spcPts val="360"/>
              </a:spcBef>
              <a:spcAft>
                <a:spcPts val="0"/>
              </a:spcAft>
              <a:buSzPts val="900"/>
              <a:buChar char="■"/>
              <a:defRPr sz="1800"/>
            </a:lvl5pPr>
            <a:lvl6pPr indent="-285750" lvl="5" marL="2743200" algn="l">
              <a:spcBef>
                <a:spcPts val="360"/>
              </a:spcBef>
              <a:spcAft>
                <a:spcPts val="0"/>
              </a:spcAft>
              <a:buSzPts val="900"/>
              <a:buChar char="■"/>
              <a:defRPr sz="1800"/>
            </a:lvl6pPr>
            <a:lvl7pPr indent="-285750" lvl="6" marL="3200400" algn="l">
              <a:spcBef>
                <a:spcPts val="360"/>
              </a:spcBef>
              <a:spcAft>
                <a:spcPts val="0"/>
              </a:spcAft>
              <a:buSzPts val="900"/>
              <a:buChar char="■"/>
              <a:defRPr sz="1800"/>
            </a:lvl7pPr>
            <a:lvl8pPr indent="-285750" lvl="7" marL="3657600" algn="l">
              <a:spcBef>
                <a:spcPts val="360"/>
              </a:spcBef>
              <a:spcAft>
                <a:spcPts val="0"/>
              </a:spcAft>
              <a:buSzPts val="900"/>
              <a:buChar char="■"/>
              <a:defRPr sz="1800"/>
            </a:lvl8pPr>
            <a:lvl9pPr indent="-285750" lvl="8" marL="4114800" algn="l">
              <a:spcBef>
                <a:spcPts val="360"/>
              </a:spcBef>
              <a:spcAft>
                <a:spcPts val="0"/>
              </a:spcAft>
              <a:buSzPts val="900"/>
              <a:buChar char="■"/>
              <a:defRPr sz="1800"/>
            </a:lvl9pPr>
          </a:lstStyle>
          <a:p/>
        </p:txBody>
      </p:sp>
      <p:sp>
        <p:nvSpPr>
          <p:cNvPr id="75" name="Google Shape;75;p10"/>
          <p:cNvSpPr txBox="1"/>
          <p:nvPr>
            <p:ph idx="2" type="body"/>
          </p:nvPr>
        </p:nvSpPr>
        <p:spPr>
          <a:xfrm>
            <a:off x="5145088" y="2017713"/>
            <a:ext cx="3810000" cy="4114800"/>
          </a:xfrm>
          <a:prstGeom prst="rect">
            <a:avLst/>
          </a:prstGeom>
          <a:noFill/>
          <a:ln>
            <a:noFill/>
          </a:ln>
        </p:spPr>
        <p:txBody>
          <a:bodyPr anchorCtr="0" anchor="t" bIns="45700" lIns="91425" spcFirstLastPara="1" rIns="91425" wrap="square" tIns="45700">
            <a:noAutofit/>
          </a:bodyPr>
          <a:lstStyle>
            <a:lvl1pPr indent="-335280" lvl="0" marL="457200" algn="l">
              <a:spcBef>
                <a:spcPts val="560"/>
              </a:spcBef>
              <a:spcAft>
                <a:spcPts val="0"/>
              </a:spcAft>
              <a:buSzPts val="1680"/>
              <a:buChar char="■"/>
              <a:defRPr sz="2800"/>
            </a:lvl1pPr>
            <a:lvl2pPr indent="-312419" lvl="1" marL="914400" algn="l">
              <a:spcBef>
                <a:spcPts val="480"/>
              </a:spcBef>
              <a:spcAft>
                <a:spcPts val="0"/>
              </a:spcAft>
              <a:buSzPts val="1320"/>
              <a:buChar char="■"/>
              <a:defRPr sz="2400"/>
            </a:lvl2pPr>
            <a:lvl3pPr indent="-292100" lvl="2" marL="1371600" algn="l">
              <a:spcBef>
                <a:spcPts val="400"/>
              </a:spcBef>
              <a:spcAft>
                <a:spcPts val="0"/>
              </a:spcAft>
              <a:buSzPts val="1000"/>
              <a:buChar char="■"/>
              <a:defRPr sz="2000"/>
            </a:lvl3pPr>
            <a:lvl4pPr indent="-291464" lvl="3" marL="1828800" algn="l">
              <a:spcBef>
                <a:spcPts val="360"/>
              </a:spcBef>
              <a:spcAft>
                <a:spcPts val="0"/>
              </a:spcAft>
              <a:buSzPts val="990"/>
              <a:buChar char="■"/>
              <a:defRPr sz="1800"/>
            </a:lvl4pPr>
            <a:lvl5pPr indent="-285750" lvl="4" marL="2286000" algn="l">
              <a:spcBef>
                <a:spcPts val="360"/>
              </a:spcBef>
              <a:spcAft>
                <a:spcPts val="0"/>
              </a:spcAft>
              <a:buSzPts val="900"/>
              <a:buChar char="■"/>
              <a:defRPr sz="1800"/>
            </a:lvl5pPr>
            <a:lvl6pPr indent="-285750" lvl="5" marL="2743200" algn="l">
              <a:spcBef>
                <a:spcPts val="360"/>
              </a:spcBef>
              <a:spcAft>
                <a:spcPts val="0"/>
              </a:spcAft>
              <a:buSzPts val="900"/>
              <a:buChar char="■"/>
              <a:defRPr sz="1800"/>
            </a:lvl6pPr>
            <a:lvl7pPr indent="-285750" lvl="6" marL="3200400" algn="l">
              <a:spcBef>
                <a:spcPts val="360"/>
              </a:spcBef>
              <a:spcAft>
                <a:spcPts val="0"/>
              </a:spcAft>
              <a:buSzPts val="900"/>
              <a:buChar char="■"/>
              <a:defRPr sz="1800"/>
            </a:lvl7pPr>
            <a:lvl8pPr indent="-285750" lvl="7" marL="3657600" algn="l">
              <a:spcBef>
                <a:spcPts val="360"/>
              </a:spcBef>
              <a:spcAft>
                <a:spcPts val="0"/>
              </a:spcAft>
              <a:buSzPts val="900"/>
              <a:buChar char="■"/>
              <a:defRPr sz="1800"/>
            </a:lvl8pPr>
            <a:lvl9pPr indent="-285750" lvl="8" marL="4114800" algn="l">
              <a:spcBef>
                <a:spcPts val="360"/>
              </a:spcBef>
              <a:spcAft>
                <a:spcPts val="0"/>
              </a:spcAft>
              <a:buSzPts val="900"/>
              <a:buChar char="■"/>
              <a:defRPr sz="1800"/>
            </a:lvl9pPr>
          </a:lstStyle>
          <a:p/>
        </p:txBody>
      </p:sp>
      <p:sp>
        <p:nvSpPr>
          <p:cNvPr id="76" name="Google Shape;76;p10"/>
          <p:cNvSpPr txBox="1"/>
          <p:nvPr>
            <p:ph idx="10" type="dt"/>
          </p:nvPr>
        </p:nvSpPr>
        <p:spPr>
          <a:xfrm>
            <a:off x="914400" y="63246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0"/>
          <p:cNvSpPr txBox="1"/>
          <p:nvPr>
            <p:ph idx="11" type="ftr"/>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0"/>
          <p:cNvSpPr txBox="1"/>
          <p:nvPr>
            <p:ph idx="12" type="sldNum"/>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9" name="Shape 79"/>
        <p:cNvGrpSpPr/>
        <p:nvPr/>
      </p:nvGrpSpPr>
      <p:grpSpPr>
        <a:xfrm>
          <a:off x="0" y="0"/>
          <a:ext cx="0" cy="0"/>
          <a:chOff x="0" y="0"/>
          <a:chExt cx="0" cy="0"/>
        </a:xfrm>
      </p:grpSpPr>
      <p:sp>
        <p:nvSpPr>
          <p:cNvPr id="80" name="Google Shape;80;p1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SzPts val="1200"/>
              <a:buNone/>
              <a:defRPr sz="2000"/>
            </a:lvl1pPr>
            <a:lvl2pPr indent="-228600" lvl="1" marL="914400" algn="l">
              <a:spcBef>
                <a:spcPts val="360"/>
              </a:spcBef>
              <a:spcAft>
                <a:spcPts val="0"/>
              </a:spcAft>
              <a:buSzPts val="990"/>
              <a:buNone/>
              <a:defRPr sz="1800"/>
            </a:lvl2pPr>
            <a:lvl3pPr indent="-228600" lvl="2" marL="1371600" algn="l">
              <a:spcBef>
                <a:spcPts val="320"/>
              </a:spcBef>
              <a:spcAft>
                <a:spcPts val="0"/>
              </a:spcAft>
              <a:buSzPts val="800"/>
              <a:buNone/>
              <a:defRPr sz="1600"/>
            </a:lvl3pPr>
            <a:lvl4pPr indent="-228600" lvl="3" marL="1828800" algn="l">
              <a:spcBef>
                <a:spcPts val="280"/>
              </a:spcBef>
              <a:spcAft>
                <a:spcPts val="0"/>
              </a:spcAft>
              <a:buSzPts val="770"/>
              <a:buNone/>
              <a:defRPr sz="1400"/>
            </a:lvl4pPr>
            <a:lvl5pPr indent="-228600" lvl="4" marL="2286000" algn="l">
              <a:spcBef>
                <a:spcPts val="280"/>
              </a:spcBef>
              <a:spcAft>
                <a:spcPts val="0"/>
              </a:spcAft>
              <a:buSzPts val="700"/>
              <a:buNone/>
              <a:defRPr sz="1400"/>
            </a:lvl5pPr>
            <a:lvl6pPr indent="-228600" lvl="5" marL="2743200" algn="l">
              <a:spcBef>
                <a:spcPts val="280"/>
              </a:spcBef>
              <a:spcAft>
                <a:spcPts val="0"/>
              </a:spcAft>
              <a:buSzPts val="700"/>
              <a:buNone/>
              <a:defRPr sz="1400"/>
            </a:lvl6pPr>
            <a:lvl7pPr indent="-228600" lvl="6" marL="3200400" algn="l">
              <a:spcBef>
                <a:spcPts val="280"/>
              </a:spcBef>
              <a:spcAft>
                <a:spcPts val="0"/>
              </a:spcAft>
              <a:buSzPts val="700"/>
              <a:buNone/>
              <a:defRPr sz="1400"/>
            </a:lvl7pPr>
            <a:lvl8pPr indent="-228600" lvl="7" marL="3657600" algn="l">
              <a:spcBef>
                <a:spcPts val="280"/>
              </a:spcBef>
              <a:spcAft>
                <a:spcPts val="0"/>
              </a:spcAft>
              <a:buSzPts val="700"/>
              <a:buNone/>
              <a:defRPr sz="1400"/>
            </a:lvl8pPr>
            <a:lvl9pPr indent="-228600" lvl="8" marL="4114800" algn="l">
              <a:spcBef>
                <a:spcPts val="280"/>
              </a:spcBef>
              <a:spcAft>
                <a:spcPts val="0"/>
              </a:spcAft>
              <a:buSzPts val="700"/>
              <a:buNone/>
              <a:defRPr sz="1400"/>
            </a:lvl9pPr>
          </a:lstStyle>
          <a:p/>
        </p:txBody>
      </p:sp>
      <p:sp>
        <p:nvSpPr>
          <p:cNvPr id="82" name="Google Shape;82;p11"/>
          <p:cNvSpPr txBox="1"/>
          <p:nvPr>
            <p:ph idx="10" type="dt"/>
          </p:nvPr>
        </p:nvSpPr>
        <p:spPr>
          <a:xfrm>
            <a:off x="914400" y="63246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1"/>
          <p:cNvSpPr txBox="1"/>
          <p:nvPr>
            <p:ph idx="11" type="ftr"/>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1"/>
          <p:cNvSpPr txBox="1"/>
          <p:nvPr>
            <p:ph idx="12" type="sldNum"/>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01" name="Shape 101"/>
        <p:cNvGrpSpPr/>
        <p:nvPr/>
      </p:nvGrpSpPr>
      <p:grpSpPr>
        <a:xfrm>
          <a:off x="0" y="0"/>
          <a:ext cx="0" cy="0"/>
          <a:chOff x="0" y="0"/>
          <a:chExt cx="0" cy="0"/>
        </a:xfrm>
      </p:grpSpPr>
      <p:sp>
        <p:nvSpPr>
          <p:cNvPr id="102" name="Google Shape;102;p13"/>
          <p:cNvSpPr txBox="1"/>
          <p:nvPr>
            <p:ph type="ctrTitle"/>
          </p:nvPr>
        </p:nvSpPr>
        <p:spPr>
          <a:xfrm>
            <a:off x="990600" y="1828800"/>
            <a:ext cx="77724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SzPts val="1920"/>
              <a:buFont typeface="Noto Sans Symbols"/>
              <a:buNone/>
              <a:defRPr/>
            </a:lvl1pPr>
            <a:lvl2pPr lvl="1" algn="l">
              <a:spcBef>
                <a:spcPts val="360"/>
              </a:spcBef>
              <a:spcAft>
                <a:spcPts val="0"/>
              </a:spcAft>
              <a:buSzPts val="990"/>
              <a:buChar char="■"/>
              <a:defRPr/>
            </a:lvl2pPr>
            <a:lvl3pPr lvl="2" algn="l">
              <a:spcBef>
                <a:spcPts val="360"/>
              </a:spcBef>
              <a:spcAft>
                <a:spcPts val="0"/>
              </a:spcAft>
              <a:buSzPts val="900"/>
              <a:buChar char="■"/>
              <a:defRPr/>
            </a:lvl3pPr>
            <a:lvl4pPr lvl="3" algn="l">
              <a:spcBef>
                <a:spcPts val="360"/>
              </a:spcBef>
              <a:spcAft>
                <a:spcPts val="0"/>
              </a:spcAft>
              <a:buSzPts val="990"/>
              <a:buChar char="■"/>
              <a:defRPr/>
            </a:lvl4pPr>
            <a:lvl5pPr lvl="4" algn="l">
              <a:spcBef>
                <a:spcPts val="360"/>
              </a:spcBef>
              <a:spcAft>
                <a:spcPts val="0"/>
              </a:spcAft>
              <a:buSzPts val="900"/>
              <a:buChar char="■"/>
              <a:defRPr/>
            </a:lvl5pPr>
            <a:lvl6pPr lvl="5" algn="l">
              <a:spcBef>
                <a:spcPts val="360"/>
              </a:spcBef>
              <a:spcAft>
                <a:spcPts val="0"/>
              </a:spcAft>
              <a:buSzPts val="900"/>
              <a:buChar char="■"/>
              <a:defRPr/>
            </a:lvl6pPr>
            <a:lvl7pPr lvl="6" algn="l">
              <a:spcBef>
                <a:spcPts val="360"/>
              </a:spcBef>
              <a:spcAft>
                <a:spcPts val="0"/>
              </a:spcAft>
              <a:buSzPts val="900"/>
              <a:buChar char="■"/>
              <a:defRPr/>
            </a:lvl7pPr>
            <a:lvl8pPr lvl="7" algn="l">
              <a:spcBef>
                <a:spcPts val="360"/>
              </a:spcBef>
              <a:spcAft>
                <a:spcPts val="0"/>
              </a:spcAft>
              <a:buSzPts val="900"/>
              <a:buChar char="■"/>
              <a:defRPr/>
            </a:lvl8pPr>
            <a:lvl9pPr lvl="8" algn="l">
              <a:spcBef>
                <a:spcPts val="360"/>
              </a:spcBef>
              <a:spcAft>
                <a:spcPts val="0"/>
              </a:spcAft>
              <a:buSzPts val="900"/>
              <a:buChar char="■"/>
              <a:defRPr/>
            </a:lvl9pPr>
          </a:lstStyle>
          <a:p/>
        </p:txBody>
      </p:sp>
      <p:sp>
        <p:nvSpPr>
          <p:cNvPr id="104" name="Google Shape;104;p13"/>
          <p:cNvSpPr txBox="1"/>
          <p:nvPr>
            <p:ph idx="10" type="dt"/>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13"/>
          <p:cNvSpPr txBox="1"/>
          <p:nvPr>
            <p:ph idx="11" type="ftr"/>
          </p:nvPr>
        </p:nvSpPr>
        <p:spPr>
          <a:xfrm>
            <a:off x="3429000" y="62484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3"/>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1pPr>
            <a:lvl2pPr indent="0" lvl="1"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2pPr>
            <a:lvl3pPr indent="0" lvl="2"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3pPr>
            <a:lvl4pPr indent="0" lvl="3"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4pPr>
            <a:lvl5pPr indent="0" lvl="4"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5pPr>
            <a:lvl6pPr indent="0" lvl="5"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6pPr>
            <a:lvl7pPr indent="0" lvl="6"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7pPr>
            <a:lvl8pPr indent="0" lvl="7"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8pPr>
            <a:lvl9pPr indent="0" lvl="8"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nvSpPr>
        <p:spPr>
          <a:xfrm>
            <a:off x="417512" y="10985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11" name="Google Shape;11;p1"/>
          <p:cNvSpPr txBox="1"/>
          <p:nvPr/>
        </p:nvSpPr>
        <p:spPr>
          <a:xfrm>
            <a:off x="800100" y="10985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12" name="Google Shape;12;p1"/>
          <p:cNvSpPr txBox="1"/>
          <p:nvPr/>
        </p:nvSpPr>
        <p:spPr>
          <a:xfrm>
            <a:off x="541337" y="15208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13" name="Google Shape;13;p1"/>
          <p:cNvSpPr txBox="1"/>
          <p:nvPr/>
        </p:nvSpPr>
        <p:spPr>
          <a:xfrm>
            <a:off x="911225" y="15208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14" name="Google Shape;14;p1"/>
          <p:cNvSpPr txBox="1"/>
          <p:nvPr/>
        </p:nvSpPr>
        <p:spPr>
          <a:xfrm>
            <a:off x="127000" y="14478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15" name="Google Shape;15;p1"/>
          <p:cNvSpPr txBox="1"/>
          <p:nvPr/>
        </p:nvSpPr>
        <p:spPr>
          <a:xfrm>
            <a:off x="762000" y="99060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16" name="Google Shape;16;p1"/>
          <p:cNvSpPr txBox="1"/>
          <p:nvPr/>
        </p:nvSpPr>
        <p:spPr>
          <a:xfrm>
            <a:off x="442912" y="1781175"/>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17" name="Google Shape;17;p1"/>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18" name="Google Shape;18;p1"/>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19" name="Google Shape;19;p1"/>
          <p:cNvSpPr txBox="1"/>
          <p:nvPr>
            <p:ph idx="10" type="dt"/>
          </p:nvPr>
        </p:nvSpPr>
        <p:spPr>
          <a:xfrm>
            <a:off x="914400" y="6324600"/>
            <a:ext cx="19050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9pPr>
          </a:lstStyle>
          <a:p/>
        </p:txBody>
      </p:sp>
      <p:sp>
        <p:nvSpPr>
          <p:cNvPr id="20" name="Google Shape;20;p1"/>
          <p:cNvSpPr txBox="1"/>
          <p:nvPr>
            <p:ph idx="11" type="ftr"/>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9pPr>
          </a:lstStyle>
          <a:p/>
        </p:txBody>
      </p:sp>
      <p:sp>
        <p:nvSpPr>
          <p:cNvPr id="21" name="Google Shape;21;p1"/>
          <p:cNvSpPr txBox="1"/>
          <p:nvPr>
            <p:ph idx="12" type="sldNum"/>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grpSp>
        <p:nvGrpSpPr>
          <p:cNvPr id="86" name="Google Shape;86;p12"/>
          <p:cNvGrpSpPr/>
          <p:nvPr/>
        </p:nvGrpSpPr>
        <p:grpSpPr>
          <a:xfrm>
            <a:off x="0" y="2438400"/>
            <a:ext cx="9009062" cy="1052512"/>
            <a:chOff x="0" y="1536"/>
            <a:chExt cx="5675" cy="663"/>
          </a:xfrm>
        </p:grpSpPr>
        <p:grpSp>
          <p:nvGrpSpPr>
            <p:cNvPr id="87" name="Google Shape;87;p12"/>
            <p:cNvGrpSpPr/>
            <p:nvPr/>
          </p:nvGrpSpPr>
          <p:grpSpPr>
            <a:xfrm>
              <a:off x="185" y="1604"/>
              <a:ext cx="449" cy="299"/>
              <a:chOff x="720" y="336"/>
              <a:chExt cx="624" cy="432"/>
            </a:xfrm>
          </p:grpSpPr>
          <p:sp>
            <p:nvSpPr>
              <p:cNvPr id="88" name="Google Shape;88;p12"/>
              <p:cNvSpPr txBox="1"/>
              <p:nvPr/>
            </p:nvSpPr>
            <p:spPr>
              <a:xfrm>
                <a:off x="720" y="336"/>
                <a:ext cx="384" cy="43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89" name="Google Shape;89;p12"/>
              <p:cNvSpPr txBox="1"/>
              <p:nvPr/>
            </p:nvSpPr>
            <p:spPr>
              <a:xfrm>
                <a:off x="1056" y="336"/>
                <a:ext cx="288" cy="43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grpSp>
        <p:grpSp>
          <p:nvGrpSpPr>
            <p:cNvPr id="90" name="Google Shape;90;p12"/>
            <p:cNvGrpSpPr/>
            <p:nvPr/>
          </p:nvGrpSpPr>
          <p:grpSpPr>
            <a:xfrm>
              <a:off x="263" y="1870"/>
              <a:ext cx="466" cy="299"/>
              <a:chOff x="912" y="2640"/>
              <a:chExt cx="672" cy="432"/>
            </a:xfrm>
          </p:grpSpPr>
          <p:sp>
            <p:nvSpPr>
              <p:cNvPr id="91" name="Google Shape;91;p12"/>
              <p:cNvSpPr txBox="1"/>
              <p:nvPr/>
            </p:nvSpPr>
            <p:spPr>
              <a:xfrm>
                <a:off x="912" y="2640"/>
                <a:ext cx="384" cy="4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92" name="Google Shape;92;p12"/>
              <p:cNvSpPr txBox="1"/>
              <p:nvPr/>
            </p:nvSpPr>
            <p:spPr>
              <a:xfrm>
                <a:off x="1248" y="2640"/>
                <a:ext cx="336" cy="43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grpSp>
        <p:sp>
          <p:nvSpPr>
            <p:cNvPr id="93" name="Google Shape;93;p12"/>
            <p:cNvSpPr txBox="1"/>
            <p:nvPr/>
          </p:nvSpPr>
          <p:spPr>
            <a:xfrm>
              <a:off x="0" y="1824"/>
              <a:ext cx="353" cy="266"/>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94" name="Google Shape;94;p12"/>
            <p:cNvSpPr txBox="1"/>
            <p:nvPr/>
          </p:nvSpPr>
          <p:spPr>
            <a:xfrm>
              <a:off x="400" y="1536"/>
              <a:ext cx="20" cy="66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95" name="Google Shape;95;p12"/>
            <p:cNvSpPr txBox="1"/>
            <p:nvPr/>
          </p:nvSpPr>
          <p:spPr>
            <a:xfrm flipH="1" rot="10800000">
              <a:off x="199" y="2054"/>
              <a:ext cx="5476" cy="35"/>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grpSp>
      <p:sp>
        <p:nvSpPr>
          <p:cNvPr id="96" name="Google Shape;96;p12"/>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97" name="Google Shape;97;p12"/>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98" name="Google Shape;98;p12"/>
          <p:cNvSpPr txBox="1"/>
          <p:nvPr>
            <p:ph idx="10" type="dt"/>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9pPr>
          </a:lstStyle>
          <a:p/>
        </p:txBody>
      </p:sp>
      <p:sp>
        <p:nvSpPr>
          <p:cNvPr id="99" name="Google Shape;99;p12"/>
          <p:cNvSpPr txBox="1"/>
          <p:nvPr>
            <p:ph idx="11" type="ftr"/>
          </p:nvPr>
        </p:nvSpPr>
        <p:spPr>
          <a:xfrm>
            <a:off x="3429000" y="6248400"/>
            <a:ext cx="28956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9pPr>
          </a:lstStyle>
          <a:p/>
        </p:txBody>
      </p:sp>
      <p:sp>
        <p:nvSpPr>
          <p:cNvPr id="100" name="Google Shape;100;p12"/>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1pPr>
            <a:lvl2pPr indent="0" lvl="1"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2pPr>
            <a:lvl3pPr indent="0" lvl="2"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3pPr>
            <a:lvl4pPr indent="0" lvl="3"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4pPr>
            <a:lvl5pPr indent="0" lvl="4"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5pPr>
            <a:lvl6pPr indent="0" lvl="5"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6pPr>
            <a:lvl7pPr indent="0" lvl="6"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7pPr>
            <a:lvl8pPr indent="0" lvl="7"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8pPr>
            <a:lvl9pPr indent="0" lvl="8"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hyperlink" Target="http://www.answers.com/topic/address-resolution-protocol" TargetMode="External"/><Relationship Id="rId4" Type="http://schemas.openxmlformats.org/officeDocument/2006/relationships/hyperlink" Target="http://www.answers.com/topic/mac-address" TargetMode="External"/><Relationship Id="rId5" Type="http://schemas.openxmlformats.org/officeDocument/2006/relationships/hyperlink" Target="http://www.answers.com/topic/default-gateway" TargetMode="External"/><Relationship Id="rId6" Type="http://schemas.openxmlformats.org/officeDocument/2006/relationships/hyperlink" Target="http://www.answers.com/topic/denial-of-service-attack"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4"/>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folHlink"/>
              </a:buClr>
              <a:buSzPts val="1440"/>
              <a:buFont typeface="Noto Sans Symbols"/>
              <a:buChar char="■"/>
            </a:pPr>
            <a:r>
              <a:rPr b="0" i="0" lang="en-US" sz="2400" u="none" cap="none" strike="noStrike">
                <a:solidFill>
                  <a:srgbClr val="7030A0"/>
                </a:solidFill>
                <a:latin typeface="Tahoma"/>
                <a:ea typeface="Tahoma"/>
                <a:cs typeface="Tahoma"/>
                <a:sym typeface="Tahoma"/>
              </a:rPr>
              <a:t>Types of Attacks</a:t>
            </a:r>
            <a:endParaRPr/>
          </a:p>
          <a:p>
            <a:pPr indent="-285750" lvl="1" marL="742950" marR="0" rtl="0" algn="l">
              <a:lnSpc>
                <a:spcPct val="100000"/>
              </a:lnSpc>
              <a:spcBef>
                <a:spcPts val="400"/>
              </a:spcBef>
              <a:spcAft>
                <a:spcPts val="0"/>
              </a:spcAft>
              <a:buClr>
                <a:schemeClr val="hlink"/>
              </a:buClr>
              <a:buSzPts val="1100"/>
              <a:buFont typeface="Noto Sans Symbols"/>
              <a:buChar char="■"/>
            </a:pPr>
            <a:r>
              <a:rPr b="0" i="0" lang="en-US" sz="2000" u="none" cap="none" strike="noStrike">
                <a:solidFill>
                  <a:schemeClr val="dk1"/>
                </a:solidFill>
                <a:latin typeface="Tahoma"/>
                <a:ea typeface="Tahoma"/>
                <a:cs typeface="Tahoma"/>
                <a:sym typeface="Tahoma"/>
              </a:rPr>
              <a:t>Passive Attacks</a:t>
            </a:r>
            <a:endParaRPr/>
          </a:p>
          <a:p>
            <a:pPr indent="-285750" lvl="1" marL="742950" marR="0" rtl="0" algn="l">
              <a:lnSpc>
                <a:spcPct val="100000"/>
              </a:lnSpc>
              <a:spcBef>
                <a:spcPts val="400"/>
              </a:spcBef>
              <a:spcAft>
                <a:spcPts val="0"/>
              </a:spcAft>
              <a:buClr>
                <a:schemeClr val="hlink"/>
              </a:buClr>
              <a:buSzPts val="1100"/>
              <a:buFont typeface="Noto Sans Symbols"/>
              <a:buChar char="■"/>
            </a:pPr>
            <a:r>
              <a:rPr b="0" i="0" lang="en-US" sz="2000" u="none" cap="none" strike="noStrike">
                <a:solidFill>
                  <a:schemeClr val="dk1"/>
                </a:solidFill>
                <a:latin typeface="Tahoma"/>
                <a:ea typeface="Tahoma"/>
                <a:cs typeface="Tahoma"/>
                <a:sym typeface="Tahoma"/>
              </a:rPr>
              <a:t>Active Attacks</a:t>
            </a:r>
            <a:endParaRPr/>
          </a:p>
          <a:p>
            <a:pPr indent="-285750" lvl="1" marL="742950" marR="0" rtl="0" algn="l">
              <a:lnSpc>
                <a:spcPct val="100000"/>
              </a:lnSpc>
              <a:spcBef>
                <a:spcPts val="400"/>
              </a:spcBef>
              <a:spcAft>
                <a:spcPts val="0"/>
              </a:spcAft>
              <a:buClr>
                <a:schemeClr val="hlink"/>
              </a:buClr>
              <a:buSzPts val="1100"/>
              <a:buFont typeface="Noto Sans Symbols"/>
              <a:buNone/>
            </a:pPr>
            <a:r>
              <a:t/>
            </a:r>
            <a:endParaRPr b="0" i="0" sz="2000" u="none" cap="none" strike="noStrike">
              <a:solidFill>
                <a:schemeClr val="dk1"/>
              </a:solidFill>
              <a:latin typeface="Tahoma"/>
              <a:ea typeface="Tahoma"/>
              <a:cs typeface="Tahoma"/>
              <a:sym typeface="Tahoma"/>
            </a:endParaRPr>
          </a:p>
          <a:p>
            <a:pPr indent="-342900" lvl="0" marL="342900" marR="0" rtl="0" algn="l">
              <a:lnSpc>
                <a:spcPct val="100000"/>
              </a:lnSpc>
              <a:spcBef>
                <a:spcPts val="480"/>
              </a:spcBef>
              <a:spcAft>
                <a:spcPts val="0"/>
              </a:spcAft>
              <a:buClr>
                <a:schemeClr val="folHlink"/>
              </a:buClr>
              <a:buSzPts val="1440"/>
              <a:buFont typeface="Noto Sans Symbols"/>
              <a:buNone/>
            </a:pPr>
            <a:r>
              <a:t/>
            </a:r>
            <a:endParaRPr b="0" i="0" sz="2400" u="none" cap="none" strike="noStrike">
              <a:solidFill>
                <a:schemeClr val="dk1"/>
              </a:solidFill>
              <a:latin typeface="Tahoma"/>
              <a:ea typeface="Tahoma"/>
              <a:cs typeface="Tahoma"/>
              <a:sym typeface="Tahoma"/>
            </a:endParaRPr>
          </a:p>
          <a:p>
            <a:pPr indent="-251459" lvl="0" marL="342900" marR="0" rtl="0" algn="l">
              <a:spcBef>
                <a:spcPts val="480"/>
              </a:spcBef>
              <a:spcAft>
                <a:spcPts val="0"/>
              </a:spcAft>
              <a:buClr>
                <a:schemeClr val="folHlink"/>
              </a:buClr>
              <a:buSzPts val="1440"/>
              <a:buFont typeface="Noto Sans Symbols"/>
              <a:buNone/>
            </a:pPr>
            <a:r>
              <a:t/>
            </a:r>
            <a:endParaRPr b="0" i="0" sz="2400" u="none">
              <a:solidFill>
                <a:schemeClr val="dk1"/>
              </a:solidFill>
              <a:latin typeface="Tahoma"/>
              <a:ea typeface="Tahoma"/>
              <a:cs typeface="Tahoma"/>
              <a:sym typeface="Tahoma"/>
            </a:endParaRPr>
          </a:p>
        </p:txBody>
      </p:sp>
      <p:sp>
        <p:nvSpPr>
          <p:cNvPr id="113" name="Google Shape;113;p14"/>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Attacks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5"/>
          <p:cNvSpPr txBox="1"/>
          <p:nvPr>
            <p:ph type="title"/>
          </p:nvPr>
        </p:nvSpPr>
        <p:spPr>
          <a:xfrm>
            <a:off x="1350962" y="609600"/>
            <a:ext cx="72596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Attacks</a:t>
            </a:r>
            <a:endParaRPr/>
          </a:p>
        </p:txBody>
      </p:sp>
      <p:pic>
        <p:nvPicPr>
          <p:cNvPr descr="C:\Documents and Settings\abrar\Desktop\sec attacks.bmp" id="119" name="Google Shape;119;p15"/>
          <p:cNvPicPr preferRelativeResize="0"/>
          <p:nvPr>
            <p:ph idx="1" type="body"/>
          </p:nvPr>
        </p:nvPicPr>
        <p:blipFill rotWithShape="1">
          <a:blip r:embed="rId3">
            <a:alphaModFix/>
          </a:blip>
          <a:srcRect b="0" l="0" r="0" t="0"/>
          <a:stretch/>
        </p:blipFill>
        <p:spPr>
          <a:xfrm>
            <a:off x="838200" y="2266950"/>
            <a:ext cx="7772400" cy="36163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6"/>
          <p:cNvSpPr txBox="1"/>
          <p:nvPr>
            <p:ph idx="1" type="body"/>
          </p:nvPr>
        </p:nvSpPr>
        <p:spPr>
          <a:xfrm>
            <a:off x="228600" y="533400"/>
            <a:ext cx="8686800" cy="5791200"/>
          </a:xfrm>
          <a:prstGeom prst="rect">
            <a:avLst/>
          </a:prstGeom>
          <a:noFill/>
          <a:ln>
            <a:noFill/>
          </a:ln>
        </p:spPr>
        <p:txBody>
          <a:bodyPr anchorCtr="0" anchor="t" bIns="45700" lIns="91425" spcFirstLastPara="1" rIns="91425" wrap="square" tIns="45700">
            <a:noAutofit/>
          </a:bodyPr>
          <a:lstStyle/>
          <a:p>
            <a:pPr indent="-228600" lvl="2" marL="1143000" marR="0" rtl="0" algn="ctr">
              <a:lnSpc>
                <a:spcPct val="100000"/>
              </a:lnSpc>
              <a:spcBef>
                <a:spcPts val="0"/>
              </a:spcBef>
              <a:spcAft>
                <a:spcPts val="0"/>
              </a:spcAft>
              <a:buClr>
                <a:schemeClr val="folHlink"/>
              </a:buClr>
              <a:buSzPts val="1200"/>
              <a:buFont typeface="Noto Sans Symbols"/>
              <a:buNone/>
            </a:pPr>
            <a:r>
              <a:rPr b="0" i="0" lang="en-US" sz="2400" u="none" cap="none" strike="noStrike">
                <a:solidFill>
                  <a:schemeClr val="dk1"/>
                </a:solidFill>
                <a:latin typeface="Tahoma"/>
                <a:ea typeface="Tahoma"/>
                <a:cs typeface="Tahoma"/>
                <a:sym typeface="Tahoma"/>
              </a:rPr>
              <a:t>Passive Attacks</a:t>
            </a:r>
            <a:endParaRPr/>
          </a:p>
        </p:txBody>
      </p:sp>
      <p:pic>
        <p:nvPicPr>
          <p:cNvPr descr="Passive Atack.jpg" id="126" name="Google Shape;126;p16"/>
          <p:cNvPicPr preferRelativeResize="0"/>
          <p:nvPr/>
        </p:nvPicPr>
        <p:blipFill rotWithShape="1">
          <a:blip r:embed="rId3">
            <a:alphaModFix/>
          </a:blip>
          <a:srcRect b="0" l="0" r="0" t="0"/>
          <a:stretch/>
        </p:blipFill>
        <p:spPr>
          <a:xfrm>
            <a:off x="381000" y="1066800"/>
            <a:ext cx="8534400" cy="5105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7"/>
          <p:cNvSpPr txBox="1"/>
          <p:nvPr>
            <p:ph type="title"/>
          </p:nvPr>
        </p:nvSpPr>
        <p:spPr>
          <a:xfrm>
            <a:off x="1066800" y="228600"/>
            <a:ext cx="7793037"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ahoma"/>
              <a:buNone/>
            </a:pPr>
            <a:r>
              <a:rPr b="0" i="0" lang="en-US" sz="3600" u="none">
                <a:solidFill>
                  <a:schemeClr val="dk2"/>
                </a:solidFill>
                <a:latin typeface="Tahoma"/>
                <a:ea typeface="Tahoma"/>
                <a:cs typeface="Tahoma"/>
                <a:sym typeface="Tahoma"/>
              </a:rPr>
              <a:t>Masquerade		</a:t>
            </a:r>
            <a:endParaRPr/>
          </a:p>
        </p:txBody>
      </p:sp>
      <p:sp>
        <p:nvSpPr>
          <p:cNvPr id="133" name="Google Shape;133;p17"/>
          <p:cNvSpPr txBox="1"/>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pic>
        <p:nvPicPr>
          <p:cNvPr id="134" name="Google Shape;134;p17"/>
          <p:cNvPicPr preferRelativeResize="0"/>
          <p:nvPr/>
        </p:nvPicPr>
        <p:blipFill rotWithShape="1">
          <a:blip r:embed="rId3">
            <a:alphaModFix/>
          </a:blip>
          <a:srcRect b="0" l="0" r="0" t="0"/>
          <a:stretch/>
        </p:blipFill>
        <p:spPr>
          <a:xfrm>
            <a:off x="1524000" y="2057400"/>
            <a:ext cx="6248400" cy="3629025"/>
          </a:xfrm>
          <a:prstGeom prst="rect">
            <a:avLst/>
          </a:prstGeom>
          <a:noFill/>
          <a:ln>
            <a:noFill/>
          </a:ln>
        </p:spPr>
      </p:pic>
      <p:sp>
        <p:nvSpPr>
          <p:cNvPr id="135" name="Google Shape;135;p17"/>
          <p:cNvSpPr txBox="1"/>
          <p:nvPr/>
        </p:nvSpPr>
        <p:spPr>
          <a:xfrm>
            <a:off x="1676400" y="6096000"/>
            <a:ext cx="6096000" cy="2460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Tahoma"/>
              <a:buNone/>
            </a:pPr>
            <a:r>
              <a:rPr b="0" i="0" lang="en-US" sz="1000" u="none">
                <a:solidFill>
                  <a:schemeClr val="dk1"/>
                </a:solidFill>
                <a:latin typeface="Tahoma"/>
                <a:ea typeface="Tahoma"/>
                <a:cs typeface="Tahoma"/>
                <a:sym typeface="Tahoma"/>
              </a:rPr>
              <a:t>* These images are copied from the textbook (Cryptography and Network Security, by William Stallings).</a:t>
            </a:r>
            <a:endParaRPr/>
          </a:p>
        </p:txBody>
      </p:sp>
      <p:sp>
        <p:nvSpPr>
          <p:cNvPr id="136" name="Google Shape;136;p17"/>
          <p:cNvSpPr txBox="1"/>
          <p:nvPr/>
        </p:nvSpPr>
        <p:spPr>
          <a:xfrm>
            <a:off x="1219200" y="914400"/>
            <a:ext cx="7099300" cy="1570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Masquerade takes place when one entity pretends </a:t>
            </a:r>
            <a:endParaRPr/>
          </a:p>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to be an another entity. </a:t>
            </a:r>
            <a:endParaRPr/>
          </a:p>
          <a:p>
            <a:pPr indent="0" lvl="0" marL="0" marR="0" rtl="0" algn="l">
              <a:lnSpc>
                <a:spcPct val="100000"/>
              </a:lnSpc>
              <a:spcBef>
                <a:spcPts val="0"/>
              </a:spcBef>
              <a:spcAft>
                <a:spcPts val="0"/>
              </a:spcAft>
              <a:buClr>
                <a:schemeClr val="dk1"/>
              </a:buClr>
              <a:buSzPts val="2400"/>
              <a:buFont typeface="Tahoma"/>
              <a:buNone/>
            </a:pPr>
            <a:r>
              <a:t/>
            </a:r>
            <a:endParaRPr b="0" i="0" sz="2400" u="none">
              <a:solidFill>
                <a:schemeClr val="dk1"/>
              </a:solidFill>
              <a:latin typeface="Tahoma"/>
              <a:ea typeface="Tahoma"/>
              <a:cs typeface="Tahoma"/>
              <a:sym typeface="Tahoma"/>
            </a:endParaRPr>
          </a:p>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8"/>
          <p:cNvSpPr txBox="1"/>
          <p:nvPr>
            <p:ph type="title"/>
          </p:nvPr>
        </p:nvSpPr>
        <p:spPr>
          <a:xfrm>
            <a:off x="1143000" y="228600"/>
            <a:ext cx="7793037" cy="60166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Replay 				</a:t>
            </a:r>
            <a:endParaRPr/>
          </a:p>
        </p:txBody>
      </p:sp>
      <p:sp>
        <p:nvSpPr>
          <p:cNvPr id="143" name="Google Shape;143;p18"/>
          <p:cNvSpPr txBox="1"/>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pic>
        <p:nvPicPr>
          <p:cNvPr id="144" name="Google Shape;144;p18"/>
          <p:cNvPicPr preferRelativeResize="0"/>
          <p:nvPr/>
        </p:nvPicPr>
        <p:blipFill rotWithShape="1">
          <a:blip r:embed="rId3">
            <a:alphaModFix/>
          </a:blip>
          <a:srcRect b="0" l="0" r="0" t="0"/>
          <a:stretch/>
        </p:blipFill>
        <p:spPr>
          <a:xfrm>
            <a:off x="1524000" y="2057400"/>
            <a:ext cx="6705600" cy="3814762"/>
          </a:xfrm>
          <a:prstGeom prst="rect">
            <a:avLst/>
          </a:prstGeom>
          <a:noFill/>
          <a:ln>
            <a:noFill/>
          </a:ln>
        </p:spPr>
      </p:pic>
      <p:sp>
        <p:nvSpPr>
          <p:cNvPr id="145" name="Google Shape;145;p18"/>
          <p:cNvSpPr txBox="1"/>
          <p:nvPr/>
        </p:nvSpPr>
        <p:spPr>
          <a:xfrm>
            <a:off x="1143000" y="914400"/>
            <a:ext cx="7896225" cy="7699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200"/>
              <a:buFont typeface="Tahoma"/>
              <a:buNone/>
            </a:pPr>
            <a:r>
              <a:rPr b="0" i="0" lang="en-US" sz="2200" u="none">
                <a:solidFill>
                  <a:schemeClr val="dk1"/>
                </a:solidFill>
                <a:latin typeface="Tahoma"/>
                <a:ea typeface="Tahoma"/>
                <a:cs typeface="Tahoma"/>
                <a:sym typeface="Tahoma"/>
              </a:rPr>
              <a:t>Involves the passive capture of a data unit and its </a:t>
            </a:r>
            <a:endParaRPr/>
          </a:p>
          <a:p>
            <a:pPr indent="0" lvl="0" marL="0" marR="0" rtl="0" algn="l">
              <a:lnSpc>
                <a:spcPct val="100000"/>
              </a:lnSpc>
              <a:spcBef>
                <a:spcPts val="0"/>
              </a:spcBef>
              <a:spcAft>
                <a:spcPts val="0"/>
              </a:spcAft>
              <a:buClr>
                <a:schemeClr val="dk1"/>
              </a:buClr>
              <a:buSzPts val="2200"/>
              <a:buFont typeface="Tahoma"/>
              <a:buNone/>
            </a:pPr>
            <a:r>
              <a:rPr b="0" i="0" lang="en-US" sz="2200" u="none">
                <a:solidFill>
                  <a:schemeClr val="dk1"/>
                </a:solidFill>
                <a:latin typeface="Tahoma"/>
                <a:ea typeface="Tahoma"/>
                <a:cs typeface="Tahoma"/>
                <a:sym typeface="Tahoma"/>
              </a:rPr>
              <a:t>subsequent retransmission to produce an unauthorized effect.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9"/>
          <p:cNvSpPr txBox="1"/>
          <p:nvPr>
            <p:ph type="title"/>
          </p:nvPr>
        </p:nvSpPr>
        <p:spPr>
          <a:xfrm>
            <a:off x="1143000" y="304800"/>
            <a:ext cx="7793037"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2800"/>
              <a:buFont typeface="Tahoma"/>
              <a:buNone/>
            </a:pPr>
            <a:r>
              <a:rPr b="0" i="0" lang="en-US" sz="2800" u="none">
                <a:solidFill>
                  <a:schemeClr val="dk2"/>
                </a:solidFill>
                <a:latin typeface="Tahoma"/>
                <a:ea typeface="Tahoma"/>
                <a:cs typeface="Tahoma"/>
                <a:sym typeface="Tahoma"/>
              </a:rPr>
              <a:t>Modification of message	</a:t>
            </a:r>
            <a:endParaRPr/>
          </a:p>
        </p:txBody>
      </p:sp>
      <p:sp>
        <p:nvSpPr>
          <p:cNvPr id="152" name="Google Shape;152;p19"/>
          <p:cNvSpPr txBox="1"/>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pic>
        <p:nvPicPr>
          <p:cNvPr id="153" name="Google Shape;153;p19"/>
          <p:cNvPicPr preferRelativeResize="0"/>
          <p:nvPr/>
        </p:nvPicPr>
        <p:blipFill rotWithShape="1">
          <a:blip r:embed="rId3">
            <a:alphaModFix/>
          </a:blip>
          <a:srcRect b="0" l="0" r="0" t="0"/>
          <a:stretch/>
        </p:blipFill>
        <p:spPr>
          <a:xfrm>
            <a:off x="1524000" y="2133600"/>
            <a:ext cx="6134100" cy="3571875"/>
          </a:xfrm>
          <a:prstGeom prst="rect">
            <a:avLst/>
          </a:prstGeom>
          <a:noFill/>
          <a:ln>
            <a:noFill/>
          </a:ln>
        </p:spPr>
      </p:pic>
      <p:sp>
        <p:nvSpPr>
          <p:cNvPr id="154" name="Google Shape;154;p19"/>
          <p:cNvSpPr txBox="1"/>
          <p:nvPr/>
        </p:nvSpPr>
        <p:spPr>
          <a:xfrm>
            <a:off x="1066800" y="1066800"/>
            <a:ext cx="597535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Means that some portion of a legitimate message is altered.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0"/>
          <p:cNvSpPr txBox="1"/>
          <p:nvPr>
            <p:ph type="title"/>
          </p:nvPr>
        </p:nvSpPr>
        <p:spPr>
          <a:xfrm>
            <a:off x="1066800" y="381000"/>
            <a:ext cx="7793037" cy="44926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2400"/>
              <a:buFont typeface="Tahoma"/>
              <a:buNone/>
            </a:pPr>
            <a:r>
              <a:rPr b="0" i="0" lang="en-US" sz="2400" u="none">
                <a:solidFill>
                  <a:schemeClr val="dk2"/>
                </a:solidFill>
                <a:latin typeface="Tahoma"/>
                <a:ea typeface="Tahoma"/>
                <a:cs typeface="Tahoma"/>
                <a:sym typeface="Tahoma"/>
              </a:rPr>
              <a:t>Denial of service			</a:t>
            </a:r>
            <a:endParaRPr/>
          </a:p>
        </p:txBody>
      </p:sp>
      <p:sp>
        <p:nvSpPr>
          <p:cNvPr id="161" name="Google Shape;161;p20"/>
          <p:cNvSpPr txBox="1"/>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US" sz="1400" u="none">
                <a:solidFill>
                  <a:schemeClr val="dk1"/>
                </a:solidFill>
                <a:latin typeface="Tahoma"/>
                <a:ea typeface="Tahoma"/>
                <a:cs typeface="Tahoma"/>
                <a:sym typeface="Tahoma"/>
              </a:rPr>
              <a:t>‹#›</a:t>
            </a:fld>
            <a:endParaRPr/>
          </a:p>
        </p:txBody>
      </p:sp>
      <p:pic>
        <p:nvPicPr>
          <p:cNvPr id="162" name="Google Shape;162;p20"/>
          <p:cNvPicPr preferRelativeResize="0"/>
          <p:nvPr/>
        </p:nvPicPr>
        <p:blipFill rotWithShape="1">
          <a:blip r:embed="rId3">
            <a:alphaModFix/>
          </a:blip>
          <a:srcRect b="0" l="0" r="0" t="0"/>
          <a:stretch/>
        </p:blipFill>
        <p:spPr>
          <a:xfrm>
            <a:off x="1504950" y="2209800"/>
            <a:ext cx="6134100" cy="3590925"/>
          </a:xfrm>
          <a:prstGeom prst="rect">
            <a:avLst/>
          </a:prstGeom>
          <a:noFill/>
          <a:ln>
            <a:noFill/>
          </a:ln>
        </p:spPr>
      </p:pic>
      <p:sp>
        <p:nvSpPr>
          <p:cNvPr id="163" name="Google Shape;163;p20"/>
          <p:cNvSpPr txBox="1"/>
          <p:nvPr/>
        </p:nvSpPr>
        <p:spPr>
          <a:xfrm>
            <a:off x="1219200" y="989012"/>
            <a:ext cx="7162800" cy="1200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A </a:t>
            </a:r>
            <a:r>
              <a:rPr b="1" i="0" lang="en-US" sz="2400" u="none">
                <a:solidFill>
                  <a:schemeClr val="dk1"/>
                </a:solidFill>
                <a:latin typeface="Tahoma"/>
                <a:ea typeface="Tahoma"/>
                <a:cs typeface="Tahoma"/>
                <a:sym typeface="Tahoma"/>
              </a:rPr>
              <a:t>denial-of-service</a:t>
            </a:r>
            <a:r>
              <a:rPr b="0" i="0" lang="en-US" sz="2400" u="none">
                <a:solidFill>
                  <a:schemeClr val="dk1"/>
                </a:solidFill>
                <a:latin typeface="Tahoma"/>
                <a:ea typeface="Tahoma"/>
                <a:cs typeface="Tahoma"/>
                <a:sym typeface="Tahoma"/>
              </a:rPr>
              <a:t> (</a:t>
            </a:r>
            <a:r>
              <a:rPr b="1" i="0" lang="en-US" sz="2400" u="none">
                <a:solidFill>
                  <a:schemeClr val="dk1"/>
                </a:solidFill>
                <a:latin typeface="Tahoma"/>
                <a:ea typeface="Tahoma"/>
                <a:cs typeface="Tahoma"/>
                <a:sym typeface="Tahoma"/>
              </a:rPr>
              <a:t>DoS</a:t>
            </a:r>
            <a:r>
              <a:rPr b="0" i="0" lang="en-US" sz="2400" u="none">
                <a:solidFill>
                  <a:schemeClr val="dk1"/>
                </a:solidFill>
                <a:latin typeface="Tahoma"/>
                <a:ea typeface="Tahoma"/>
                <a:cs typeface="Tahoma"/>
                <a:sym typeface="Tahoma"/>
              </a:rPr>
              <a:t>) is any type of </a:t>
            </a:r>
            <a:r>
              <a:rPr b="1" i="0" lang="en-US" sz="2400" u="none">
                <a:solidFill>
                  <a:schemeClr val="dk1"/>
                </a:solidFill>
                <a:latin typeface="Tahoma"/>
                <a:ea typeface="Tahoma"/>
                <a:cs typeface="Tahoma"/>
                <a:sym typeface="Tahoma"/>
              </a:rPr>
              <a:t>attack</a:t>
            </a:r>
            <a:r>
              <a:rPr b="0" i="0" lang="en-US" sz="2400" u="none">
                <a:solidFill>
                  <a:schemeClr val="dk1"/>
                </a:solidFill>
                <a:latin typeface="Tahoma"/>
                <a:ea typeface="Tahoma"/>
                <a:cs typeface="Tahoma"/>
                <a:sym typeface="Tahoma"/>
              </a:rPr>
              <a:t> where the attackers (hackers) attempt to prevent legitimate users from accessing the </a:t>
            </a:r>
            <a:r>
              <a:rPr b="1" i="0" lang="en-US" sz="2400" u="none">
                <a:solidFill>
                  <a:schemeClr val="dk1"/>
                </a:solidFill>
                <a:latin typeface="Tahoma"/>
                <a:ea typeface="Tahoma"/>
                <a:cs typeface="Tahoma"/>
                <a:sym typeface="Tahoma"/>
              </a:rPr>
              <a:t>service</a:t>
            </a:r>
            <a:r>
              <a:rPr b="0" i="0" lang="en-US" sz="2400" u="none">
                <a:solidFill>
                  <a:schemeClr val="dk1"/>
                </a:solidFill>
                <a:latin typeface="Tahoma"/>
                <a:ea typeface="Tahoma"/>
                <a:cs typeface="Tahoma"/>
                <a:sym typeface="Tahoma"/>
              </a:rPr>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1"/>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Anatomy of an attack</a:t>
            </a:r>
            <a:endParaRPr/>
          </a:p>
        </p:txBody>
      </p:sp>
      <p:sp>
        <p:nvSpPr>
          <p:cNvPr id="169" name="Google Shape;169;p21"/>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440"/>
              <a:buFont typeface="Noto Sans Symbols"/>
              <a:buChar char="■"/>
            </a:pPr>
            <a:r>
              <a:rPr b="0" i="0" lang="en-US" sz="2400" u="none">
                <a:solidFill>
                  <a:srgbClr val="7030A0"/>
                </a:solidFill>
                <a:latin typeface="Tahoma"/>
                <a:ea typeface="Tahoma"/>
                <a:cs typeface="Tahoma"/>
                <a:sym typeface="Tahoma"/>
              </a:rPr>
              <a:t>Attacker</a:t>
            </a:r>
            <a:endParaRPr/>
          </a:p>
          <a:p>
            <a:pPr indent="-285750" lvl="1" marL="742950" rtl="0" algn="l">
              <a:lnSpc>
                <a:spcPct val="10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Some one outside your network perimeter who is trying to break in</a:t>
            </a:r>
            <a:endParaRPr/>
          </a:p>
          <a:p>
            <a:pPr indent="-285750" lvl="1" marL="742950" rtl="0" algn="l">
              <a:lnSpc>
                <a:spcPct val="10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Regular user has an inside view, so overwhelming majority originate from inside</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rgbClr val="7030A0"/>
                </a:solidFill>
                <a:latin typeface="Tahoma"/>
                <a:ea typeface="Tahoma"/>
                <a:cs typeface="Tahoma"/>
                <a:sym typeface="Tahoma"/>
              </a:rPr>
              <a:t>Collecting information</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rgbClr val="7030A0"/>
                </a:solidFill>
                <a:latin typeface="Tahoma"/>
                <a:ea typeface="Tahoma"/>
                <a:cs typeface="Tahoma"/>
                <a:sym typeface="Tahoma"/>
              </a:rPr>
              <a:t>Probing the network</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rgbClr val="7030A0"/>
                </a:solidFill>
                <a:latin typeface="Tahoma"/>
                <a:ea typeface="Tahoma"/>
                <a:cs typeface="Tahoma"/>
                <a:sym typeface="Tahoma"/>
              </a:rPr>
              <a:t>Launching an attack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2"/>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Collecting information</a:t>
            </a:r>
            <a:endParaRPr/>
          </a:p>
        </p:txBody>
      </p:sp>
      <p:sp>
        <p:nvSpPr>
          <p:cNvPr id="175" name="Google Shape;175;p22"/>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XYZ is the user that wants to attack your network.</a:t>
            </a:r>
            <a:endParaRPr/>
          </a:p>
          <a:p>
            <a:pPr indent="-342900" lvl="0" marL="342900" rtl="0" algn="l">
              <a:lnSpc>
                <a:spcPct val="9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Question: Where to start?</a:t>
            </a:r>
            <a:endParaRPr/>
          </a:p>
          <a:p>
            <a:pPr indent="-285750" lvl="1" marL="742950" rtl="0" algn="l">
              <a:lnSpc>
                <a:spcPct val="9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In order to get it he has to do some investigative work about your network.</a:t>
            </a:r>
            <a:endParaRPr/>
          </a:p>
          <a:p>
            <a:pPr indent="-285750" lvl="1" marL="742950" rtl="0" algn="l">
              <a:lnSpc>
                <a:spcPct val="9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The first thing it can do is to run the “whois” query.</a:t>
            </a:r>
            <a:endParaRPr/>
          </a:p>
          <a:p>
            <a:pPr indent="-285750" lvl="1" marL="742950" rtl="0" algn="l">
              <a:lnSpc>
                <a:spcPct val="9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Live and authoritative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3"/>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4400">
              <a:solidFill>
                <a:schemeClr val="dk2"/>
              </a:solidFill>
              <a:latin typeface="Tahoma"/>
              <a:ea typeface="Tahoma"/>
              <a:cs typeface="Tahoma"/>
              <a:sym typeface="Tahoma"/>
            </a:endParaRPr>
          </a:p>
        </p:txBody>
      </p:sp>
      <p:sp>
        <p:nvSpPr>
          <p:cNvPr id="181" name="Google Shape;181;p23"/>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folHlink"/>
              </a:buClr>
              <a:buSzPts val="1680"/>
              <a:buFont typeface="Noto Sans Symbols"/>
              <a:buChar char="■"/>
            </a:pPr>
            <a:r>
              <a:rPr b="0" i="0" lang="en-US" sz="2800" u="none">
                <a:solidFill>
                  <a:schemeClr val="dk1"/>
                </a:solidFill>
                <a:latin typeface="Tahoma"/>
                <a:ea typeface="Tahoma"/>
                <a:cs typeface="Tahoma"/>
                <a:sym typeface="Tahoma"/>
              </a:rPr>
              <a:t>Whois</a:t>
            </a:r>
            <a:endParaRPr/>
          </a:p>
          <a:p>
            <a:pPr indent="-285750" lvl="1" marL="742950" rtl="0" algn="l">
              <a:lnSpc>
                <a:spcPct val="90000"/>
              </a:lnSpc>
              <a:spcBef>
                <a:spcPts val="480"/>
              </a:spcBef>
              <a:spcAft>
                <a:spcPts val="0"/>
              </a:spcAft>
              <a:buClr>
                <a:schemeClr val="hlink"/>
              </a:buClr>
              <a:buSzPts val="1320"/>
              <a:buFont typeface="Noto Sans Symbols"/>
              <a:buChar char="■"/>
            </a:pPr>
            <a:r>
              <a:rPr b="0" i="0" lang="en-US" sz="2400" u="none">
                <a:solidFill>
                  <a:schemeClr val="dk1"/>
                </a:solidFill>
                <a:latin typeface="Tahoma"/>
                <a:ea typeface="Tahoma"/>
                <a:cs typeface="Tahoma"/>
                <a:sym typeface="Tahoma"/>
              </a:rPr>
              <a:t>Query to the interNIC.</a:t>
            </a:r>
            <a:endParaRPr/>
          </a:p>
          <a:p>
            <a:pPr indent="-228600" lvl="2" marL="1143000" rtl="0" algn="l">
              <a:lnSpc>
                <a:spcPct val="90000"/>
              </a:lnSpc>
              <a:spcBef>
                <a:spcPts val="400"/>
              </a:spcBef>
              <a:spcAft>
                <a:spcPts val="0"/>
              </a:spcAft>
              <a:buClr>
                <a:schemeClr val="folHlink"/>
              </a:buClr>
              <a:buSzPts val="1000"/>
              <a:buFont typeface="Noto Sans Symbols"/>
              <a:buChar char="■"/>
            </a:pPr>
            <a:r>
              <a:rPr b="0" i="0" lang="en-US" sz="2000" u="none">
                <a:solidFill>
                  <a:schemeClr val="dk1"/>
                </a:solidFill>
                <a:latin typeface="Tahoma"/>
                <a:ea typeface="Tahoma"/>
                <a:cs typeface="Tahoma"/>
                <a:sym typeface="Tahoma"/>
              </a:rPr>
              <a:t>It maintains the publicly accessible database of all registered domains</a:t>
            </a:r>
            <a:endParaRPr/>
          </a:p>
          <a:p>
            <a:pPr indent="-228600" lvl="2" marL="1143000" rtl="0" algn="l">
              <a:lnSpc>
                <a:spcPct val="90000"/>
              </a:lnSpc>
              <a:spcBef>
                <a:spcPts val="400"/>
              </a:spcBef>
              <a:spcAft>
                <a:spcPts val="0"/>
              </a:spcAft>
              <a:buClr>
                <a:schemeClr val="folHlink"/>
              </a:buClr>
              <a:buSzPts val="1000"/>
              <a:buFont typeface="Noto Sans Symbols"/>
              <a:buChar char="■"/>
            </a:pPr>
            <a:r>
              <a:rPr b="0" i="0" lang="en-US" sz="2000" u="none">
                <a:solidFill>
                  <a:schemeClr val="dk1"/>
                </a:solidFill>
                <a:latin typeface="Tahoma"/>
                <a:ea typeface="Tahoma"/>
                <a:cs typeface="Tahoma"/>
                <a:sym typeface="Tahoma"/>
              </a:rPr>
              <a:t>Can be searched with simple query “whois  domainname”</a:t>
            </a:r>
            <a:endParaRPr/>
          </a:p>
          <a:p>
            <a:pPr indent="-228600" lvl="3" marL="1600200" rtl="0" algn="l">
              <a:lnSpc>
                <a:spcPct val="90000"/>
              </a:lnSpc>
              <a:spcBef>
                <a:spcPts val="360"/>
              </a:spcBef>
              <a:spcAft>
                <a:spcPts val="0"/>
              </a:spcAft>
              <a:buClr>
                <a:schemeClr val="accent2"/>
              </a:buClr>
              <a:buSzPts val="990"/>
              <a:buFont typeface="Noto Sans Symbols"/>
              <a:buChar char="■"/>
            </a:pPr>
            <a:r>
              <a:rPr b="0" i="0" lang="en-US" sz="1800" u="none">
                <a:solidFill>
                  <a:schemeClr val="dk1"/>
                </a:solidFill>
                <a:latin typeface="Tahoma"/>
                <a:ea typeface="Tahoma"/>
                <a:cs typeface="Tahoma"/>
                <a:sym typeface="Tahoma"/>
              </a:rPr>
              <a:t>“Whois pugc.edu.pk”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4"/>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4400">
              <a:solidFill>
                <a:schemeClr val="dk2"/>
              </a:solidFill>
              <a:latin typeface="Tahoma"/>
              <a:ea typeface="Tahoma"/>
              <a:cs typeface="Tahoma"/>
              <a:sym typeface="Tahoma"/>
            </a:endParaRPr>
          </a:p>
        </p:txBody>
      </p:sp>
      <p:sp>
        <p:nvSpPr>
          <p:cNvPr id="187" name="Google Shape;187;p24"/>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The organizational domain name</a:t>
            </a:r>
            <a:endParaRPr/>
          </a:p>
          <a:p>
            <a:pPr indent="-342900" lvl="0" marL="342900" rtl="0" algn="l">
              <a:lnSpc>
                <a:spcPct val="9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The organizational location</a:t>
            </a:r>
            <a:endParaRPr/>
          </a:p>
          <a:p>
            <a:pPr indent="-342900" lvl="0" marL="342900" rtl="0" algn="l">
              <a:lnSpc>
                <a:spcPct val="9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The organization’s administrative contact</a:t>
            </a:r>
            <a:endParaRPr/>
          </a:p>
          <a:p>
            <a:pPr indent="-342900" lvl="0" marL="342900" rtl="0" algn="l">
              <a:lnSpc>
                <a:spcPct val="9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The phone no and fax number for the administrator</a:t>
            </a:r>
            <a:endParaRPr/>
          </a:p>
          <a:p>
            <a:pPr indent="-342900" lvl="0" marL="342900" rtl="0" algn="l">
              <a:lnSpc>
                <a:spcPct val="9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A valid subnet address within the organization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5"/>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Organization domain name</a:t>
            </a:r>
            <a:endParaRPr/>
          </a:p>
        </p:txBody>
      </p:sp>
      <p:sp>
        <p:nvSpPr>
          <p:cNvPr id="193" name="Google Shape;193;p25"/>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It is important because anyone can use it to collect further information</a:t>
            </a:r>
            <a:endParaRPr/>
          </a:p>
          <a:p>
            <a:pPr indent="-228600" lvl="1" marL="742950" rtl="0" algn="l">
              <a:lnSpc>
                <a:spcPct val="9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Any host associated with this name will be an extra information</a:t>
            </a:r>
            <a:endParaRPr/>
          </a:p>
          <a:p>
            <a:pPr indent="-228600" lvl="2" marL="1143000" rtl="0" algn="l">
              <a:lnSpc>
                <a:spcPct val="90000"/>
              </a:lnSpc>
              <a:spcBef>
                <a:spcPts val="400"/>
              </a:spcBef>
              <a:spcAft>
                <a:spcPts val="0"/>
              </a:spcAft>
              <a:buClr>
                <a:schemeClr val="folHlink"/>
              </a:buClr>
              <a:buSzPts val="1000"/>
              <a:buFont typeface="Noto Sans Symbols"/>
              <a:buChar char="■"/>
            </a:pPr>
            <a:r>
              <a:rPr b="0" i="0" lang="en-US" sz="2000" u="none">
                <a:solidFill>
                  <a:schemeClr val="dk1"/>
                </a:solidFill>
                <a:latin typeface="Tahoma"/>
                <a:ea typeface="Tahoma"/>
                <a:cs typeface="Tahoma"/>
                <a:sym typeface="Tahoma"/>
              </a:rPr>
              <a:t>www.pugc.edu.pk</a:t>
            </a:r>
            <a:endParaRPr/>
          </a:p>
          <a:p>
            <a:pPr indent="-228600" lvl="2" marL="1143000" rtl="0" algn="l">
              <a:lnSpc>
                <a:spcPct val="90000"/>
              </a:lnSpc>
              <a:spcBef>
                <a:spcPts val="400"/>
              </a:spcBef>
              <a:spcAft>
                <a:spcPts val="0"/>
              </a:spcAft>
              <a:buClr>
                <a:schemeClr val="folHlink"/>
              </a:buClr>
              <a:buSzPts val="1000"/>
              <a:buFont typeface="Noto Sans Symbols"/>
              <a:buChar char="■"/>
            </a:pPr>
            <a:r>
              <a:rPr b="0" i="0" lang="en-US" sz="2000" u="none">
                <a:solidFill>
                  <a:schemeClr val="dk1"/>
                </a:solidFill>
                <a:latin typeface="Tahoma"/>
                <a:ea typeface="Tahoma"/>
                <a:cs typeface="Tahoma"/>
                <a:sym typeface="Tahoma"/>
              </a:rPr>
              <a:t>mail.pugc.eud.pk</a:t>
            </a:r>
            <a:endParaRPr/>
          </a:p>
          <a:p>
            <a:pPr indent="-228600" lvl="2" marL="1143000" rtl="0" algn="l">
              <a:lnSpc>
                <a:spcPct val="90000"/>
              </a:lnSpc>
              <a:spcBef>
                <a:spcPts val="400"/>
              </a:spcBef>
              <a:spcAft>
                <a:spcPts val="0"/>
              </a:spcAft>
              <a:buClr>
                <a:schemeClr val="folHlink"/>
              </a:buClr>
              <a:buSzPts val="1000"/>
              <a:buFont typeface="Noto Sans Symbols"/>
              <a:buChar char="■"/>
            </a:pPr>
            <a:r>
              <a:rPr b="0" i="0" lang="en-US" sz="2000" u="none">
                <a:solidFill>
                  <a:schemeClr val="dk1"/>
                </a:solidFill>
                <a:latin typeface="Tahoma"/>
                <a:ea typeface="Tahoma"/>
                <a:cs typeface="Tahoma"/>
                <a:sym typeface="Tahoma"/>
              </a:rPr>
              <a:t>Now this host will be used as keyword to use when forming future queries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6"/>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Physical location</a:t>
            </a:r>
            <a:endParaRPr/>
          </a:p>
        </p:txBody>
      </p:sp>
      <p:sp>
        <p:nvSpPr>
          <p:cNvPr id="199" name="Google Shape;199;p26"/>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680"/>
              <a:buFont typeface="Noto Sans Symbols"/>
              <a:buChar char="■"/>
            </a:pPr>
            <a:r>
              <a:rPr b="0" i="0" lang="en-US" sz="2800" u="none">
                <a:solidFill>
                  <a:schemeClr val="dk1"/>
                </a:solidFill>
                <a:latin typeface="Tahoma"/>
                <a:ea typeface="Tahoma"/>
                <a:cs typeface="Tahoma"/>
                <a:sym typeface="Tahoma"/>
              </a:rPr>
              <a:t>Knowing physical location of Organization</a:t>
            </a:r>
            <a:endParaRPr/>
          </a:p>
          <a:p>
            <a:pPr indent="-228600" lvl="2" marL="1143000" rtl="0" algn="l">
              <a:lnSpc>
                <a:spcPct val="100000"/>
              </a:lnSpc>
              <a:spcBef>
                <a:spcPts val="400"/>
              </a:spcBef>
              <a:spcAft>
                <a:spcPts val="0"/>
              </a:spcAft>
              <a:buClr>
                <a:schemeClr val="folHlink"/>
              </a:buClr>
              <a:buSzPts val="1000"/>
              <a:buFont typeface="Noto Sans Symbols"/>
              <a:buChar char="■"/>
            </a:pPr>
            <a:r>
              <a:rPr b="0" i="0" lang="en-US" sz="2000" u="none">
                <a:solidFill>
                  <a:schemeClr val="dk1"/>
                </a:solidFill>
                <a:latin typeface="Tahoma"/>
                <a:ea typeface="Tahoma"/>
                <a:cs typeface="Tahoma"/>
                <a:sym typeface="Tahoma"/>
              </a:rPr>
              <a:t>Might get temp job, offer his consulting services</a:t>
            </a:r>
            <a:endParaRPr/>
          </a:p>
          <a:p>
            <a:pPr indent="-228600" lvl="2" marL="1143000" rtl="0" algn="l">
              <a:lnSpc>
                <a:spcPct val="100000"/>
              </a:lnSpc>
              <a:spcBef>
                <a:spcPts val="400"/>
              </a:spcBef>
              <a:spcAft>
                <a:spcPts val="0"/>
              </a:spcAft>
              <a:buClr>
                <a:schemeClr val="folHlink"/>
              </a:buClr>
              <a:buSzPts val="1000"/>
              <a:buFont typeface="Noto Sans Symbols"/>
              <a:buChar char="■"/>
            </a:pPr>
            <a:r>
              <a:rPr b="0" i="0" lang="en-US" sz="2000" u="none">
                <a:solidFill>
                  <a:schemeClr val="dk1"/>
                </a:solidFill>
                <a:latin typeface="Tahoma"/>
                <a:ea typeface="Tahoma"/>
                <a:cs typeface="Tahoma"/>
                <a:sym typeface="Tahoma"/>
              </a:rPr>
              <a:t>Once he is in, he might be granted certain level of permission to resources</a:t>
            </a:r>
            <a:endParaRPr/>
          </a:p>
          <a:p>
            <a:pPr indent="-228600" lvl="2" marL="1143000" rtl="0" algn="l">
              <a:lnSpc>
                <a:spcPct val="100000"/>
              </a:lnSpc>
              <a:spcBef>
                <a:spcPts val="400"/>
              </a:spcBef>
              <a:spcAft>
                <a:spcPts val="0"/>
              </a:spcAft>
              <a:buClr>
                <a:schemeClr val="folHlink"/>
              </a:buClr>
              <a:buSzPts val="1000"/>
              <a:buFont typeface="Noto Sans Symbols"/>
              <a:buChar char="■"/>
            </a:pPr>
            <a:r>
              <a:rPr b="0" i="0" lang="en-US" sz="2000" u="none">
                <a:solidFill>
                  <a:schemeClr val="dk1"/>
                </a:solidFill>
                <a:latin typeface="Tahoma"/>
                <a:ea typeface="Tahoma"/>
                <a:cs typeface="Tahoma"/>
                <a:sym typeface="Tahoma"/>
              </a:rPr>
              <a:t>Might try to backdoor into network</a:t>
            </a:r>
            <a:endParaRPr/>
          </a:p>
          <a:p>
            <a:pPr indent="-228600" lvl="2" marL="1143000" rtl="0" algn="l">
              <a:lnSpc>
                <a:spcPct val="100000"/>
              </a:lnSpc>
              <a:spcBef>
                <a:spcPts val="400"/>
              </a:spcBef>
              <a:spcAft>
                <a:spcPts val="0"/>
              </a:spcAft>
              <a:buClr>
                <a:schemeClr val="folHlink"/>
              </a:buClr>
              <a:buSzPts val="1000"/>
              <a:buFont typeface="Noto Sans Symbols"/>
              <a:buChar char="■"/>
            </a:pPr>
            <a:r>
              <a:rPr b="0" i="0" lang="en-US" sz="2000" u="none">
                <a:solidFill>
                  <a:schemeClr val="dk1"/>
                </a:solidFill>
                <a:latin typeface="Tahoma"/>
                <a:ea typeface="Tahoma"/>
                <a:cs typeface="Tahoma"/>
                <a:sym typeface="Tahoma"/>
              </a:rPr>
              <a:t>Wants to do dumpster diving (</a:t>
            </a:r>
            <a:r>
              <a:rPr b="0" i="1" lang="en-US" sz="2000" u="none">
                <a:solidFill>
                  <a:schemeClr val="dk1"/>
                </a:solidFill>
                <a:latin typeface="Tahoma"/>
                <a:ea typeface="Tahoma"/>
                <a:cs typeface="Tahoma"/>
                <a:sym typeface="Tahoma"/>
              </a:rPr>
              <a:t>Who, What, When, Where and Why</a:t>
            </a:r>
            <a:r>
              <a:rPr b="0" i="0" lang="en-US" sz="2000" u="none">
                <a:solidFill>
                  <a:schemeClr val="dk1"/>
                </a:solidFill>
                <a:latin typeface="Tahoma"/>
                <a:ea typeface="Tahoma"/>
                <a:cs typeface="Tahoma"/>
                <a:sym typeface="Tahoma"/>
              </a:rPr>
              <a:t> )</a:t>
            </a:r>
            <a:endParaRPr/>
          </a:p>
          <a:p>
            <a:pPr indent="-228600" lvl="3" marL="1600200" rtl="0" algn="l">
              <a:lnSpc>
                <a:spcPct val="100000"/>
              </a:lnSpc>
              <a:spcBef>
                <a:spcPts val="360"/>
              </a:spcBef>
              <a:spcAft>
                <a:spcPts val="0"/>
              </a:spcAft>
              <a:buClr>
                <a:schemeClr val="accent2"/>
              </a:buClr>
              <a:buSzPts val="990"/>
              <a:buFont typeface="Noto Sans Symbols"/>
              <a:buChar char="■"/>
            </a:pPr>
            <a:r>
              <a:rPr b="0" i="0" lang="en-US" sz="1800" u="none">
                <a:solidFill>
                  <a:schemeClr val="dk1"/>
                </a:solidFill>
                <a:latin typeface="Tahoma"/>
                <a:ea typeface="Tahoma"/>
                <a:cs typeface="Tahoma"/>
                <a:sym typeface="Tahoma"/>
              </a:rPr>
              <a:t>Dump sensitive information in trash</a:t>
            </a:r>
            <a:endParaRPr/>
          </a:p>
          <a:p>
            <a:pPr indent="-228600" lvl="3" marL="1600200" rtl="0" algn="l">
              <a:lnSpc>
                <a:spcPct val="100000"/>
              </a:lnSpc>
              <a:spcBef>
                <a:spcPts val="360"/>
              </a:spcBef>
              <a:spcAft>
                <a:spcPts val="0"/>
              </a:spcAft>
              <a:buClr>
                <a:schemeClr val="accent2"/>
              </a:buClr>
              <a:buSzPts val="990"/>
              <a:buFont typeface="Noto Sans Symbols"/>
              <a:buChar char="■"/>
            </a:pPr>
            <a:r>
              <a:rPr b="0" i="0" lang="en-US" sz="1800" u="none">
                <a:solidFill>
                  <a:schemeClr val="dk1"/>
                </a:solidFill>
                <a:latin typeface="Tahoma"/>
                <a:ea typeface="Tahoma"/>
                <a:cs typeface="Tahoma"/>
                <a:sym typeface="Tahoma"/>
              </a:rPr>
              <a:t>Write passwords at temp places</a:t>
            </a:r>
            <a:endParaRPr/>
          </a:p>
          <a:p>
            <a:pPr indent="-228600" lvl="3" marL="1600200" rtl="0" algn="l">
              <a:lnSpc>
                <a:spcPct val="100000"/>
              </a:lnSpc>
              <a:spcBef>
                <a:spcPts val="360"/>
              </a:spcBef>
              <a:spcAft>
                <a:spcPts val="0"/>
              </a:spcAft>
              <a:buClr>
                <a:schemeClr val="accent2"/>
              </a:buClr>
              <a:buSzPts val="990"/>
              <a:buFont typeface="Noto Sans Symbols"/>
              <a:buChar char="■"/>
            </a:pPr>
            <a:r>
              <a:rPr b="0" i="0" lang="en-US" sz="1800" u="none">
                <a:solidFill>
                  <a:schemeClr val="dk1"/>
                </a:solidFill>
                <a:latin typeface="Tahoma"/>
                <a:ea typeface="Tahoma"/>
                <a:cs typeface="Tahoma"/>
                <a:sym typeface="Tahoma"/>
              </a:rPr>
              <a:t>Not separating trash from rest for recycling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7"/>
          <p:cNvSpPr txBox="1"/>
          <p:nvPr>
            <p:ph type="title"/>
          </p:nvPr>
        </p:nvSpPr>
        <p:spPr>
          <a:xfrm>
            <a:off x="1143000" y="609600"/>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Admin contact</a:t>
            </a:r>
            <a:endParaRPr/>
          </a:p>
        </p:txBody>
      </p:sp>
      <p:sp>
        <p:nvSpPr>
          <p:cNvPr id="205" name="Google Shape;205;p27"/>
          <p:cNvSpPr txBox="1"/>
          <p:nvPr>
            <p:ph idx="1" type="body"/>
          </p:nvPr>
        </p:nvSpPr>
        <p:spPr>
          <a:xfrm>
            <a:off x="1182687" y="2017712"/>
            <a:ext cx="7772400" cy="3621087"/>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Individual responsible for maintaining network.</a:t>
            </a:r>
            <a:endParaRPr/>
          </a:p>
          <a:p>
            <a:pPr indent="-342900" lvl="0" marL="342900" rtl="0" algn="l">
              <a:lnSpc>
                <a:spcPct val="8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This is very useful for physical hacking</a:t>
            </a:r>
            <a:endParaRPr/>
          </a:p>
          <a:p>
            <a:pPr indent="-285750" lvl="1" marL="742950" rtl="0" algn="l">
              <a:lnSpc>
                <a:spcPct val="8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For example, he calls as member of help desk and asks, “hey! You have asked me to check for your certain account, there is some problems, whats ur passwd”</a:t>
            </a:r>
            <a:endParaRPr/>
          </a:p>
          <a:p>
            <a:pPr indent="-285750" lvl="1" marL="742950" rtl="0" algn="l">
              <a:lnSpc>
                <a:spcPct val="8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Dangerous for such organizations who don’t have the tendency to change passwds frequently</a:t>
            </a:r>
            <a:endParaRPr/>
          </a:p>
          <a:p>
            <a:pPr indent="-285750" lvl="1" marL="742950" rtl="0" algn="l">
              <a:lnSpc>
                <a:spcPct val="8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Email is also a valid attack for this contact, for sending spoofed mail that contains some hostile code, if email is activated then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8"/>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Valid subnet mask</a:t>
            </a:r>
            <a:endParaRPr/>
          </a:p>
        </p:txBody>
      </p:sp>
      <p:sp>
        <p:nvSpPr>
          <p:cNvPr id="211" name="Google Shape;211;p28"/>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Last information of whois is an ip address entry for domain.</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Getting an ip address of same subnet, ensures that others will be at the same place</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So ip spoofing attack can be send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9"/>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Four Categories of Attacks</a:t>
            </a:r>
            <a:endParaRPr/>
          </a:p>
        </p:txBody>
      </p:sp>
      <p:sp>
        <p:nvSpPr>
          <p:cNvPr id="217" name="Google Shape;217;p29"/>
          <p:cNvSpPr txBox="1"/>
          <p:nvPr>
            <p:ph idx="1" type="body"/>
          </p:nvPr>
        </p:nvSpPr>
        <p:spPr>
          <a:xfrm>
            <a:off x="1182687" y="220980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Access </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Modification </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Denial of Service </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Repudiation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0"/>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1. Access Attack</a:t>
            </a:r>
            <a:endParaRPr/>
          </a:p>
        </p:txBody>
      </p:sp>
      <p:sp>
        <p:nvSpPr>
          <p:cNvPr id="223" name="Google Shape;223;p30"/>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An access attack is an attempt to gain information that the attacker is unauthorized to see.</a:t>
            </a:r>
            <a:endParaRPr/>
          </a:p>
          <a:p>
            <a:pPr indent="-342900" lvl="0" marL="342900" rtl="0" algn="just">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This attack can occur wherever the information resides or may exist during transmission.</a:t>
            </a:r>
            <a:endParaRPr/>
          </a:p>
          <a:p>
            <a:pPr indent="-342900" lvl="0" marL="342900" rtl="0" algn="just">
              <a:lnSpc>
                <a:spcPct val="100000"/>
              </a:lnSpc>
              <a:spcBef>
                <a:spcPts val="64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This type of attack is an attack against the </a:t>
            </a:r>
            <a:r>
              <a:rPr b="0" i="0" lang="en-US" sz="2400" u="none">
                <a:solidFill>
                  <a:schemeClr val="dk2"/>
                </a:solidFill>
                <a:latin typeface="Tahoma"/>
                <a:ea typeface="Tahoma"/>
                <a:cs typeface="Tahoma"/>
                <a:sym typeface="Tahoma"/>
              </a:rPr>
              <a:t>confidentiality </a:t>
            </a:r>
            <a:r>
              <a:rPr b="0" i="0" lang="en-US" sz="2400" u="none">
                <a:solidFill>
                  <a:schemeClr val="dk1"/>
                </a:solidFill>
                <a:latin typeface="Tahoma"/>
                <a:ea typeface="Tahoma"/>
                <a:cs typeface="Tahoma"/>
                <a:sym typeface="Tahoma"/>
              </a:rPr>
              <a:t>of the information</a:t>
            </a:r>
            <a:r>
              <a:rPr b="0" i="0" lang="en-US" sz="3200" u="none">
                <a:solidFill>
                  <a:schemeClr val="dk1"/>
                </a:solidFill>
                <a:latin typeface="Tahoma"/>
                <a:ea typeface="Tahoma"/>
                <a:cs typeface="Tahoma"/>
                <a:sym typeface="Tahoma"/>
              </a:rPr>
              <a:t>.</a:t>
            </a:r>
            <a:endParaRPr/>
          </a:p>
          <a:p>
            <a:pPr indent="-342900" lvl="0" marL="342900" rtl="0" algn="just">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Examples:</a:t>
            </a:r>
            <a:endParaRPr/>
          </a:p>
          <a:p>
            <a:pPr indent="-285750" lvl="1" marL="742950" rtl="0" algn="just">
              <a:lnSpc>
                <a:spcPct val="100000"/>
              </a:lnSpc>
              <a:spcBef>
                <a:spcPts val="360"/>
              </a:spcBef>
              <a:spcAft>
                <a:spcPts val="0"/>
              </a:spcAft>
              <a:buClr>
                <a:schemeClr val="hlink"/>
              </a:buClr>
              <a:buSzPts val="990"/>
              <a:buFont typeface="Noto Sans Symbols"/>
              <a:buChar char="■"/>
            </a:pPr>
            <a:r>
              <a:rPr b="0" i="0" lang="en-US" sz="1800" u="none">
                <a:solidFill>
                  <a:schemeClr val="dk1"/>
                </a:solidFill>
                <a:latin typeface="Tahoma"/>
                <a:ea typeface="Tahoma"/>
                <a:cs typeface="Tahoma"/>
                <a:sym typeface="Tahoma"/>
              </a:rPr>
              <a:t>Snooping</a:t>
            </a:r>
            <a:endParaRPr/>
          </a:p>
          <a:p>
            <a:pPr indent="-285750" lvl="1" marL="742950" rtl="0" algn="just">
              <a:lnSpc>
                <a:spcPct val="100000"/>
              </a:lnSpc>
              <a:spcBef>
                <a:spcPts val="360"/>
              </a:spcBef>
              <a:spcAft>
                <a:spcPts val="0"/>
              </a:spcAft>
              <a:buClr>
                <a:schemeClr val="hlink"/>
              </a:buClr>
              <a:buSzPts val="990"/>
              <a:buFont typeface="Noto Sans Symbols"/>
              <a:buChar char="■"/>
            </a:pPr>
            <a:r>
              <a:rPr b="0" i="0" lang="en-US" sz="1800" u="none">
                <a:solidFill>
                  <a:schemeClr val="dk1"/>
                </a:solidFill>
                <a:latin typeface="Tahoma"/>
                <a:ea typeface="Tahoma"/>
                <a:cs typeface="Tahoma"/>
                <a:sym typeface="Tahoma"/>
              </a:rPr>
              <a:t>Eavesdropping</a:t>
            </a:r>
            <a:endParaRPr/>
          </a:p>
          <a:p>
            <a:pPr indent="-285750" lvl="1" marL="742950" rtl="0" algn="l">
              <a:lnSpc>
                <a:spcPct val="100000"/>
              </a:lnSpc>
              <a:spcBef>
                <a:spcPts val="360"/>
              </a:spcBef>
              <a:spcAft>
                <a:spcPts val="0"/>
              </a:spcAft>
              <a:buClr>
                <a:schemeClr val="hlink"/>
              </a:buClr>
              <a:buSzPts val="990"/>
              <a:buFont typeface="Noto Sans Symbols"/>
              <a:buChar char="■"/>
            </a:pPr>
            <a:r>
              <a:rPr b="0" i="0" lang="en-US" sz="1800" u="none">
                <a:solidFill>
                  <a:schemeClr val="dk1"/>
                </a:solidFill>
                <a:latin typeface="Tahoma"/>
                <a:ea typeface="Tahoma"/>
                <a:cs typeface="Tahoma"/>
                <a:sym typeface="Tahoma"/>
              </a:rPr>
              <a:t>Interception</a:t>
            </a:r>
            <a:endParaRPr b="0" i="0" sz="2800" u="none">
              <a:solidFill>
                <a:schemeClr val="dk1"/>
              </a:solidFill>
              <a:latin typeface="Tahoma"/>
              <a:ea typeface="Tahoma"/>
              <a:cs typeface="Tahoma"/>
              <a:sym typeface="Tahoma"/>
            </a:endParaRPr>
          </a:p>
          <a:p>
            <a:pPr indent="-236220" lvl="0" marL="342900" rtl="0" algn="l">
              <a:spcBef>
                <a:spcPts val="560"/>
              </a:spcBef>
              <a:spcAft>
                <a:spcPts val="0"/>
              </a:spcAft>
              <a:buSzPts val="1680"/>
              <a:buNone/>
            </a:pPr>
            <a:r>
              <a:t/>
            </a:r>
            <a:endParaRPr b="0" i="0" sz="2800" u="none">
              <a:solidFill>
                <a:schemeClr val="dk1"/>
              </a:solidFill>
              <a:latin typeface="Tahoma"/>
              <a:ea typeface="Tahoma"/>
              <a:cs typeface="Tahoma"/>
              <a:sym typeface="Tahom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1"/>
          <p:cNvSpPr txBox="1"/>
          <p:nvPr>
            <p:ph type="title"/>
          </p:nvPr>
        </p:nvSpPr>
        <p:spPr>
          <a:xfrm>
            <a:off x="1198562" y="609600"/>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Cont…</a:t>
            </a:r>
            <a:endParaRPr/>
          </a:p>
        </p:txBody>
      </p:sp>
      <p:sp>
        <p:nvSpPr>
          <p:cNvPr id="230" name="Google Shape;230;p31"/>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Confidentiality can be compromised through:</a:t>
            </a:r>
            <a:endParaRPr/>
          </a:p>
          <a:p>
            <a:pPr indent="-285750" lvl="1" marL="742950" rtl="0" algn="l">
              <a:lnSpc>
                <a:spcPct val="9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Snooping</a:t>
            </a:r>
            <a:endParaRPr/>
          </a:p>
          <a:p>
            <a:pPr indent="-228600" lvl="2" marL="1143000" rtl="0" algn="l">
              <a:lnSpc>
                <a:spcPct val="90000"/>
              </a:lnSpc>
              <a:spcBef>
                <a:spcPts val="360"/>
              </a:spcBef>
              <a:spcAft>
                <a:spcPts val="0"/>
              </a:spcAft>
              <a:buClr>
                <a:schemeClr val="folHlink"/>
              </a:buClr>
              <a:buSzPts val="900"/>
              <a:buFont typeface="Noto Sans Symbols"/>
              <a:buChar char="■"/>
            </a:pPr>
            <a:r>
              <a:rPr b="0" i="0" lang="en-US" sz="1800" u="none">
                <a:solidFill>
                  <a:schemeClr val="dk1"/>
                </a:solidFill>
                <a:latin typeface="Tahoma"/>
                <a:ea typeface="Tahoma"/>
                <a:cs typeface="Tahoma"/>
                <a:sym typeface="Tahoma"/>
              </a:rPr>
              <a:t>Snooping, in a security context, is unauthorized access to another person's or company's data</a:t>
            </a:r>
            <a:endParaRPr/>
          </a:p>
          <a:p>
            <a:pPr indent="-228600" lvl="2" marL="1143000" rtl="0" algn="l">
              <a:lnSpc>
                <a:spcPct val="90000"/>
              </a:lnSpc>
              <a:spcBef>
                <a:spcPts val="360"/>
              </a:spcBef>
              <a:spcAft>
                <a:spcPts val="0"/>
              </a:spcAft>
              <a:buClr>
                <a:schemeClr val="folHlink"/>
              </a:buClr>
              <a:buSzPts val="900"/>
              <a:buFont typeface="Noto Sans Symbols"/>
              <a:buChar char="■"/>
            </a:pPr>
            <a:r>
              <a:rPr b="0" i="0" lang="en-US" sz="1800" u="none">
                <a:solidFill>
                  <a:schemeClr val="dk1"/>
                </a:solidFill>
                <a:latin typeface="Tahoma"/>
                <a:ea typeface="Tahoma"/>
                <a:cs typeface="Tahoma"/>
                <a:sym typeface="Tahoma"/>
              </a:rPr>
              <a:t>Not necessarily limited to gaining access to data during its transmission</a:t>
            </a:r>
            <a:endParaRPr/>
          </a:p>
          <a:p>
            <a:pPr indent="-228600" lvl="2" marL="1143000" rtl="0" algn="l">
              <a:lnSpc>
                <a:spcPct val="90000"/>
              </a:lnSpc>
              <a:spcBef>
                <a:spcPts val="360"/>
              </a:spcBef>
              <a:spcAft>
                <a:spcPts val="0"/>
              </a:spcAft>
              <a:buClr>
                <a:schemeClr val="folHlink"/>
              </a:buClr>
              <a:buSzPts val="900"/>
              <a:buFont typeface="Noto Sans Symbols"/>
              <a:buChar char="■"/>
            </a:pPr>
            <a:r>
              <a:rPr b="0" i="0" lang="en-US" sz="1800" u="none">
                <a:solidFill>
                  <a:schemeClr val="dk1"/>
                </a:solidFill>
                <a:latin typeface="Tahoma"/>
                <a:ea typeface="Tahoma"/>
                <a:cs typeface="Tahoma"/>
                <a:sym typeface="Tahoma"/>
              </a:rPr>
              <a:t>Casual observance of an e-mail that appears on another's computer screen or watching what someone else is typing</a:t>
            </a:r>
            <a:endParaRPr/>
          </a:p>
          <a:p>
            <a:pPr indent="-285750" lvl="1" marL="742950" rtl="0" algn="l">
              <a:lnSpc>
                <a:spcPct val="9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Eavesdropping</a:t>
            </a:r>
            <a:endParaRPr/>
          </a:p>
          <a:p>
            <a:pPr indent="-228600" lvl="2" marL="1143000" rtl="0" algn="l">
              <a:lnSpc>
                <a:spcPct val="90000"/>
              </a:lnSpc>
              <a:spcBef>
                <a:spcPts val="360"/>
              </a:spcBef>
              <a:spcAft>
                <a:spcPts val="0"/>
              </a:spcAft>
              <a:buClr>
                <a:schemeClr val="folHlink"/>
              </a:buClr>
              <a:buSzPts val="900"/>
              <a:buFont typeface="Noto Sans Symbols"/>
              <a:buChar char="■"/>
            </a:pPr>
            <a:r>
              <a:rPr b="0" i="0" lang="en-US" sz="1800" u="none">
                <a:solidFill>
                  <a:schemeClr val="dk1"/>
                </a:solidFill>
                <a:latin typeface="Tahoma"/>
                <a:ea typeface="Tahoma"/>
                <a:cs typeface="Tahoma"/>
                <a:sym typeface="Tahoma"/>
              </a:rPr>
              <a:t>Being invisible on a public channel can be considered eavesdropping</a:t>
            </a:r>
            <a:endParaRPr/>
          </a:p>
          <a:p>
            <a:pPr indent="-228600" lvl="2" marL="1143000" rtl="0" algn="l">
              <a:lnSpc>
                <a:spcPct val="90000"/>
              </a:lnSpc>
              <a:spcBef>
                <a:spcPts val="360"/>
              </a:spcBef>
              <a:spcAft>
                <a:spcPts val="0"/>
              </a:spcAft>
              <a:buClr>
                <a:schemeClr val="folHlink"/>
              </a:buClr>
              <a:buSzPts val="900"/>
              <a:buFont typeface="Noto Sans Symbols"/>
              <a:buChar char="■"/>
            </a:pPr>
            <a:r>
              <a:rPr b="0" i="0" lang="en-US" sz="1800" u="none">
                <a:solidFill>
                  <a:schemeClr val="dk1"/>
                </a:solidFill>
                <a:latin typeface="Tahoma"/>
                <a:ea typeface="Tahoma"/>
                <a:cs typeface="Tahoma"/>
                <a:sym typeface="Tahoma"/>
              </a:rPr>
              <a:t>To gain unauthorized access to information, an attacker must position himself at a location where the information of interest is likely to pass by.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2"/>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4400">
              <a:solidFill>
                <a:schemeClr val="dk2"/>
              </a:solidFill>
              <a:latin typeface="Tahoma"/>
              <a:ea typeface="Tahoma"/>
              <a:cs typeface="Tahoma"/>
              <a:sym typeface="Tahoma"/>
            </a:endParaRPr>
          </a:p>
        </p:txBody>
      </p:sp>
      <p:sp>
        <p:nvSpPr>
          <p:cNvPr id="236" name="Google Shape;236;p32"/>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1" marL="342900" marR="0" rtl="0" algn="l">
              <a:lnSpc>
                <a:spcPct val="90000"/>
              </a:lnSpc>
              <a:spcBef>
                <a:spcPts val="0"/>
              </a:spcBef>
              <a:spcAft>
                <a:spcPts val="0"/>
              </a:spcAft>
              <a:buClr>
                <a:schemeClr val="folHlink"/>
              </a:buClr>
              <a:buSzPts val="1440"/>
              <a:buFont typeface="Noto Sans Symbols"/>
              <a:buChar char="■"/>
            </a:pPr>
            <a:r>
              <a:rPr b="0" i="0" lang="en-US" sz="2400" u="none" cap="none" strike="noStrike">
                <a:solidFill>
                  <a:schemeClr val="dk1"/>
                </a:solidFill>
                <a:latin typeface="Tahoma"/>
                <a:ea typeface="Tahoma"/>
                <a:cs typeface="Tahoma"/>
                <a:sym typeface="Tahoma"/>
              </a:rPr>
              <a:t>Confidentiality can be compromised through:</a:t>
            </a:r>
            <a:endParaRPr/>
          </a:p>
          <a:p>
            <a:pPr indent="-342900" lvl="1" marL="342900" marR="0" rtl="0" algn="just">
              <a:lnSpc>
                <a:spcPct val="90000"/>
              </a:lnSpc>
              <a:spcBef>
                <a:spcPts val="400"/>
              </a:spcBef>
              <a:spcAft>
                <a:spcPts val="0"/>
              </a:spcAft>
              <a:buClr>
                <a:schemeClr val="hlink"/>
              </a:buClr>
              <a:buSzPts val="1100"/>
              <a:buFont typeface="Noto Sans Symbols"/>
              <a:buChar char="■"/>
            </a:pPr>
            <a:r>
              <a:rPr b="0" i="0" lang="en-US" sz="2000" u="none" cap="none" strike="noStrike">
                <a:solidFill>
                  <a:schemeClr val="dk1"/>
                </a:solidFill>
                <a:latin typeface="Tahoma"/>
                <a:ea typeface="Tahoma"/>
                <a:cs typeface="Tahoma"/>
                <a:sym typeface="Tahoma"/>
              </a:rPr>
              <a:t>Interception</a:t>
            </a:r>
            <a:endParaRPr/>
          </a:p>
          <a:p>
            <a:pPr indent="-228600" lvl="2" marL="1143000" marR="0" rtl="0" algn="just">
              <a:lnSpc>
                <a:spcPct val="90000"/>
              </a:lnSpc>
              <a:spcBef>
                <a:spcPts val="360"/>
              </a:spcBef>
              <a:spcAft>
                <a:spcPts val="0"/>
              </a:spcAft>
              <a:buClr>
                <a:schemeClr val="folHlink"/>
              </a:buClr>
              <a:buSzPts val="900"/>
              <a:buFont typeface="Noto Sans Symbols"/>
              <a:buChar char="■"/>
            </a:pPr>
            <a:r>
              <a:rPr b="0" i="0" lang="en-US" sz="1800" u="none" cap="none" strike="noStrike">
                <a:solidFill>
                  <a:schemeClr val="dk1"/>
                </a:solidFill>
                <a:latin typeface="Tahoma"/>
                <a:ea typeface="Tahoma"/>
                <a:cs typeface="Tahoma"/>
                <a:sym typeface="Tahoma"/>
              </a:rPr>
              <a:t>Unlike eavesdropping, interception is an active attack against the information</a:t>
            </a:r>
            <a:endParaRPr/>
          </a:p>
          <a:p>
            <a:pPr indent="-228600" lvl="2" marL="1143000" marR="0" rtl="0" algn="just">
              <a:lnSpc>
                <a:spcPct val="90000"/>
              </a:lnSpc>
              <a:spcBef>
                <a:spcPts val="360"/>
              </a:spcBef>
              <a:spcAft>
                <a:spcPts val="0"/>
              </a:spcAft>
              <a:buClr>
                <a:schemeClr val="folHlink"/>
              </a:buClr>
              <a:buSzPts val="900"/>
              <a:buFont typeface="Noto Sans Symbols"/>
              <a:buChar char="■"/>
            </a:pPr>
            <a:r>
              <a:rPr b="0" i="0" lang="en-US" sz="1800" u="none" cap="none" strike="noStrike">
                <a:solidFill>
                  <a:schemeClr val="dk1"/>
                </a:solidFill>
                <a:latin typeface="Tahoma"/>
                <a:ea typeface="Tahoma"/>
                <a:cs typeface="Tahoma"/>
                <a:sym typeface="Tahoma"/>
              </a:rPr>
              <a:t>When an attacker intercepts information, he is interesting himself in the path of information and capturing it before it  reaches its destination</a:t>
            </a:r>
            <a:endParaRPr/>
          </a:p>
          <a:p>
            <a:pPr indent="-228600" lvl="2" marL="1143000" marR="0" rtl="0" algn="just">
              <a:lnSpc>
                <a:spcPct val="90000"/>
              </a:lnSpc>
              <a:spcBef>
                <a:spcPts val="360"/>
              </a:spcBef>
              <a:spcAft>
                <a:spcPts val="0"/>
              </a:spcAft>
              <a:buClr>
                <a:schemeClr val="folHlink"/>
              </a:buClr>
              <a:buSzPts val="900"/>
              <a:buFont typeface="Noto Sans Symbols"/>
              <a:buChar char="■"/>
            </a:pPr>
            <a:r>
              <a:rPr b="0" i="0" lang="en-US" sz="1800" u="none" cap="none" strike="noStrike">
                <a:solidFill>
                  <a:schemeClr val="dk1"/>
                </a:solidFill>
                <a:latin typeface="Tahoma"/>
                <a:ea typeface="Tahoma"/>
                <a:cs typeface="Tahoma"/>
                <a:sym typeface="Tahoma"/>
              </a:rPr>
              <a:t>After examining the information, the attacker may allow the information to continue to its destination or not.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3"/>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Modification Attacks</a:t>
            </a:r>
            <a:endParaRPr/>
          </a:p>
        </p:txBody>
      </p:sp>
      <p:sp>
        <p:nvSpPr>
          <p:cNvPr id="242" name="Google Shape;242;p33"/>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A modification attack is an attempt to modify information that an attacker is not authorized to modify.</a:t>
            </a:r>
            <a:endParaRPr/>
          </a:p>
          <a:p>
            <a:pPr indent="-342900" lvl="0" marL="342900" rtl="0" algn="l">
              <a:lnSpc>
                <a:spcPct val="100000"/>
              </a:lnSpc>
              <a:spcBef>
                <a:spcPts val="64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This type of attack is an attack against the </a:t>
            </a:r>
            <a:r>
              <a:rPr b="0" i="0" lang="en-US" sz="2400" u="none">
                <a:solidFill>
                  <a:schemeClr val="dk2"/>
                </a:solidFill>
                <a:latin typeface="Tahoma"/>
                <a:ea typeface="Tahoma"/>
                <a:cs typeface="Tahoma"/>
                <a:sym typeface="Tahoma"/>
              </a:rPr>
              <a:t>integrity</a:t>
            </a:r>
            <a:r>
              <a:rPr b="0" i="0" lang="en-US" sz="2400" u="none">
                <a:solidFill>
                  <a:schemeClr val="dk1"/>
                </a:solidFill>
                <a:latin typeface="Tahoma"/>
                <a:ea typeface="Tahoma"/>
                <a:cs typeface="Tahoma"/>
                <a:sym typeface="Tahoma"/>
              </a:rPr>
              <a:t> of the information</a:t>
            </a:r>
            <a:r>
              <a:rPr b="0" i="0" lang="en-US" sz="3200" u="none">
                <a:solidFill>
                  <a:schemeClr val="dk1"/>
                </a:solidFill>
                <a:latin typeface="Tahoma"/>
                <a:ea typeface="Tahoma"/>
                <a:cs typeface="Tahoma"/>
                <a:sym typeface="Tahoma"/>
              </a:rPr>
              <a:t>.</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Integrity can be compromised through:</a:t>
            </a:r>
            <a:endParaRPr/>
          </a:p>
          <a:p>
            <a:pPr indent="-285750" lvl="1" marL="742950" rtl="0" algn="l">
              <a:lnSpc>
                <a:spcPct val="10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Changes</a:t>
            </a:r>
            <a:endParaRPr/>
          </a:p>
          <a:p>
            <a:pPr indent="-285750" lvl="1" marL="742950" rtl="0" algn="l">
              <a:lnSpc>
                <a:spcPct val="10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Insertion</a:t>
            </a:r>
            <a:endParaRPr/>
          </a:p>
          <a:p>
            <a:pPr indent="-285750" lvl="1" marL="742950" rtl="0" algn="l">
              <a:lnSpc>
                <a:spcPct val="10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Deletion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4"/>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Denial of Service Attacks</a:t>
            </a:r>
            <a:endParaRPr/>
          </a:p>
        </p:txBody>
      </p:sp>
      <p:sp>
        <p:nvSpPr>
          <p:cNvPr id="248" name="Google Shape;248;p34"/>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DoS attacks are attacks that deny the use of resources to legitimate users of the system, information, or capabilities.</a:t>
            </a:r>
            <a:endParaRPr/>
          </a:p>
          <a:p>
            <a:pPr indent="-251459" lvl="0" marL="342900" rtl="0" algn="l">
              <a:spcBef>
                <a:spcPts val="480"/>
              </a:spcBef>
              <a:spcAft>
                <a:spcPts val="0"/>
              </a:spcAft>
              <a:buSzPts val="1440"/>
              <a:buNone/>
            </a:pPr>
            <a:r>
              <a:t/>
            </a:r>
            <a:endParaRPr b="0" i="0" sz="2400" u="none">
              <a:solidFill>
                <a:schemeClr val="dk1"/>
              </a:solidFill>
              <a:latin typeface="Tahoma"/>
              <a:ea typeface="Tahoma"/>
              <a:cs typeface="Tahoma"/>
              <a:sym typeface="Tahom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Dos methods</a:t>
            </a:r>
            <a:endParaRPr/>
          </a:p>
        </p:txBody>
      </p:sp>
      <p:sp>
        <p:nvSpPr>
          <p:cNvPr id="254" name="Google Shape;254;p35"/>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flooding a network, thereby preventing legitimate network traffic; </a:t>
            </a:r>
            <a:endParaRPr/>
          </a:p>
          <a:p>
            <a:pPr indent="-342900" lvl="0" marL="342900" rtl="0" algn="l">
              <a:lnSpc>
                <a:spcPct val="9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disrupting a server by sending more requests than it can possibly handle, thereby preventing access to a service; </a:t>
            </a:r>
            <a:endParaRPr/>
          </a:p>
          <a:p>
            <a:pPr indent="-342900" lvl="0" marL="342900" rtl="0" algn="l">
              <a:lnSpc>
                <a:spcPct val="9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preventing a particular individual from accessing a service; </a:t>
            </a:r>
            <a:endParaRPr/>
          </a:p>
          <a:p>
            <a:pPr indent="-342900" lvl="0" marL="342900" rtl="0" algn="l">
              <a:lnSpc>
                <a:spcPct val="9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disrupting service to a specific system or person.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6"/>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Cont…	</a:t>
            </a:r>
            <a:endParaRPr/>
          </a:p>
        </p:txBody>
      </p:sp>
      <p:sp>
        <p:nvSpPr>
          <p:cNvPr id="260" name="Google Shape;260;p36"/>
          <p:cNvSpPr txBox="1"/>
          <p:nvPr>
            <p:ph idx="1" type="body"/>
          </p:nvPr>
        </p:nvSpPr>
        <p:spPr>
          <a:xfrm>
            <a:off x="914400" y="2017712"/>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DoS attacks can be done against the:</a:t>
            </a:r>
            <a:endParaRPr/>
          </a:p>
          <a:p>
            <a:pPr indent="-285750" lvl="1" marL="742950" rtl="0" algn="l">
              <a:lnSpc>
                <a:spcPct val="10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Information</a:t>
            </a:r>
            <a:endParaRPr/>
          </a:p>
          <a:p>
            <a:pPr indent="-285750" lvl="1" marL="742950" rtl="0" algn="l">
              <a:lnSpc>
                <a:spcPct val="10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Applications</a:t>
            </a:r>
            <a:endParaRPr/>
          </a:p>
          <a:p>
            <a:pPr indent="-285750" lvl="1" marL="742950" rtl="0" algn="l">
              <a:lnSpc>
                <a:spcPct val="10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Systems</a:t>
            </a:r>
            <a:endParaRPr/>
          </a:p>
          <a:p>
            <a:pPr indent="-285750" lvl="1" marL="742950" rtl="0" algn="l">
              <a:lnSpc>
                <a:spcPct val="10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Communications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7"/>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Repudiation Attacks</a:t>
            </a:r>
            <a:endParaRPr/>
          </a:p>
        </p:txBody>
      </p:sp>
      <p:sp>
        <p:nvSpPr>
          <p:cNvPr id="266" name="Google Shape;266;p37"/>
          <p:cNvSpPr txBox="1"/>
          <p:nvPr>
            <p:ph idx="1" type="body"/>
          </p:nvPr>
        </p:nvSpPr>
        <p:spPr>
          <a:xfrm>
            <a:off x="1182687" y="198120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Repudiation is an attack against the accountability of the information.</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Repudiation is an attempt to give false information or to deny that a real event or transaction should have occurred.</a:t>
            </a:r>
            <a:endParaRPr/>
          </a:p>
          <a:p>
            <a:pPr indent="-285750" lvl="1" marL="742950" rtl="0" algn="l">
              <a:lnSpc>
                <a:spcPct val="10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An example of this type of attack would be a user performing a prohibited operation in a system that lacks the ability to trace.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8"/>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Back Doors</a:t>
            </a:r>
            <a:endParaRPr/>
          </a:p>
        </p:txBody>
      </p:sp>
      <p:sp>
        <p:nvSpPr>
          <p:cNvPr id="272" name="Google Shape;272;p38"/>
          <p:cNvSpPr txBox="1"/>
          <p:nvPr>
            <p:ph idx="1" type="body"/>
          </p:nvPr>
        </p:nvSpPr>
        <p:spPr>
          <a:xfrm>
            <a:off x="1182687" y="2017712"/>
            <a:ext cx="7772400" cy="3392487"/>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A backdoor is a method of bypassing normal authentication or encryption in a computer system</a:t>
            </a:r>
            <a:endParaRPr/>
          </a:p>
          <a:p>
            <a:pPr indent="-342900" lvl="0" marL="342900" rtl="0" algn="just">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A hardware or software-based hidden entrance to a computer system that can be used to bypass the system's security policies.</a:t>
            </a:r>
            <a:endParaRPr/>
          </a:p>
          <a:p>
            <a:pPr indent="-342900" lvl="0" marL="342900" rtl="0" algn="just">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Using a known or through newly discovered access mechanism, an attacker can gain access to a system or network resource through a backdoor.</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9"/>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Cont..</a:t>
            </a:r>
            <a:endParaRPr/>
          </a:p>
        </p:txBody>
      </p:sp>
      <p:sp>
        <p:nvSpPr>
          <p:cNvPr id="278" name="Google Shape;278;p39"/>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440"/>
              <a:buFont typeface="Noto Sans Symbols"/>
              <a:buChar char="■"/>
            </a:pPr>
            <a:r>
              <a:rPr b="0" i="0" lang="en-US" sz="2400" u="none">
                <a:solidFill>
                  <a:schemeClr val="dk1"/>
                </a:solidFill>
                <a:latin typeface="Arial"/>
                <a:ea typeface="Arial"/>
                <a:cs typeface="Arial"/>
                <a:sym typeface="Arial"/>
              </a:rPr>
              <a:t>There are several ways that back doors can be placed on a computer:</a:t>
            </a:r>
            <a:endParaRPr/>
          </a:p>
          <a:p>
            <a:pPr indent="-285750" lvl="1" marL="742950" rtl="0" algn="l">
              <a:lnSpc>
                <a:spcPct val="10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Opening an infected e-mail attachment (they are often combined with viruses and worms) </a:t>
            </a:r>
            <a:endParaRPr/>
          </a:p>
          <a:p>
            <a:pPr indent="-285750" lvl="1" marL="742950" rtl="0" algn="l">
              <a:lnSpc>
                <a:spcPct val="10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Exploiting a vulnerable, unpatched software application or operating system service </a:t>
            </a:r>
            <a:endParaRPr/>
          </a:p>
          <a:p>
            <a:pPr indent="-285750" lvl="1" marL="742950" rtl="0" algn="l">
              <a:lnSpc>
                <a:spcPct val="10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Active FTP server on the computer (especially one that allows "anonymous" sessions) </a:t>
            </a:r>
            <a:endParaRPr b="0" i="0" sz="2000" u="none">
              <a:solidFill>
                <a:schemeClr val="dk1"/>
              </a:solidFill>
              <a:latin typeface="Arial"/>
              <a:ea typeface="Arial"/>
              <a:cs typeface="Arial"/>
              <a:sym typeface="Arial"/>
            </a:endParaRPr>
          </a:p>
          <a:p>
            <a:pPr indent="-266700" lvl="0" marL="342900" rtl="0" algn="l">
              <a:spcBef>
                <a:spcPts val="400"/>
              </a:spcBef>
              <a:spcAft>
                <a:spcPts val="0"/>
              </a:spcAft>
              <a:buSzPts val="1200"/>
              <a:buNone/>
            </a:pPr>
            <a:r>
              <a:t/>
            </a:r>
            <a:endParaRPr b="0" i="0" sz="2000" u="non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Brute Force</a:t>
            </a:r>
            <a:endParaRPr/>
          </a:p>
        </p:txBody>
      </p:sp>
      <p:sp>
        <p:nvSpPr>
          <p:cNvPr id="284" name="Google Shape;284;p40"/>
          <p:cNvSpPr txBox="1"/>
          <p:nvPr>
            <p:ph idx="1" type="body"/>
          </p:nvPr>
        </p:nvSpPr>
        <p:spPr>
          <a:xfrm>
            <a:off x="1182687" y="2017712"/>
            <a:ext cx="7772400" cy="42306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Also known as exhaustive key search and password attack.</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Try every possible combination of options of a password.</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1"/>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Determining the Difficulty of a Brute Force Attack</a:t>
            </a:r>
            <a:endParaRPr/>
          </a:p>
        </p:txBody>
      </p:sp>
      <p:sp>
        <p:nvSpPr>
          <p:cNvPr id="290" name="Google Shape;290;p41"/>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The difficulty of a brute force attack depends on several factors, such as:</a:t>
            </a:r>
            <a:endParaRPr/>
          </a:p>
          <a:p>
            <a:pPr indent="-285750" lvl="1" marL="742950" rtl="0" algn="l">
              <a:lnSpc>
                <a:spcPct val="9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How long can the key be? </a:t>
            </a:r>
            <a:endParaRPr/>
          </a:p>
          <a:p>
            <a:pPr indent="-285750" lvl="1" marL="742950" rtl="0" algn="l">
              <a:lnSpc>
                <a:spcPct val="9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How many possible values can each component of the key have? </a:t>
            </a:r>
            <a:endParaRPr/>
          </a:p>
          <a:p>
            <a:pPr indent="-285750" lvl="1" marL="742950" rtl="0" algn="l">
              <a:lnSpc>
                <a:spcPct val="9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How long will it take to attempt each key? </a:t>
            </a:r>
            <a:endParaRPr/>
          </a:p>
          <a:p>
            <a:pPr indent="-285750" lvl="1" marL="742950" rtl="0" algn="l">
              <a:lnSpc>
                <a:spcPct val="9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Is there a mechanism which will lock the attacker out after a number of failed attempts?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2"/>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Dictionary	</a:t>
            </a:r>
            <a:endParaRPr/>
          </a:p>
        </p:txBody>
      </p:sp>
      <p:sp>
        <p:nvSpPr>
          <p:cNvPr id="296" name="Google Shape;296;p42"/>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Another form of the brute force attack.</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Dictionary attack narrows the field by selecting specific accounts to attack and uses a list of commonly used passwords (the dictionary) with which to guess, instead of random combinations.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3"/>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Spoofing</a:t>
            </a:r>
            <a:endParaRPr/>
          </a:p>
        </p:txBody>
      </p:sp>
      <p:sp>
        <p:nvSpPr>
          <p:cNvPr id="302" name="Google Shape;302;p43"/>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Is an attempt to gain access to a system by pretending as an authorized user. </a:t>
            </a:r>
            <a:endParaRPr/>
          </a:p>
          <a:p>
            <a:pPr indent="-342900" lvl="0" marL="342900" rtl="0" algn="l">
              <a:lnSpc>
                <a:spcPct val="9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By gaining the IP address of the trusted host and then modify the packet headers so that it appears that the packets are coming from that host.</a:t>
            </a:r>
            <a:endParaRPr/>
          </a:p>
          <a:p>
            <a:pPr indent="-228600" lvl="2" marL="1143000" rtl="0" algn="l">
              <a:lnSpc>
                <a:spcPct val="90000"/>
              </a:lnSpc>
              <a:spcBef>
                <a:spcPts val="360"/>
              </a:spcBef>
              <a:spcAft>
                <a:spcPts val="0"/>
              </a:spcAft>
              <a:buClr>
                <a:schemeClr val="folHlink"/>
              </a:buClr>
              <a:buSzPts val="900"/>
              <a:buFont typeface="Noto Sans Symbols"/>
              <a:buChar char="■"/>
            </a:pPr>
            <a:r>
              <a:rPr b="0" i="0" lang="en-US" sz="1800" u="none">
                <a:solidFill>
                  <a:schemeClr val="dk1"/>
                </a:solidFill>
                <a:latin typeface="Tahoma"/>
                <a:ea typeface="Tahoma"/>
                <a:cs typeface="Tahoma"/>
                <a:sym typeface="Tahoma"/>
              </a:rPr>
              <a:t>IP spoofing</a:t>
            </a:r>
            <a:endParaRPr/>
          </a:p>
          <a:p>
            <a:pPr indent="-228600" lvl="2" marL="1143000" rtl="0" algn="l">
              <a:lnSpc>
                <a:spcPct val="90000"/>
              </a:lnSpc>
              <a:spcBef>
                <a:spcPts val="360"/>
              </a:spcBef>
              <a:spcAft>
                <a:spcPts val="0"/>
              </a:spcAft>
              <a:buClr>
                <a:schemeClr val="folHlink"/>
              </a:buClr>
              <a:buSzPts val="900"/>
              <a:buFont typeface="Noto Sans Symbols"/>
              <a:buChar char="■"/>
            </a:pPr>
            <a:r>
              <a:rPr b="0" i="0" lang="en-US" sz="1800" u="none">
                <a:solidFill>
                  <a:schemeClr val="dk1"/>
                </a:solidFill>
                <a:latin typeface="Tahoma"/>
                <a:ea typeface="Tahoma"/>
                <a:cs typeface="Tahoma"/>
                <a:sym typeface="Tahoma"/>
              </a:rPr>
              <a:t>ARP spoofing </a:t>
            </a:r>
            <a:endParaRPr/>
          </a:p>
          <a:p>
            <a:pPr indent="-228600" lvl="2" marL="1143000" rtl="0" algn="l">
              <a:lnSpc>
                <a:spcPct val="90000"/>
              </a:lnSpc>
              <a:spcBef>
                <a:spcPts val="360"/>
              </a:spcBef>
              <a:spcAft>
                <a:spcPts val="0"/>
              </a:spcAft>
              <a:buClr>
                <a:schemeClr val="folHlink"/>
              </a:buClr>
              <a:buSzPts val="900"/>
              <a:buFont typeface="Noto Sans Symbols"/>
              <a:buChar char="■"/>
            </a:pPr>
            <a:r>
              <a:rPr b="0" i="0" lang="en-US" sz="1800" u="none">
                <a:solidFill>
                  <a:schemeClr val="dk1"/>
                </a:solidFill>
                <a:latin typeface="Tahoma"/>
                <a:ea typeface="Tahoma"/>
                <a:cs typeface="Tahoma"/>
                <a:sym typeface="Tahoma"/>
              </a:rPr>
              <a:t>Email spoofing</a:t>
            </a:r>
            <a:endParaRPr/>
          </a:p>
          <a:p>
            <a:pPr indent="-165100" lvl="2" marL="1143000" rtl="0" algn="l">
              <a:lnSpc>
                <a:spcPct val="90000"/>
              </a:lnSpc>
              <a:spcBef>
                <a:spcPts val="400"/>
              </a:spcBef>
              <a:spcAft>
                <a:spcPts val="0"/>
              </a:spcAft>
              <a:buClr>
                <a:schemeClr val="folHlink"/>
              </a:buClr>
              <a:buSzPts val="1000"/>
              <a:buFont typeface="Noto Sans Symbols"/>
              <a:buNone/>
            </a:pPr>
            <a:r>
              <a:t/>
            </a:r>
            <a:endParaRPr b="0" i="0" sz="2000" u="none">
              <a:solidFill>
                <a:schemeClr val="dk1"/>
              </a:solidFill>
              <a:latin typeface="Tahoma"/>
              <a:ea typeface="Tahoma"/>
              <a:cs typeface="Tahoma"/>
              <a:sym typeface="Tahoma"/>
            </a:endParaRPr>
          </a:p>
          <a:p>
            <a:pPr indent="-165100" lvl="2" marL="1143000" rtl="0" algn="l">
              <a:lnSpc>
                <a:spcPct val="90000"/>
              </a:lnSpc>
              <a:spcBef>
                <a:spcPts val="400"/>
              </a:spcBef>
              <a:spcAft>
                <a:spcPts val="0"/>
              </a:spcAft>
              <a:buClr>
                <a:schemeClr val="folHlink"/>
              </a:buClr>
              <a:buSzPts val="1000"/>
              <a:buFont typeface="Noto Sans Symbols"/>
              <a:buNone/>
            </a:pPr>
            <a:r>
              <a:t/>
            </a:r>
            <a:endParaRPr b="0" i="0" sz="2000" u="none">
              <a:solidFill>
                <a:schemeClr val="dk1"/>
              </a:solidFill>
              <a:latin typeface="Tahoma"/>
              <a:ea typeface="Tahoma"/>
              <a:cs typeface="Tahoma"/>
              <a:sym typeface="Tahoma"/>
            </a:endParaRPr>
          </a:p>
          <a:p>
            <a:pPr indent="-266700" lvl="0" marL="342900" rtl="0" algn="l">
              <a:spcBef>
                <a:spcPts val="400"/>
              </a:spcBef>
              <a:spcAft>
                <a:spcPts val="0"/>
              </a:spcAft>
              <a:buSzPts val="1200"/>
              <a:buNone/>
            </a:pPr>
            <a:r>
              <a:t/>
            </a:r>
            <a:endParaRPr b="0" i="0" sz="2000" u="none">
              <a:solidFill>
                <a:schemeClr val="dk1"/>
              </a:solidFill>
              <a:latin typeface="Tahoma"/>
              <a:ea typeface="Tahoma"/>
              <a:cs typeface="Tahoma"/>
              <a:sym typeface="Tahom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4"/>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IP Spoofing</a:t>
            </a:r>
            <a:endParaRPr/>
          </a:p>
        </p:txBody>
      </p:sp>
      <p:sp>
        <p:nvSpPr>
          <p:cNvPr id="308" name="Google Shape;308;p44"/>
          <p:cNvSpPr txBox="1"/>
          <p:nvPr>
            <p:ph idx="1" type="body"/>
          </p:nvPr>
        </p:nvSpPr>
        <p:spPr>
          <a:xfrm>
            <a:off x="0" y="1981200"/>
            <a:ext cx="8534400" cy="4114800"/>
          </a:xfrm>
          <a:prstGeom prst="rect">
            <a:avLst/>
          </a:prstGeom>
          <a:noFill/>
          <a:ln>
            <a:noFill/>
          </a:ln>
        </p:spPr>
        <p:txBody>
          <a:bodyPr anchorCtr="0" anchor="t" bIns="45700" lIns="91425" spcFirstLastPara="1" rIns="91425" wrap="square" tIns="45700">
            <a:noAutofit/>
          </a:bodyPr>
          <a:lstStyle/>
          <a:p>
            <a:pPr indent="-228600" lvl="2" marL="1143000" rtl="0" algn="l">
              <a:lnSpc>
                <a:spcPct val="100000"/>
              </a:lnSpc>
              <a:spcBef>
                <a:spcPts val="0"/>
              </a:spcBef>
              <a:spcAft>
                <a:spcPts val="0"/>
              </a:spcAft>
              <a:buSzPts val="1200"/>
              <a:buNone/>
            </a:pPr>
            <a:r>
              <a:rPr b="0" i="0" lang="en-US" sz="2400" u="none">
                <a:solidFill>
                  <a:schemeClr val="dk1"/>
                </a:solidFill>
                <a:latin typeface="Tahoma"/>
                <a:ea typeface="Tahoma"/>
                <a:cs typeface="Tahoma"/>
                <a:sym typeface="Tahoma"/>
              </a:rPr>
              <a:t>Inserting the IP address of an authorized user into the transmission of an unauthorized user in order to gain illegal access to a computer system. Routers and other firewall implementations can be programmed to identify this discrepancy </a:t>
            </a:r>
            <a:endParaRPr b="0" i="0" sz="2000" u="none">
              <a:solidFill>
                <a:schemeClr val="dk1"/>
              </a:solidFill>
              <a:latin typeface="Tahoma"/>
              <a:ea typeface="Tahoma"/>
              <a:cs typeface="Tahoma"/>
              <a:sym typeface="Tahoma"/>
            </a:endParaRPr>
          </a:p>
          <a:p>
            <a:pPr indent="-266700" lvl="0" marL="342900" rtl="0" algn="l">
              <a:spcBef>
                <a:spcPts val="400"/>
              </a:spcBef>
              <a:spcAft>
                <a:spcPts val="0"/>
              </a:spcAft>
              <a:buSzPts val="1200"/>
              <a:buNone/>
            </a:pPr>
            <a:r>
              <a:t/>
            </a:r>
            <a:endParaRPr b="0" i="0" sz="2000" u="none">
              <a:solidFill>
                <a:schemeClr val="dk1"/>
              </a:solidFill>
              <a:latin typeface="Tahoma"/>
              <a:ea typeface="Tahoma"/>
              <a:cs typeface="Tahoma"/>
              <a:sym typeface="Tahom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5"/>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ARP Poisoning </a:t>
            </a:r>
            <a:endParaRPr/>
          </a:p>
        </p:txBody>
      </p:sp>
      <p:sp>
        <p:nvSpPr>
          <p:cNvPr id="314" name="Google Shape;314;p45"/>
          <p:cNvSpPr txBox="1"/>
          <p:nvPr>
            <p:ph idx="1" type="body"/>
          </p:nvPr>
        </p:nvSpPr>
        <p:spPr>
          <a:xfrm>
            <a:off x="533400" y="2209800"/>
            <a:ext cx="8534400" cy="4038600"/>
          </a:xfrm>
          <a:prstGeom prst="rect">
            <a:avLst/>
          </a:prstGeom>
          <a:noFill/>
          <a:ln>
            <a:noFill/>
          </a:ln>
        </p:spPr>
        <p:txBody>
          <a:bodyPr anchorCtr="0" anchor="t" bIns="45700" lIns="91425" spcFirstLastPara="1" rIns="91425" wrap="square" tIns="45700">
            <a:noAutofit/>
          </a:bodyPr>
          <a:lstStyle/>
          <a:p>
            <a:pPr indent="-342900" lvl="1" marL="342900" rtl="0" algn="l">
              <a:lnSpc>
                <a:spcPct val="8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The principle of ARP spoofing is to send fake, or 'spoofed', </a:t>
            </a:r>
            <a:r>
              <a:rPr b="0" i="0" lang="en-US" sz="2400" u="sng">
                <a:solidFill>
                  <a:schemeClr val="hlink"/>
                </a:solidFill>
                <a:hlinkClick r:id="rId3"/>
              </a:rPr>
              <a:t>ARP</a:t>
            </a:r>
            <a:r>
              <a:rPr b="0" i="0" lang="en-US" sz="2400" u="none">
                <a:solidFill>
                  <a:schemeClr val="dk1"/>
                </a:solidFill>
                <a:latin typeface="Tahoma"/>
                <a:ea typeface="Tahoma"/>
                <a:cs typeface="Tahoma"/>
                <a:sym typeface="Tahoma"/>
              </a:rPr>
              <a:t>The principle of ARP spoofing is to send fake, or 'spoofed', ARP messages to an Ethernet LAN. Generally, the aim is to associate the attacker's </a:t>
            </a:r>
            <a:r>
              <a:rPr b="0" i="0" lang="en-US" sz="2400" u="sng">
                <a:solidFill>
                  <a:schemeClr val="hlink"/>
                </a:solidFill>
                <a:hlinkClick r:id="rId4"/>
              </a:rPr>
              <a:t>MAC address</a:t>
            </a:r>
            <a:r>
              <a:rPr b="0" i="0" lang="en-US" sz="2400" u="none">
                <a:solidFill>
                  <a:schemeClr val="dk1"/>
                </a:solidFill>
                <a:latin typeface="Tahoma"/>
                <a:ea typeface="Tahoma"/>
                <a:cs typeface="Tahoma"/>
                <a:sym typeface="Tahoma"/>
              </a:rPr>
              <a:t>The principle of ARP spoofing is to send fake, or 'spoofed', ARP messages to an Ethernet LAN. Generally, the aim is to associate the attacker's MAC address with the IP address of another node (such as the </a:t>
            </a:r>
            <a:r>
              <a:rPr b="0" i="0" lang="en-US" sz="2400" u="sng">
                <a:solidFill>
                  <a:schemeClr val="hlink"/>
                </a:solidFill>
                <a:hlinkClick r:id="rId5"/>
              </a:rPr>
              <a:t>default gateway</a:t>
            </a:r>
            <a:r>
              <a:rPr b="0" i="0" lang="en-US" sz="2400" u="none">
                <a:solidFill>
                  <a:schemeClr val="dk1"/>
                </a:solidFill>
                <a:latin typeface="Tahoma"/>
                <a:ea typeface="Tahoma"/>
                <a:cs typeface="Tahoma"/>
                <a:sym typeface="Tahoma"/>
              </a:rPr>
              <a:t>).</a:t>
            </a:r>
            <a:endParaRPr/>
          </a:p>
          <a:p>
            <a:pPr indent="-342900" lvl="1" marL="342900" rtl="0" algn="l">
              <a:lnSpc>
                <a:spcPct val="8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 Any traffic meant for that IP address would be mistakenly sent to the attacker instead. The attacker could then choose to forward the traffic to the actual default gateway (passive sniffing) or modify the data before forwarding it (man-in-the-middle attack). </a:t>
            </a:r>
            <a:endParaRPr/>
          </a:p>
          <a:p>
            <a:pPr indent="-342900" lvl="1" marL="342900" rtl="0" algn="l">
              <a:lnSpc>
                <a:spcPct val="8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The attacker could also launch a </a:t>
            </a:r>
            <a:r>
              <a:rPr b="0" i="0" lang="en-US" sz="2400" u="sng">
                <a:solidFill>
                  <a:schemeClr val="hlink"/>
                </a:solidFill>
                <a:hlinkClick r:id="rId6"/>
              </a:rPr>
              <a:t>Denial of Service</a:t>
            </a:r>
            <a:r>
              <a:rPr b="0" i="0" lang="en-US" sz="2400" u="none">
                <a:solidFill>
                  <a:schemeClr val="dk1"/>
                </a:solidFill>
                <a:latin typeface="Tahoma"/>
                <a:ea typeface="Tahoma"/>
                <a:cs typeface="Tahoma"/>
                <a:sym typeface="Tahoma"/>
              </a:rPr>
              <a:t> attack against a victim by associating a nonexistent MAC address to the IP address of the victim's default gateway.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