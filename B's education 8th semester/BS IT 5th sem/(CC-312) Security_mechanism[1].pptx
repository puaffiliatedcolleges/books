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50" r:id="rId1"/>
  </p:sldMasterIdLst>
  <p:sldIdLst>
    <p:sldId id="256" r:id="rId2"/>
    <p:sldId id="261" r:id="rId3"/>
    <p:sldId id="258" r:id="rId4"/>
    <p:sldId id="269" r:id="rId5"/>
    <p:sldId id="270" r:id="rId6"/>
    <p:sldId id="263" r:id="rId7"/>
    <p:sldId id="271" r:id="rId8"/>
    <p:sldId id="273" r:id="rId9"/>
    <p:sldId id="266" r:id="rId10"/>
    <p:sldId id="267" r:id="rId11"/>
    <p:sldId id="272"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varScale="1">
        <p:scale>
          <a:sx n="70" d="100"/>
          <a:sy n="70" d="100"/>
        </p:scale>
        <p:origin x="73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FC9118C2-C05F-41B2-9877-1CB2079676DD}" type="datetimeFigureOut">
              <a:rPr lang="en-PK" smtClean="0"/>
              <a:t>02/28/2024</a:t>
            </a:fld>
            <a:endParaRPr lang="en-PK"/>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PK"/>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28660197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C9118C2-C05F-41B2-9877-1CB2079676DD}" type="datetimeFigureOut">
              <a:rPr lang="en-PK" smtClean="0"/>
              <a:t>02/28/2024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19715589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C9118C2-C05F-41B2-9877-1CB2079676DD}" type="datetimeFigureOut">
              <a:rPr lang="en-PK" smtClean="0"/>
              <a:t>02/28/2024</a:t>
            </a:fld>
            <a:endParaRPr lang="en-PK"/>
          </a:p>
        </p:txBody>
      </p:sp>
      <p:sp>
        <p:nvSpPr>
          <p:cNvPr id="5" name="Footer Placeholder 4"/>
          <p:cNvSpPr>
            <a:spLocks noGrp="1"/>
          </p:cNvSpPr>
          <p:nvPr>
            <p:ph type="ftr" sz="quarter" idx="11"/>
          </p:nvPr>
        </p:nvSpPr>
        <p:spPr/>
        <p:txBody>
          <a:bodyPr/>
          <a:lstStyle/>
          <a:p>
            <a:endParaRPr lang="en-PK"/>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29782951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9118C2-C05F-41B2-9877-1CB2079676DD}" type="datetimeFigureOut">
              <a:rPr lang="en-PK" smtClean="0"/>
              <a:t>02/28/2024</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373050498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C9118C2-C05F-41B2-9877-1CB2079676DD}" type="datetimeFigureOut">
              <a:rPr lang="en-PK" smtClean="0"/>
              <a:t>02/28/2024</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37085161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C9118C2-C05F-41B2-9877-1CB2079676DD}" type="datetimeFigureOut">
              <a:rPr lang="en-PK" smtClean="0"/>
              <a:t>02/28/2024</a:t>
            </a:fld>
            <a:endParaRPr lang="en-PK"/>
          </a:p>
        </p:txBody>
      </p:sp>
      <p:sp>
        <p:nvSpPr>
          <p:cNvPr id="4" name="Footer Placeholder 3"/>
          <p:cNvSpPr>
            <a:spLocks noGrp="1"/>
          </p:cNvSpPr>
          <p:nvPr>
            <p:ph type="ftr" sz="quarter" idx="11"/>
          </p:nvPr>
        </p:nvSpPr>
        <p:spPr/>
        <p:txBody>
          <a:bodyPr/>
          <a:lstStyle/>
          <a:p>
            <a:endParaRPr lang="en-PK"/>
          </a:p>
        </p:txBody>
      </p:sp>
      <p:sp>
        <p:nvSpPr>
          <p:cNvPr id="5" name="Slide Number Placeholder 4"/>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31121273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C9118C2-C05F-41B2-9877-1CB2079676DD}" type="datetimeFigureOut">
              <a:rPr lang="en-PK" smtClean="0"/>
              <a:t>02/28/2024</a:t>
            </a:fld>
            <a:endParaRPr lang="en-PK"/>
          </a:p>
        </p:txBody>
      </p:sp>
      <p:sp>
        <p:nvSpPr>
          <p:cNvPr id="3" name="Footer Placeholder 2"/>
          <p:cNvSpPr>
            <a:spLocks noGrp="1"/>
          </p:cNvSpPr>
          <p:nvPr>
            <p:ph type="ftr" sz="quarter" idx="11"/>
          </p:nvPr>
        </p:nvSpPr>
        <p:spPr/>
        <p:txBody>
          <a:bodyPr/>
          <a:lstStyle/>
          <a:p>
            <a:endParaRPr lang="en-PK"/>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4061900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C9118C2-C05F-41B2-9877-1CB2079676DD}" type="datetimeFigureOut">
              <a:rPr lang="en-PK" smtClean="0"/>
              <a:t>02/28/2024</a:t>
            </a:fld>
            <a:endParaRPr lang="en-PK"/>
          </a:p>
        </p:txBody>
      </p:sp>
      <p:sp>
        <p:nvSpPr>
          <p:cNvPr id="6" name="Footer Placeholder 5"/>
          <p:cNvSpPr>
            <a:spLocks noGrp="1"/>
          </p:cNvSpPr>
          <p:nvPr>
            <p:ph type="ftr" sz="quarter" idx="11"/>
          </p:nvPr>
        </p:nvSpPr>
        <p:spPr/>
        <p:txBody>
          <a:bodyPr/>
          <a:lstStyle/>
          <a:p>
            <a:endParaRPr lang="en-PK"/>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20433135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C9118C2-C05F-41B2-9877-1CB2079676DD}" type="datetimeFigureOut">
              <a:rPr lang="en-PK" smtClean="0"/>
              <a:t>02/28/2024</a:t>
            </a:fld>
            <a:endParaRPr lang="en-PK"/>
          </a:p>
        </p:txBody>
      </p:sp>
      <p:sp>
        <p:nvSpPr>
          <p:cNvPr id="6" name="Footer Placeholder 5"/>
          <p:cNvSpPr>
            <a:spLocks noGrp="1"/>
          </p:cNvSpPr>
          <p:nvPr>
            <p:ph type="ftr" sz="quarter" idx="11"/>
          </p:nvPr>
        </p:nvSpPr>
        <p:spPr/>
        <p:txBody>
          <a:bodyPr/>
          <a:lstStyle/>
          <a:p>
            <a:endParaRPr lang="en-PK"/>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14258762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FC9118C2-C05F-41B2-9877-1CB2079676DD}" type="datetimeFigureOut">
              <a:rPr lang="en-PK" smtClean="0"/>
              <a:t>02/28/2024</a:t>
            </a:fld>
            <a:endParaRPr lang="en-PK"/>
          </a:p>
        </p:txBody>
      </p:sp>
      <p:sp>
        <p:nvSpPr>
          <p:cNvPr id="6" name="Footer Placeholder 5"/>
          <p:cNvSpPr>
            <a:spLocks noGrp="1"/>
          </p:cNvSpPr>
          <p:nvPr>
            <p:ph type="ftr" sz="quarter" idx="11"/>
          </p:nvPr>
        </p:nvSpPr>
        <p:spPr/>
        <p:txBody>
          <a:bodyPr/>
          <a:lstStyle/>
          <a:p>
            <a:endParaRPr lang="en-PK"/>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40554348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C9118C2-C05F-41B2-9877-1CB2079676DD}" type="datetimeFigureOut">
              <a:rPr lang="en-PK" smtClean="0"/>
              <a:t>02/28/2024</a:t>
            </a:fld>
            <a:endParaRPr lang="en-PK"/>
          </a:p>
        </p:txBody>
      </p:sp>
      <p:sp>
        <p:nvSpPr>
          <p:cNvPr id="5" name="Footer Placeholder 4"/>
          <p:cNvSpPr>
            <a:spLocks noGrp="1"/>
          </p:cNvSpPr>
          <p:nvPr>
            <p:ph type="ftr" sz="quarter" idx="11"/>
          </p:nvPr>
        </p:nvSpPr>
        <p:spPr/>
        <p:txBody>
          <a:bodyPr/>
          <a:lstStyle/>
          <a:p>
            <a:endParaRPr lang="en-PK"/>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338419608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4" name="Date Placeholder 3"/>
          <p:cNvSpPr>
            <a:spLocks noGrp="1"/>
          </p:cNvSpPr>
          <p:nvPr>
            <p:ph type="dt" sz="half" idx="10"/>
          </p:nvPr>
        </p:nvSpPr>
        <p:spPr/>
        <p:txBody>
          <a:bodyPr/>
          <a:lstStyle/>
          <a:p>
            <a:fld id="{FC9118C2-C05F-41B2-9877-1CB2079676DD}" type="datetimeFigureOut">
              <a:rPr lang="en-PK" smtClean="0"/>
              <a:t>02/28/2024</a:t>
            </a:fld>
            <a:endParaRPr lang="en-PK"/>
          </a:p>
        </p:txBody>
      </p:sp>
      <p:sp>
        <p:nvSpPr>
          <p:cNvPr id="5" name="Footer Placeholder 4"/>
          <p:cNvSpPr>
            <a:spLocks noGrp="1"/>
          </p:cNvSpPr>
          <p:nvPr>
            <p:ph type="ftr" sz="quarter" idx="11"/>
          </p:nvPr>
        </p:nvSpPr>
        <p:spPr/>
        <p:txBody>
          <a:bodyPr/>
          <a:lstStyle/>
          <a:p>
            <a:endParaRPr lang="en-PK"/>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279587668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FC9118C2-C05F-41B2-9877-1CB2079676DD}" type="datetimeFigureOut">
              <a:rPr lang="en-PK" smtClean="0"/>
              <a:t>02/28/2024</a:t>
            </a:fld>
            <a:endParaRPr lang="en-PK"/>
          </a:p>
        </p:txBody>
      </p:sp>
      <p:sp>
        <p:nvSpPr>
          <p:cNvPr id="5" name="Footer Placeholder 4"/>
          <p:cNvSpPr>
            <a:spLocks noGrp="1"/>
          </p:cNvSpPr>
          <p:nvPr>
            <p:ph type="ftr" sz="quarter" idx="11"/>
          </p:nvPr>
        </p:nvSpPr>
        <p:spPr/>
        <p:txBody>
          <a:bodyPr/>
          <a:lstStyle/>
          <a:p>
            <a:endParaRPr lang="en-PK"/>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181621159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C9118C2-C05F-41B2-9877-1CB2079676DD}" type="datetimeFigureOut">
              <a:rPr lang="en-PK" smtClean="0"/>
              <a:t>02/28/2024</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317169894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FC9118C2-C05F-41B2-9877-1CB2079676DD}" type="datetimeFigureOut">
              <a:rPr lang="en-PK" smtClean="0"/>
              <a:t>02/28/2024</a:t>
            </a:fld>
            <a:endParaRPr lang="en-PK"/>
          </a:p>
        </p:txBody>
      </p:sp>
      <p:sp>
        <p:nvSpPr>
          <p:cNvPr id="8" name="Footer Placeholder 7"/>
          <p:cNvSpPr>
            <a:spLocks noGrp="1"/>
          </p:cNvSpPr>
          <p:nvPr>
            <p:ph type="ftr" sz="quarter" idx="11"/>
          </p:nvPr>
        </p:nvSpPr>
        <p:spPr>
          <a:xfrm>
            <a:off x="561111" y="6391838"/>
            <a:ext cx="3644282" cy="304801"/>
          </a:xfrm>
        </p:spPr>
        <p:txBody>
          <a:bodyPr/>
          <a:lstStyle/>
          <a:p>
            <a:endParaRPr lang="en-PK"/>
          </a:p>
        </p:txBody>
      </p:sp>
      <p:sp>
        <p:nvSpPr>
          <p:cNvPr id="9" name="Slide Number Placeholder 8"/>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117960031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FC9118C2-C05F-41B2-9877-1CB2079676DD}" type="datetimeFigureOut">
              <a:rPr lang="en-PK" smtClean="0"/>
              <a:t>02/28/2024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18472014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FC9118C2-C05F-41B2-9877-1CB2079676DD}" type="datetimeFigureOut">
              <a:rPr lang="en-PK" smtClean="0"/>
              <a:t>02/28/2024</a:t>
            </a:fld>
            <a:endParaRPr lang="en-PK"/>
          </a:p>
        </p:txBody>
      </p:sp>
      <p:sp>
        <p:nvSpPr>
          <p:cNvPr id="5" name="Footer Placeholder 4"/>
          <p:cNvSpPr>
            <a:spLocks noGrp="1"/>
          </p:cNvSpPr>
          <p:nvPr>
            <p:ph type="ftr" sz="quarter" idx="11"/>
          </p:nvPr>
        </p:nvSpPr>
        <p:spPr/>
        <p:txBody>
          <a:bodyPr/>
          <a:lstStyle/>
          <a:p>
            <a:endParaRPr lang="en-PK"/>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968C9212-335A-4FED-BAC1-66C8DB7F24C5}" type="slidenum">
              <a:rPr lang="en-PK" smtClean="0"/>
              <a:t>‹#›</a:t>
            </a:fld>
            <a:endParaRPr lang="en-PK"/>
          </a:p>
        </p:txBody>
      </p:sp>
    </p:spTree>
    <p:extLst>
      <p:ext uri="{BB962C8B-B14F-4D97-AF65-F5344CB8AC3E}">
        <p14:creationId xmlns:p14="http://schemas.microsoft.com/office/powerpoint/2010/main" val="28146486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FC9118C2-C05F-41B2-9877-1CB2079676DD}" type="datetimeFigureOut">
              <a:rPr lang="en-PK" smtClean="0"/>
              <a:t>02/28/2024</a:t>
            </a:fld>
            <a:endParaRPr lang="en-PK"/>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PK"/>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968C9212-335A-4FED-BAC1-66C8DB7F24C5}" type="slidenum">
              <a:rPr lang="en-PK" smtClean="0"/>
              <a:t>‹#›</a:t>
            </a:fld>
            <a:endParaRPr lang="en-PK"/>
          </a:p>
        </p:txBody>
      </p:sp>
    </p:spTree>
    <p:extLst>
      <p:ext uri="{BB962C8B-B14F-4D97-AF65-F5344CB8AC3E}">
        <p14:creationId xmlns:p14="http://schemas.microsoft.com/office/powerpoint/2010/main" val="3488641080"/>
      </p:ext>
    </p:extLst>
  </p:cSld>
  <p:clrMap bg1="lt1" tx1="dk1" bg2="lt2" tx2="dk2" accent1="accent1" accent2="accent2" accent3="accent3" accent4="accent4" accent5="accent5" accent6="accent6" hlink="hlink" folHlink="folHlink"/>
  <p:sldLayoutIdLst>
    <p:sldLayoutId id="2147483851" r:id="rId1"/>
    <p:sldLayoutId id="2147483852" r:id="rId2"/>
    <p:sldLayoutId id="2147483853" r:id="rId3"/>
    <p:sldLayoutId id="2147483854" r:id="rId4"/>
    <p:sldLayoutId id="2147483855" r:id="rId5"/>
    <p:sldLayoutId id="2147483856" r:id="rId6"/>
    <p:sldLayoutId id="2147483857" r:id="rId7"/>
    <p:sldLayoutId id="2147483858" r:id="rId8"/>
    <p:sldLayoutId id="2147483859" r:id="rId9"/>
    <p:sldLayoutId id="2147483860" r:id="rId10"/>
    <p:sldLayoutId id="2147483861" r:id="rId11"/>
    <p:sldLayoutId id="2147483862" r:id="rId12"/>
    <p:sldLayoutId id="2147483863" r:id="rId13"/>
    <p:sldLayoutId id="2147483864" r:id="rId14"/>
    <p:sldLayoutId id="2147483865" r:id="rId15"/>
    <p:sldLayoutId id="2147483866" r:id="rId16"/>
    <p:sldLayoutId id="2147483867"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36000"/>
            <a:lum/>
          </a:blip>
          <a:srcRect/>
          <a:stretch>
            <a:fillRect l="-18000" r="7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DD2B99-A7A6-49DF-AA92-774B8536C950}"/>
              </a:ext>
            </a:extLst>
          </p:cNvPr>
          <p:cNvSpPr>
            <a:spLocks noGrp="1"/>
          </p:cNvSpPr>
          <p:nvPr>
            <p:ph type="ctrTitle"/>
          </p:nvPr>
        </p:nvSpPr>
        <p:spPr>
          <a:xfrm>
            <a:off x="1621091" y="2265182"/>
            <a:ext cx="8949817" cy="1163818"/>
          </a:xfrm>
          <a:noFill/>
        </p:spPr>
        <p:txBody>
          <a:bodyPr>
            <a:normAutofit fontScale="90000"/>
          </a:bodyPr>
          <a:lstStyle/>
          <a:p>
            <a:r>
              <a:rPr lang="en-US" sz="7200" b="1" dirty="0">
                <a:latin typeface="Times New Roman" panose="02020603050405020304" pitchFamily="18" charset="0"/>
                <a:cs typeface="Times New Roman" panose="02020603050405020304" pitchFamily="18" charset="0"/>
              </a:rPr>
              <a:t>Security Mechanism</a:t>
            </a:r>
            <a:endParaRPr lang="en-PK" sz="7200" b="1"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C07DD733-D24D-4EE6-8EE5-EA8073DB0B5A}"/>
              </a:ext>
            </a:extLst>
          </p:cNvPr>
          <p:cNvSpPr>
            <a:spLocks noGrp="1"/>
          </p:cNvSpPr>
          <p:nvPr>
            <p:ph type="subTitle" idx="1"/>
          </p:nvPr>
        </p:nvSpPr>
        <p:spPr>
          <a:xfrm>
            <a:off x="7062121" y="4020979"/>
            <a:ext cx="4608717" cy="2330158"/>
          </a:xfrm>
          <a:solidFill>
            <a:schemeClr val="tx1"/>
          </a:solidFill>
        </p:spPr>
        <p:txBody>
          <a:bodyPr>
            <a:normAutofit/>
          </a:bodyPr>
          <a:lstStyle/>
          <a:p>
            <a:pPr marL="342900" indent="-342900">
              <a:buFont typeface="Arial" panose="020B0604020202020204" pitchFamily="34" charset="0"/>
              <a:buChar char="•"/>
            </a:pPr>
            <a:r>
              <a:rPr lang="en-US" sz="2400" b="1" dirty="0" err="1">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Sheraz</a:t>
            </a:r>
            <a:r>
              <a:rPr lang="en-US"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Ali </a:t>
            </a:r>
          </a:p>
          <a:p>
            <a:pPr marL="342900" indent="-342900">
              <a:buFont typeface="Arial" panose="020B0604020202020204" pitchFamily="34" charset="0"/>
              <a:buChar char="•"/>
            </a:pPr>
            <a:r>
              <a:rPr lang="en-US"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Zain Bhatti </a:t>
            </a:r>
          </a:p>
          <a:p>
            <a:pPr marL="342900" indent="-342900">
              <a:buFont typeface="Arial" panose="020B0604020202020204" pitchFamily="34" charset="0"/>
              <a:buChar char="•"/>
            </a:pPr>
            <a:r>
              <a:rPr lang="en-US"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BS IT</a:t>
            </a:r>
          </a:p>
          <a:p>
            <a:pPr marL="342900" indent="-342900">
              <a:buFont typeface="Arial" panose="020B0604020202020204" pitchFamily="34" charset="0"/>
              <a:buChar char="•"/>
            </a:pPr>
            <a:r>
              <a:rPr lang="en-US"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ROLL</a:t>
            </a:r>
            <a:r>
              <a:rPr lang="en-US" sz="2400" b="1" u="sng"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t>
            </a:r>
            <a:r>
              <a:rPr lang="en-US"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NO  304 305</a:t>
            </a:r>
            <a:endParaRPr lang="en-PK" sz="2400" b="1" dirty="0">
              <a:solidFill>
                <a:schemeClr val="bg1"/>
              </a:solidFill>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917770085"/>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C29555-F36D-4FAD-BCB2-6B172B5B8A4A}"/>
              </a:ext>
            </a:extLst>
          </p:cNvPr>
          <p:cNvSpPr>
            <a:spLocks noGrp="1"/>
          </p:cNvSpPr>
          <p:nvPr>
            <p:ph type="title"/>
          </p:nvPr>
        </p:nvSpPr>
        <p:spPr>
          <a:xfrm>
            <a:off x="2943998" y="1092938"/>
            <a:ext cx="8761413" cy="706964"/>
          </a:xfrm>
        </p:spPr>
        <p:txBody>
          <a:bodyPr/>
          <a:lstStyle/>
          <a:p>
            <a:r>
              <a:rPr lang="en-US" b="1" dirty="0">
                <a:latin typeface="Times New Roman" panose="02020603050405020304" pitchFamily="18" charset="0"/>
                <a:cs typeface="Times New Roman" panose="02020603050405020304" pitchFamily="18" charset="0"/>
              </a:rPr>
              <a:t>What is  Security Mechanism</a:t>
            </a:r>
          </a:p>
        </p:txBody>
      </p:sp>
      <p:sp>
        <p:nvSpPr>
          <p:cNvPr id="3" name="Content Placeholder 2">
            <a:extLst>
              <a:ext uri="{FF2B5EF4-FFF2-40B4-BE49-F238E27FC236}">
                <a16:creationId xmlns:a16="http://schemas.microsoft.com/office/drawing/2014/main" id="{C1283E9E-7785-4EBF-8E13-46F3DA9E8C60}"/>
              </a:ext>
            </a:extLst>
          </p:cNvPr>
          <p:cNvSpPr>
            <a:spLocks noGrp="1"/>
          </p:cNvSpPr>
          <p:nvPr>
            <p:ph idx="1"/>
          </p:nvPr>
        </p:nvSpPr>
        <p:spPr>
          <a:xfrm>
            <a:off x="1327232" y="2510733"/>
            <a:ext cx="9711829" cy="4155109"/>
          </a:xfrm>
        </p:spPr>
        <p:txBody>
          <a:bodyPr>
            <a:normAutofit/>
          </a:bodyPr>
          <a:lstStyle/>
          <a:p>
            <a:pPr marL="0" indent="0">
              <a:buNone/>
            </a:pPr>
            <a:br>
              <a:rPr lang="en-US" sz="2400" dirty="0"/>
            </a:br>
            <a:r>
              <a:rPr lang="en-US" sz="2400" dirty="0">
                <a:latin typeface="Times New Roman" panose="02020603050405020304" pitchFamily="18" charset="0"/>
                <a:cs typeface="Times New Roman" panose="02020603050405020304" pitchFamily="18" charset="0"/>
              </a:rPr>
              <a:t>Security mechanisms refer to the tools, processes, and technologies that are employed to safeguard computer systems, networks, and data from unauthorized access, attacks, and potential threats. The goal of security mechanisms is to ensure the confidentiality, integrity, and availability of information, preventing unauthorized users or malicious entities from compromising the security of a system</a:t>
            </a:r>
            <a:r>
              <a:rPr lang="en-US" sz="2400" dirty="0"/>
              <a:t>.</a:t>
            </a:r>
          </a:p>
        </p:txBody>
      </p:sp>
    </p:spTree>
    <p:extLst>
      <p:ext uri="{BB962C8B-B14F-4D97-AF65-F5344CB8AC3E}">
        <p14:creationId xmlns:p14="http://schemas.microsoft.com/office/powerpoint/2010/main" val="84802111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ractur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arn(inVertic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l="-14000" r="-14000"/>
          </a:stretch>
        </a:blip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36A6989-396D-4E89-92B9-0F96DF5C5954}"/>
              </a:ext>
            </a:extLst>
          </p:cNvPr>
          <p:cNvSpPr/>
          <p:nvPr/>
        </p:nvSpPr>
        <p:spPr>
          <a:xfrm>
            <a:off x="2239489" y="556183"/>
            <a:ext cx="6824611" cy="721736"/>
          </a:xfrm>
          <a:prstGeom prst="rect">
            <a:avLst/>
          </a:prstGeom>
        </p:spPr>
        <p:txBody>
          <a:bodyPr wrap="square">
            <a:spAutoFit/>
          </a:bodyPr>
          <a:lstStyle/>
          <a:p>
            <a:pPr>
              <a:lnSpc>
                <a:spcPct val="107000"/>
              </a:lnSpc>
              <a:spcAft>
                <a:spcPts val="800"/>
              </a:spcAft>
            </a:pPr>
            <a:r>
              <a:rPr lang="en-US" sz="4000" b="1" dirty="0">
                <a:solidFill>
                  <a:schemeClr val="bg1"/>
                </a:solidFill>
                <a:latin typeface="Calibri" panose="020F0502020204030204" pitchFamily="34" charset="0"/>
                <a:ea typeface="Calibri" panose="020F0502020204030204" pitchFamily="34" charset="0"/>
                <a:cs typeface="Times New Roman" panose="02020603050405020304" pitchFamily="18" charset="0"/>
              </a:rPr>
              <a:t>Types of Security Mechanism </a:t>
            </a:r>
          </a:p>
        </p:txBody>
      </p:sp>
      <p:sp>
        <p:nvSpPr>
          <p:cNvPr id="6" name="Rectangle 5">
            <a:extLst>
              <a:ext uri="{FF2B5EF4-FFF2-40B4-BE49-F238E27FC236}">
                <a16:creationId xmlns:a16="http://schemas.microsoft.com/office/drawing/2014/main" id="{F1106D13-DDA2-4340-975E-16DDB7875D18}"/>
              </a:ext>
            </a:extLst>
          </p:cNvPr>
          <p:cNvSpPr/>
          <p:nvPr/>
        </p:nvSpPr>
        <p:spPr>
          <a:xfrm>
            <a:off x="642989" y="1848523"/>
            <a:ext cx="5645426" cy="532903"/>
          </a:xfrm>
          <a:prstGeom prst="rect">
            <a:avLst/>
          </a:prstGeom>
        </p:spPr>
        <p:txBody>
          <a:bodyPr wrap="square" anchor="b">
            <a:spAutoFit/>
          </a:bodyPr>
          <a:lstStyle/>
          <a:p>
            <a:pPr marL="457200" indent="-457200">
              <a:spcAft>
                <a:spcPts val="800"/>
              </a:spcAft>
              <a:buFont typeface="Arial" panose="020B0604020202020204" pitchFamily="34" charset="0"/>
              <a:buChar char="•"/>
            </a:pPr>
            <a:r>
              <a:rPr lang="en-US" sz="2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CRYPTOGRAPHY</a:t>
            </a:r>
          </a:p>
        </p:txBody>
      </p:sp>
      <p:sp>
        <p:nvSpPr>
          <p:cNvPr id="7" name="Rectangle 6">
            <a:extLst>
              <a:ext uri="{FF2B5EF4-FFF2-40B4-BE49-F238E27FC236}">
                <a16:creationId xmlns:a16="http://schemas.microsoft.com/office/drawing/2014/main" id="{19CB3E21-624B-4F30-8499-A4292B987CBB}"/>
              </a:ext>
            </a:extLst>
          </p:cNvPr>
          <p:cNvSpPr/>
          <p:nvPr/>
        </p:nvSpPr>
        <p:spPr>
          <a:xfrm>
            <a:off x="642988" y="2633459"/>
            <a:ext cx="8421111" cy="523220"/>
          </a:xfrm>
          <a:prstGeom prst="rect">
            <a:avLst/>
          </a:prstGeom>
        </p:spPr>
        <p:txBody>
          <a:bodyPr wrap="square" anchor="b">
            <a:spAutoFit/>
          </a:bodyPr>
          <a:lstStyle/>
          <a:p>
            <a:pPr marL="457200" indent="-457200">
              <a:spcAft>
                <a:spcPts val="800"/>
              </a:spcAft>
              <a:buFont typeface="Arial" panose="020B0604020202020204" pitchFamily="34" charset="0"/>
              <a:buChar char="•"/>
            </a:pPr>
            <a:r>
              <a:rPr lang="en-US" sz="2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MESSAGE DIGEST AND DIGITAL SIGNATURE </a:t>
            </a:r>
          </a:p>
        </p:txBody>
      </p:sp>
      <p:sp>
        <p:nvSpPr>
          <p:cNvPr id="9" name="Rectangle 8">
            <a:extLst>
              <a:ext uri="{FF2B5EF4-FFF2-40B4-BE49-F238E27FC236}">
                <a16:creationId xmlns:a16="http://schemas.microsoft.com/office/drawing/2014/main" id="{DE094DD2-D3AA-41AD-8368-88916C2D7CD3}"/>
              </a:ext>
            </a:extLst>
          </p:cNvPr>
          <p:cNvSpPr/>
          <p:nvPr/>
        </p:nvSpPr>
        <p:spPr>
          <a:xfrm>
            <a:off x="642989" y="3429000"/>
            <a:ext cx="5645426" cy="532903"/>
          </a:xfrm>
          <a:prstGeom prst="rect">
            <a:avLst/>
          </a:prstGeom>
        </p:spPr>
        <p:txBody>
          <a:bodyPr wrap="square" anchor="b">
            <a:spAutoFit/>
          </a:bodyPr>
          <a:lstStyle/>
          <a:p>
            <a:pPr marL="457200" indent="-457200">
              <a:spcAft>
                <a:spcPts val="800"/>
              </a:spcAft>
              <a:buFont typeface="Arial" panose="020B0604020202020204" pitchFamily="34" charset="0"/>
              <a:buChar char="•"/>
            </a:pPr>
            <a:r>
              <a:rPr lang="en-US" sz="2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DIGITAL CERTIFICATE</a:t>
            </a:r>
          </a:p>
        </p:txBody>
      </p:sp>
      <p:sp>
        <p:nvSpPr>
          <p:cNvPr id="10" name="Rectangle 9">
            <a:extLst>
              <a:ext uri="{FF2B5EF4-FFF2-40B4-BE49-F238E27FC236}">
                <a16:creationId xmlns:a16="http://schemas.microsoft.com/office/drawing/2014/main" id="{F00F39B0-4344-409C-984F-88BD6309A63D}"/>
              </a:ext>
            </a:extLst>
          </p:cNvPr>
          <p:cNvSpPr/>
          <p:nvPr/>
        </p:nvSpPr>
        <p:spPr>
          <a:xfrm>
            <a:off x="642988" y="4250609"/>
            <a:ext cx="7453446" cy="523220"/>
          </a:xfrm>
          <a:prstGeom prst="rect">
            <a:avLst/>
          </a:prstGeom>
        </p:spPr>
        <p:txBody>
          <a:bodyPr wrap="square" anchor="b">
            <a:spAutoFit/>
          </a:bodyPr>
          <a:lstStyle/>
          <a:p>
            <a:pPr marL="457200" indent="-457200">
              <a:spcAft>
                <a:spcPts val="800"/>
              </a:spcAft>
              <a:buFont typeface="Arial" panose="020B0604020202020204" pitchFamily="34" charset="0"/>
              <a:buChar char="•"/>
            </a:pPr>
            <a:r>
              <a:rPr lang="en-US" sz="2800" b="1" dirty="0">
                <a:solidFill>
                  <a:schemeClr val="bg1"/>
                </a:solidFill>
                <a:latin typeface="Times New Roman" panose="02020603050405020304" pitchFamily="18" charset="0"/>
                <a:ea typeface="Calibri" panose="020F0502020204030204" pitchFamily="34" charset="0"/>
                <a:cs typeface="Times New Roman" panose="02020603050405020304" pitchFamily="18" charset="0"/>
              </a:rPr>
              <a:t>PKI(PUBLIC KEY INFRASTRUCTURE)</a:t>
            </a:r>
          </a:p>
        </p:txBody>
      </p:sp>
    </p:spTree>
    <p:extLst>
      <p:ext uri="{BB962C8B-B14F-4D97-AF65-F5344CB8AC3E}">
        <p14:creationId xmlns:p14="http://schemas.microsoft.com/office/powerpoint/2010/main" val="62726777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6" presetClass="entr" presetSubtype="21" fill="hold" grpId="0" nodeType="clickEffect">
                                  <p:stCondLst>
                                    <p:cond delay="0"/>
                                  </p:stCondLst>
                                  <p:childTnLst>
                                    <p:set>
                                      <p:cBhvr>
                                        <p:cTn id="17" dur="1" fill="hold">
                                          <p:stCondLst>
                                            <p:cond delay="0"/>
                                          </p:stCondLst>
                                        </p:cTn>
                                        <p:tgtEl>
                                          <p:spTgt spid="7"/>
                                        </p:tgtEl>
                                        <p:attrNameLst>
                                          <p:attrName>style.visibility</p:attrName>
                                        </p:attrNameLst>
                                      </p:cBhvr>
                                      <p:to>
                                        <p:strVal val="visible"/>
                                      </p:to>
                                    </p:set>
                                    <p:animEffect transition="in" filter="barn(inVertical)">
                                      <p:cBhvr>
                                        <p:cTn id="18" dur="500"/>
                                        <p:tgtEl>
                                          <p:spTgt spid="7"/>
                                        </p:tgtEl>
                                      </p:cBhvr>
                                    </p:animEffect>
                                  </p:childTnLst>
                                </p:cTn>
                              </p:par>
                            </p:childTnLst>
                          </p:cTn>
                        </p:par>
                      </p:childTnLst>
                    </p:cTn>
                  </p:par>
                  <p:par>
                    <p:cTn id="19" fill="hold">
                      <p:stCondLst>
                        <p:cond delay="indefinite"/>
                      </p:stCondLst>
                      <p:childTnLst>
                        <p:par>
                          <p:cTn id="20" fill="hold">
                            <p:stCondLst>
                              <p:cond delay="0"/>
                            </p:stCondLst>
                            <p:childTnLst>
                              <p:par>
                                <p:cTn id="21" presetID="22" presetClass="entr" presetSubtype="4"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wipe(down)">
                                      <p:cBhvr>
                                        <p:cTn id="23" dur="500"/>
                                        <p:tgtEl>
                                          <p:spTgt spid="9"/>
                                        </p:tgtEl>
                                      </p:cBhvr>
                                    </p:animEffect>
                                  </p:childTnLst>
                                </p:cTn>
                              </p:par>
                            </p:childTnLst>
                          </p:cTn>
                        </p:par>
                      </p:childTnLst>
                    </p:cTn>
                  </p:par>
                  <p:par>
                    <p:cTn id="24" fill="hold">
                      <p:stCondLst>
                        <p:cond delay="indefinite"/>
                      </p:stCondLst>
                      <p:childTnLst>
                        <p:par>
                          <p:cTn id="25" fill="hold">
                            <p:stCondLst>
                              <p:cond delay="0"/>
                            </p:stCondLst>
                            <p:childTnLst>
                              <p:par>
                                <p:cTn id="26" presetID="26"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wipe(down)">
                                      <p:cBhvr>
                                        <p:cTn id="28" dur="580">
                                          <p:stCondLst>
                                            <p:cond delay="0"/>
                                          </p:stCondLst>
                                        </p:cTn>
                                        <p:tgtEl>
                                          <p:spTgt spid="10"/>
                                        </p:tgtEl>
                                      </p:cBhvr>
                                    </p:animEffect>
                                    <p:anim calcmode="lin" valueType="num">
                                      <p:cBhvr>
                                        <p:cTn id="29" dur="1822" tmFilter="0,0; 0.14,0.36; 0.43,0.73; 0.71,0.91; 1.0,1.0">
                                          <p:stCondLst>
                                            <p:cond delay="0"/>
                                          </p:stCondLst>
                                        </p:cTn>
                                        <p:tgtEl>
                                          <p:spTgt spid="10"/>
                                        </p:tgtEl>
                                        <p:attrNameLst>
                                          <p:attrName>ppt_x</p:attrName>
                                        </p:attrNameLst>
                                      </p:cBhvr>
                                      <p:tavLst>
                                        <p:tav tm="0">
                                          <p:val>
                                            <p:strVal val="#ppt_x-0.25"/>
                                          </p:val>
                                        </p:tav>
                                        <p:tav tm="100000">
                                          <p:val>
                                            <p:strVal val="#ppt_x"/>
                                          </p:val>
                                        </p:tav>
                                      </p:tavLst>
                                    </p:anim>
                                    <p:anim calcmode="lin" valueType="num">
                                      <p:cBhvr>
                                        <p:cTn id="30" dur="664" tmFilter="0.0,0.0; 0.25,0.07; 0.50,0.2; 0.75,0.467; 1.0,1.0">
                                          <p:stCondLst>
                                            <p:cond delay="0"/>
                                          </p:stCondLst>
                                        </p:cTn>
                                        <p:tgtEl>
                                          <p:spTgt spid="10"/>
                                        </p:tgtEl>
                                        <p:attrNameLst>
                                          <p:attrName>ppt_y</p:attrName>
                                        </p:attrNameLst>
                                      </p:cBhvr>
                                      <p:tavLst>
                                        <p:tav tm="0" fmla="#ppt_y-sin(pi*$)/3">
                                          <p:val>
                                            <p:fltVal val="0.5"/>
                                          </p:val>
                                        </p:tav>
                                        <p:tav tm="100000">
                                          <p:val>
                                            <p:fltVal val="1"/>
                                          </p:val>
                                        </p:tav>
                                      </p:tavLst>
                                    </p:anim>
                                    <p:anim calcmode="lin" valueType="num">
                                      <p:cBhvr>
                                        <p:cTn id="31" dur="664" tmFilter="0, 0; 0.125,0.2665; 0.25,0.4; 0.375,0.465; 0.5,0.5;  0.625,0.535; 0.75,0.6; 0.875,0.7335; 1,1">
                                          <p:stCondLst>
                                            <p:cond delay="664"/>
                                          </p:stCondLst>
                                        </p:cTn>
                                        <p:tgtEl>
                                          <p:spTgt spid="10"/>
                                        </p:tgtEl>
                                        <p:attrNameLst>
                                          <p:attrName>ppt_y</p:attrName>
                                        </p:attrNameLst>
                                      </p:cBhvr>
                                      <p:tavLst>
                                        <p:tav tm="0" fmla="#ppt_y-sin(pi*$)/9">
                                          <p:val>
                                            <p:fltVal val="0"/>
                                          </p:val>
                                        </p:tav>
                                        <p:tav tm="100000">
                                          <p:val>
                                            <p:fltVal val="1"/>
                                          </p:val>
                                        </p:tav>
                                      </p:tavLst>
                                    </p:anim>
                                    <p:anim calcmode="lin" valueType="num">
                                      <p:cBhvr>
                                        <p:cTn id="32" dur="332" tmFilter="0, 0; 0.125,0.2665; 0.25,0.4; 0.375,0.465; 0.5,0.5;  0.625,0.535; 0.75,0.6; 0.875,0.7335; 1,1">
                                          <p:stCondLst>
                                            <p:cond delay="1324"/>
                                          </p:stCondLst>
                                        </p:cTn>
                                        <p:tgtEl>
                                          <p:spTgt spid="10"/>
                                        </p:tgtEl>
                                        <p:attrNameLst>
                                          <p:attrName>ppt_y</p:attrName>
                                        </p:attrNameLst>
                                      </p:cBhvr>
                                      <p:tavLst>
                                        <p:tav tm="0" fmla="#ppt_y-sin(pi*$)/27">
                                          <p:val>
                                            <p:fltVal val="0"/>
                                          </p:val>
                                        </p:tav>
                                        <p:tav tm="100000">
                                          <p:val>
                                            <p:fltVal val="1"/>
                                          </p:val>
                                        </p:tav>
                                      </p:tavLst>
                                    </p:anim>
                                    <p:anim calcmode="lin" valueType="num">
                                      <p:cBhvr>
                                        <p:cTn id="33" dur="164" tmFilter="0, 0; 0.125,0.2665; 0.25,0.4; 0.375,0.465; 0.5,0.5;  0.625,0.535; 0.75,0.6; 0.875,0.7335; 1,1">
                                          <p:stCondLst>
                                            <p:cond delay="1656"/>
                                          </p:stCondLst>
                                        </p:cTn>
                                        <p:tgtEl>
                                          <p:spTgt spid="10"/>
                                        </p:tgtEl>
                                        <p:attrNameLst>
                                          <p:attrName>ppt_y</p:attrName>
                                        </p:attrNameLst>
                                      </p:cBhvr>
                                      <p:tavLst>
                                        <p:tav tm="0" fmla="#ppt_y-sin(pi*$)/81">
                                          <p:val>
                                            <p:fltVal val="0"/>
                                          </p:val>
                                        </p:tav>
                                        <p:tav tm="100000">
                                          <p:val>
                                            <p:fltVal val="1"/>
                                          </p:val>
                                        </p:tav>
                                      </p:tavLst>
                                    </p:anim>
                                    <p:animScale>
                                      <p:cBhvr>
                                        <p:cTn id="34" dur="26">
                                          <p:stCondLst>
                                            <p:cond delay="650"/>
                                          </p:stCondLst>
                                        </p:cTn>
                                        <p:tgtEl>
                                          <p:spTgt spid="10"/>
                                        </p:tgtEl>
                                      </p:cBhvr>
                                      <p:to x="100000" y="60000"/>
                                    </p:animScale>
                                    <p:animScale>
                                      <p:cBhvr>
                                        <p:cTn id="35" dur="166" decel="50000">
                                          <p:stCondLst>
                                            <p:cond delay="676"/>
                                          </p:stCondLst>
                                        </p:cTn>
                                        <p:tgtEl>
                                          <p:spTgt spid="10"/>
                                        </p:tgtEl>
                                      </p:cBhvr>
                                      <p:to x="100000" y="100000"/>
                                    </p:animScale>
                                    <p:animScale>
                                      <p:cBhvr>
                                        <p:cTn id="36" dur="26">
                                          <p:stCondLst>
                                            <p:cond delay="1312"/>
                                          </p:stCondLst>
                                        </p:cTn>
                                        <p:tgtEl>
                                          <p:spTgt spid="10"/>
                                        </p:tgtEl>
                                      </p:cBhvr>
                                      <p:to x="100000" y="80000"/>
                                    </p:animScale>
                                    <p:animScale>
                                      <p:cBhvr>
                                        <p:cTn id="37" dur="166" decel="50000">
                                          <p:stCondLst>
                                            <p:cond delay="1338"/>
                                          </p:stCondLst>
                                        </p:cTn>
                                        <p:tgtEl>
                                          <p:spTgt spid="10"/>
                                        </p:tgtEl>
                                      </p:cBhvr>
                                      <p:to x="100000" y="100000"/>
                                    </p:animScale>
                                    <p:animScale>
                                      <p:cBhvr>
                                        <p:cTn id="38" dur="26">
                                          <p:stCondLst>
                                            <p:cond delay="1642"/>
                                          </p:stCondLst>
                                        </p:cTn>
                                        <p:tgtEl>
                                          <p:spTgt spid="10"/>
                                        </p:tgtEl>
                                      </p:cBhvr>
                                      <p:to x="100000" y="90000"/>
                                    </p:animScale>
                                    <p:animScale>
                                      <p:cBhvr>
                                        <p:cTn id="39" dur="166" decel="50000">
                                          <p:stCondLst>
                                            <p:cond delay="1668"/>
                                          </p:stCondLst>
                                        </p:cTn>
                                        <p:tgtEl>
                                          <p:spTgt spid="10"/>
                                        </p:tgtEl>
                                      </p:cBhvr>
                                      <p:to x="100000" y="100000"/>
                                    </p:animScale>
                                    <p:animScale>
                                      <p:cBhvr>
                                        <p:cTn id="40" dur="26">
                                          <p:stCondLst>
                                            <p:cond delay="1808"/>
                                          </p:stCondLst>
                                        </p:cTn>
                                        <p:tgtEl>
                                          <p:spTgt spid="10"/>
                                        </p:tgtEl>
                                      </p:cBhvr>
                                      <p:to x="100000" y="95000"/>
                                    </p:animScale>
                                    <p:animScale>
                                      <p:cBhvr>
                                        <p:cTn id="41" dur="166" decel="50000">
                                          <p:stCondLst>
                                            <p:cond delay="1834"/>
                                          </p:stCondLst>
                                        </p:cTn>
                                        <p:tgtEl>
                                          <p:spTgt spid="10"/>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6" grpId="0"/>
      <p:bldP spid="7" grpId="0"/>
      <p:bldP spid="9" grpId="0"/>
      <p:bldP spid="10"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26938-AE28-495C-8E98-420F82795EB5}"/>
              </a:ext>
            </a:extLst>
          </p:cNvPr>
          <p:cNvSpPr>
            <a:spLocks noGrp="1"/>
          </p:cNvSpPr>
          <p:nvPr>
            <p:ph type="title"/>
          </p:nvPr>
        </p:nvSpPr>
        <p:spPr>
          <a:xfrm>
            <a:off x="600446" y="312337"/>
            <a:ext cx="4293703" cy="1550503"/>
          </a:xfrm>
        </p:spPr>
        <p:txBody>
          <a:bodyPr>
            <a:normAutofit fontScale="90000"/>
          </a:bodyPr>
          <a:lstStyle/>
          <a:p>
            <a:r>
              <a:rPr lang="en-US" b="1" u="sng" dirty="0">
                <a:latin typeface="Arial Black" panose="020B0A04020102020204" pitchFamily="34" charset="0"/>
                <a:ea typeface="Calibri" panose="020F0502020204030204" pitchFamily="34" charset="0"/>
                <a:cs typeface="Times New Roman" panose="02020603050405020304" pitchFamily="18" charset="0"/>
              </a:rPr>
              <a:t>CRYPTOGRAPHY </a:t>
            </a:r>
            <a:br>
              <a:rPr lang="en-US" b="1" u="sng" dirty="0">
                <a:latin typeface="Arial Black" panose="020B0A04020102020204" pitchFamily="34" charset="0"/>
                <a:ea typeface="Calibri" panose="020F0502020204030204" pitchFamily="34" charset="0"/>
                <a:cs typeface="Times New Roman" panose="02020603050405020304" pitchFamily="18" charset="0"/>
              </a:rPr>
            </a:br>
            <a:endParaRPr lang="en-US" b="1" u="sng" dirty="0"/>
          </a:p>
        </p:txBody>
      </p:sp>
      <p:sp>
        <p:nvSpPr>
          <p:cNvPr id="5" name="Rectangle 4">
            <a:extLst>
              <a:ext uri="{FF2B5EF4-FFF2-40B4-BE49-F238E27FC236}">
                <a16:creationId xmlns:a16="http://schemas.microsoft.com/office/drawing/2014/main" id="{CA474798-D75A-46B2-9E28-7C14803298F4}"/>
              </a:ext>
            </a:extLst>
          </p:cNvPr>
          <p:cNvSpPr/>
          <p:nvPr/>
        </p:nvSpPr>
        <p:spPr>
          <a:xfrm>
            <a:off x="502287" y="2070006"/>
            <a:ext cx="5141844" cy="2041585"/>
          </a:xfrm>
          <a:prstGeom prst="rect">
            <a:avLst/>
          </a:prstGeom>
        </p:spPr>
        <p:txBody>
          <a:bodyPr wrap="square">
            <a:spAutoFit/>
          </a:bodyPr>
          <a:lstStyle/>
          <a:p>
            <a:pPr marL="342900" indent="-342900">
              <a:lnSpc>
                <a:spcPct val="107000"/>
              </a:lnSpc>
              <a:spcAft>
                <a:spcPts val="800"/>
              </a:spcAft>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Cryptography is a science of secure communication . It is study of techniques for secure communication Practice and Study of hiding information </a:t>
            </a:r>
            <a:r>
              <a:rPr lang="en-US" dirty="0">
                <a:solidFill>
                  <a:schemeClr val="bg1"/>
                </a:solidFill>
                <a:latin typeface="Times New Roman" panose="02020603050405020304" pitchFamily="18" charset="0"/>
                <a:cs typeface="Times New Roman" panose="02020603050405020304" pitchFamily="18" charset="0"/>
              </a:rPr>
              <a:t>.</a:t>
            </a:r>
          </a:p>
        </p:txBody>
      </p:sp>
      <p:sp>
        <p:nvSpPr>
          <p:cNvPr id="6" name="Rectangle 5">
            <a:extLst>
              <a:ext uri="{FF2B5EF4-FFF2-40B4-BE49-F238E27FC236}">
                <a16:creationId xmlns:a16="http://schemas.microsoft.com/office/drawing/2014/main" id="{2E70AC51-7446-460D-AFB0-DA0E27CCEC27}"/>
              </a:ext>
            </a:extLst>
          </p:cNvPr>
          <p:cNvSpPr/>
          <p:nvPr/>
        </p:nvSpPr>
        <p:spPr>
          <a:xfrm>
            <a:off x="410818" y="4111591"/>
            <a:ext cx="5043686" cy="830997"/>
          </a:xfrm>
          <a:prstGeom prst="rect">
            <a:avLst/>
          </a:prstGeom>
        </p:spPr>
        <p:txBody>
          <a:bodyPr wrap="square">
            <a:spAutoFit/>
          </a:bodyPr>
          <a:lstStyle/>
          <a:p>
            <a:pPr marL="342900" indent="-34290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It provides Confidentiality , Integrity &amp; Accuracy.</a:t>
            </a:r>
          </a:p>
        </p:txBody>
      </p:sp>
      <p:sp>
        <p:nvSpPr>
          <p:cNvPr id="7" name="Rectangle 6">
            <a:extLst>
              <a:ext uri="{FF2B5EF4-FFF2-40B4-BE49-F238E27FC236}">
                <a16:creationId xmlns:a16="http://schemas.microsoft.com/office/drawing/2014/main" id="{97747C29-BFF5-4773-93E6-2BEF234B4437}"/>
              </a:ext>
            </a:extLst>
          </p:cNvPr>
          <p:cNvSpPr/>
          <p:nvPr/>
        </p:nvSpPr>
        <p:spPr>
          <a:xfrm>
            <a:off x="451870" y="5091169"/>
            <a:ext cx="6096000" cy="830997"/>
          </a:xfrm>
          <a:prstGeom prst="rect">
            <a:avLst/>
          </a:prstGeom>
        </p:spPr>
        <p:txBody>
          <a:bodyPr>
            <a:spAutoFit/>
          </a:bodyPr>
          <a:lstStyle/>
          <a:p>
            <a:pPr marL="285750" indent="-285750">
              <a:buFont typeface="Arial" panose="020B0604020202020204" pitchFamily="34" charset="0"/>
              <a:buChar char="•"/>
            </a:pPr>
            <a:r>
              <a:rPr lang="en-US" sz="2400" dirty="0">
                <a:solidFill>
                  <a:schemeClr val="bg1"/>
                </a:solidFill>
                <a:latin typeface="Times New Roman" panose="02020603050405020304" pitchFamily="18" charset="0"/>
                <a:cs typeface="Times New Roman" panose="02020603050405020304" pitchFamily="18" charset="0"/>
              </a:rPr>
              <a:t> It is about constructing and analyzing protocol for secure communication </a:t>
            </a:r>
          </a:p>
        </p:txBody>
      </p:sp>
      <p:pic>
        <p:nvPicPr>
          <p:cNvPr id="17" name="Picture Placeholder 16">
            <a:extLst>
              <a:ext uri="{FF2B5EF4-FFF2-40B4-BE49-F238E27FC236}">
                <a16:creationId xmlns:a16="http://schemas.microsoft.com/office/drawing/2014/main" id="{C8E68CF2-8382-4567-9179-2564CF44539B}"/>
              </a:ext>
            </a:extLst>
          </p:cNvPr>
          <p:cNvPicPr>
            <a:picLocks noGrp="1" noChangeAspect="1"/>
          </p:cNvPicPr>
          <p:nvPr>
            <p:ph type="pic" idx="1"/>
          </p:nvPr>
        </p:nvPicPr>
        <p:blipFill>
          <a:blip r:embed="rId2">
            <a:extLst>
              <a:ext uri="{28A0092B-C50C-407E-A947-70E740481C1C}">
                <a14:useLocalDpi xmlns:a14="http://schemas.microsoft.com/office/drawing/2010/main" val="0"/>
              </a:ext>
            </a:extLst>
          </a:blip>
          <a:srcRect l="23529" r="23529"/>
          <a:stretch>
            <a:fillRect/>
          </a:stretch>
        </p:blipFill>
        <p:spPr>
          <a:xfrm>
            <a:off x="6399088" y="596454"/>
            <a:ext cx="3916873" cy="5325712"/>
          </a:xfrm>
          <a:prstGeom prst="roundRect">
            <a:avLst>
              <a:gd name="adj" fmla="val 8916"/>
            </a:avLst>
          </a:prstGeom>
        </p:spPr>
      </p:pic>
    </p:spTree>
    <p:extLst>
      <p:ext uri="{BB962C8B-B14F-4D97-AF65-F5344CB8AC3E}">
        <p14:creationId xmlns:p14="http://schemas.microsoft.com/office/powerpoint/2010/main" val="1246891627"/>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circle(in)">
                                      <p:cBhvr>
                                        <p:cTn id="17" dur="20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heel(1)">
                                      <p:cBhvr>
                                        <p:cTn id="22" dur="20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6" presetClass="entr" presetSubtype="16" fill="hold" nodeType="click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circle(in)">
                                      <p:cBhvr>
                                        <p:cTn id="27" dur="20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5"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A21823-9D4A-45AA-A799-24905957A0A8}"/>
              </a:ext>
            </a:extLst>
          </p:cNvPr>
          <p:cNvSpPr>
            <a:spLocks noGrp="1"/>
          </p:cNvSpPr>
          <p:nvPr>
            <p:ph type="title"/>
          </p:nvPr>
        </p:nvSpPr>
        <p:spPr>
          <a:xfrm>
            <a:off x="611616" y="646044"/>
            <a:ext cx="5616907" cy="5565912"/>
          </a:xfrm>
        </p:spPr>
        <p:txBody>
          <a:bodyPr/>
          <a:lstStyle/>
          <a:p>
            <a:pPr algn="ctr"/>
            <a:r>
              <a:rPr lang="en-US" b="1" dirty="0">
                <a:latin typeface="Times New Roman" panose="02020603050405020304" pitchFamily="18" charset="0"/>
                <a:ea typeface="Calibri" panose="020F0502020204030204" pitchFamily="34" charset="0"/>
                <a:cs typeface="Times New Roman" panose="02020603050405020304" pitchFamily="18" charset="0"/>
              </a:rPr>
              <a:t>MESSAGE DIGEST                                                             AND</a:t>
            </a:r>
            <a:br>
              <a:rPr lang="en-US" b="1" dirty="0">
                <a:latin typeface="Times New Roman" panose="02020603050405020304" pitchFamily="18" charset="0"/>
                <a:ea typeface="Calibri" panose="020F0502020204030204" pitchFamily="34" charset="0"/>
                <a:cs typeface="Times New Roman" panose="02020603050405020304" pitchFamily="18" charset="0"/>
              </a:rPr>
            </a:br>
            <a:r>
              <a:rPr lang="en-US" b="1" dirty="0">
                <a:latin typeface="Times New Roman" panose="02020603050405020304" pitchFamily="18" charset="0"/>
                <a:ea typeface="Calibri" panose="020F0502020204030204" pitchFamily="34" charset="0"/>
                <a:cs typeface="Times New Roman" panose="02020603050405020304" pitchFamily="18" charset="0"/>
              </a:rPr>
              <a:t> DIGITAL SIGNATURE </a:t>
            </a:r>
            <a:br>
              <a:rPr lang="en-US" b="1" dirty="0">
                <a:latin typeface="Times New Roman" panose="02020603050405020304" pitchFamily="18" charset="0"/>
                <a:ea typeface="Calibri" panose="020F0502020204030204" pitchFamily="34" charset="0"/>
                <a:cs typeface="Times New Roman" panose="02020603050405020304" pitchFamily="18" charset="0"/>
              </a:rPr>
            </a:br>
            <a:endParaRPr lang="en-US" dirty="0"/>
          </a:p>
        </p:txBody>
      </p:sp>
      <p:sp>
        <p:nvSpPr>
          <p:cNvPr id="3" name="Text Placeholder 2">
            <a:extLst>
              <a:ext uri="{FF2B5EF4-FFF2-40B4-BE49-F238E27FC236}">
                <a16:creationId xmlns:a16="http://schemas.microsoft.com/office/drawing/2014/main" id="{0A2474BA-83BD-4DBC-97A0-047D12D58B4E}"/>
              </a:ext>
            </a:extLst>
          </p:cNvPr>
          <p:cNvSpPr>
            <a:spLocks noGrp="1"/>
          </p:cNvSpPr>
          <p:nvPr>
            <p:ph type="body" idx="1"/>
          </p:nvPr>
        </p:nvSpPr>
        <p:spPr>
          <a:xfrm>
            <a:off x="6771862" y="1149626"/>
            <a:ext cx="5420138" cy="5370444"/>
          </a:xfrm>
        </p:spPr>
        <p:txBody>
          <a:bodyPr/>
          <a:lstStyle/>
          <a:p>
            <a:pPr marL="342900" indent="-3429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Message Digest is a cryptographic hash function output representing a fixed-size hash value for a given data set.</a:t>
            </a:r>
          </a:p>
          <a:p>
            <a:pPr marL="342900" indent="-342900">
              <a:buFont typeface="Arial" panose="020B0604020202020204" pitchFamily="34" charset="0"/>
              <a:buChar char="•"/>
            </a:pPr>
            <a:r>
              <a:rPr lang="en-US" sz="2400" dirty="0">
                <a:solidFill>
                  <a:schemeClr val="tx1"/>
                </a:solidFill>
                <a:latin typeface="Times New Roman" panose="02020603050405020304" pitchFamily="18" charset="0"/>
                <a:cs typeface="Times New Roman" panose="02020603050405020304" pitchFamily="18" charset="0"/>
              </a:rPr>
              <a:t>Used for data integrity and authentication.</a:t>
            </a:r>
          </a:p>
          <a:p>
            <a:pPr marL="342900" indent="-342900">
              <a:buFont typeface="Arial" panose="020B0604020202020204" pitchFamily="34" charset="0"/>
              <a:buChar char="•"/>
            </a:pPr>
            <a:endParaRPr lang="en-US" dirty="0"/>
          </a:p>
        </p:txBody>
      </p:sp>
    </p:spTree>
    <p:extLst>
      <p:ext uri="{BB962C8B-B14F-4D97-AF65-F5344CB8AC3E}">
        <p14:creationId xmlns:p14="http://schemas.microsoft.com/office/powerpoint/2010/main" val="1498301359"/>
      </p:ext>
    </p:extLst>
  </p:cSld>
  <p:clrMapOvr>
    <a:masterClrMapping/>
  </p:clrMapOvr>
  <mc:AlternateContent xmlns:mc="http://schemas.openxmlformats.org/markup-compatibility/2006" xmlns:p14="http://schemas.microsoft.com/office/powerpoint/2010/main">
    <mc:Choice Requires="p14">
      <p:transition spd="slow" p14:dur="3000">
        <p14:shred/>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D960B62-2259-451D-9D2F-60FC1E6C092F}"/>
              </a:ext>
            </a:extLst>
          </p:cNvPr>
          <p:cNvSpPr>
            <a:spLocks noGrp="1"/>
          </p:cNvSpPr>
          <p:nvPr>
            <p:ph type="title"/>
          </p:nvPr>
        </p:nvSpPr>
        <p:spPr>
          <a:xfrm>
            <a:off x="2347539" y="841513"/>
            <a:ext cx="8761413" cy="706964"/>
          </a:xfrm>
        </p:spPr>
        <p:txBody>
          <a:bodyPr/>
          <a:lstStyle/>
          <a:p>
            <a:r>
              <a:rPr lang="en-US" sz="5400" b="1" dirty="0">
                <a:latin typeface="Times New Roman" panose="02020603050405020304" pitchFamily="18" charset="0"/>
                <a:ea typeface="Calibri" panose="020F0502020204030204" pitchFamily="34" charset="0"/>
                <a:cs typeface="Times New Roman" panose="02020603050405020304" pitchFamily="18" charset="0"/>
              </a:rPr>
              <a:t>DIGITAL SIGNATURE</a:t>
            </a:r>
            <a:endParaRPr lang="en-US" sz="5400" dirty="0"/>
          </a:p>
        </p:txBody>
      </p:sp>
      <p:sp>
        <p:nvSpPr>
          <p:cNvPr id="7" name="Content Placeholder 6">
            <a:extLst>
              <a:ext uri="{FF2B5EF4-FFF2-40B4-BE49-F238E27FC236}">
                <a16:creationId xmlns:a16="http://schemas.microsoft.com/office/drawing/2014/main" id="{AE1C4C65-BA7E-4FC3-A81A-82636CBB6056}"/>
              </a:ext>
            </a:extLst>
          </p:cNvPr>
          <p:cNvSpPr>
            <a:spLocks noGrp="1"/>
          </p:cNvSpPr>
          <p:nvPr>
            <p:ph sz="half" idx="1"/>
          </p:nvPr>
        </p:nvSpPr>
        <p:spPr>
          <a:xfrm>
            <a:off x="697249" y="2603500"/>
            <a:ext cx="3927759" cy="2684117"/>
          </a:xfrm>
        </p:spPr>
        <p:txBody>
          <a:bodyPr>
            <a:normAutofit fontScale="85000" lnSpcReduction="10000"/>
          </a:bodyPr>
          <a:lstStyle/>
          <a:p>
            <a:pPr>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Digital signature is a mathematical technique used to validate the authenticity (originality) &amp; integrity of a  message, software , or digital document</a:t>
            </a:r>
          </a:p>
          <a:p>
            <a:endParaRPr lang="en-US" dirty="0"/>
          </a:p>
        </p:txBody>
      </p:sp>
      <p:sp>
        <p:nvSpPr>
          <p:cNvPr id="8" name="Content Placeholder 7">
            <a:extLst>
              <a:ext uri="{FF2B5EF4-FFF2-40B4-BE49-F238E27FC236}">
                <a16:creationId xmlns:a16="http://schemas.microsoft.com/office/drawing/2014/main" id="{0A5C7957-9F64-4348-AAB8-348AEAEEB611}"/>
              </a:ext>
            </a:extLst>
          </p:cNvPr>
          <p:cNvSpPr>
            <a:spLocks noGrp="1"/>
          </p:cNvSpPr>
          <p:nvPr>
            <p:ph sz="half" idx="2"/>
          </p:nvPr>
        </p:nvSpPr>
        <p:spPr/>
        <p:txBody>
          <a:bodyPr>
            <a:normAutofit fontScale="85000" lnSpcReduction="10000"/>
          </a:bodyPr>
          <a:lstStyle/>
          <a:p>
            <a:pPr>
              <a:buFont typeface="Wingdings" panose="05000000000000000000" pitchFamily="2" charset="2"/>
              <a:buChar char="q"/>
            </a:pPr>
            <a:r>
              <a:rPr lang="en-US" sz="3000" dirty="0">
                <a:latin typeface="Times New Roman" panose="02020603050405020304" pitchFamily="18" charset="0"/>
                <a:cs typeface="Times New Roman" panose="02020603050405020304" pitchFamily="18" charset="0"/>
              </a:rPr>
              <a:t>A digital code (generated &amp; authenticated by public key encryption ) which is attached to an electronically transmitted document to verify its contents &amp; the sender identity.</a:t>
            </a:r>
            <a:r>
              <a:rPr lang="en-PK" sz="3000" dirty="0">
                <a:latin typeface="Times New Roman" panose="02020603050405020304" pitchFamily="18" charset="0"/>
                <a:cs typeface="Times New Roman" panose="02020603050405020304" pitchFamily="18" charset="0"/>
              </a:rPr>
              <a:t> It’s created using </a:t>
            </a:r>
            <a:r>
              <a:rPr lang="en-PK" sz="3000" b="1" dirty="0">
                <a:latin typeface="Times New Roman" panose="02020603050405020304" pitchFamily="18" charset="0"/>
                <a:cs typeface="Times New Roman" panose="02020603050405020304" pitchFamily="18" charset="0"/>
              </a:rPr>
              <a:t>mathematical techniques</a:t>
            </a:r>
            <a:r>
              <a:rPr lang="en-PK" sz="3000" dirty="0">
                <a:latin typeface="Times New Roman" panose="02020603050405020304" pitchFamily="18" charset="0"/>
                <a:cs typeface="Times New Roman" panose="02020603050405020304" pitchFamily="18" charset="0"/>
              </a:rPr>
              <a:t> and cryptographic methods.</a:t>
            </a:r>
          </a:p>
          <a:p>
            <a:endParaRPr lang="en-US" dirty="0">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0A536133-5D3D-40F2-A4D6-3E8906C724A4}"/>
              </a:ext>
            </a:extLst>
          </p:cNvPr>
          <p:cNvSpPr/>
          <p:nvPr/>
        </p:nvSpPr>
        <p:spPr>
          <a:xfrm>
            <a:off x="697249" y="4969565"/>
            <a:ext cx="4359966" cy="1569660"/>
          </a:xfrm>
          <a:prstGeom prst="rect">
            <a:avLst/>
          </a:prstGeom>
        </p:spPr>
        <p:txBody>
          <a:bodyPr wrap="square">
            <a:spAutoFit/>
          </a:bodyPr>
          <a:lstStyle/>
          <a:p>
            <a:pPr marL="342900" indent="-342900">
              <a:buFont typeface="Wingdings" panose="05000000000000000000" pitchFamily="2" charset="2"/>
              <a:buChar char="q"/>
            </a:pPr>
            <a:r>
              <a:rPr lang="en-US" sz="2400" dirty="0">
                <a:latin typeface="Times New Roman" panose="02020603050405020304" pitchFamily="18" charset="0"/>
                <a:cs typeface="Times New Roman" panose="02020603050405020304" pitchFamily="18" charset="0"/>
              </a:rPr>
              <a:t>A digital signature offers far more inherent security according to hand writing signature.</a:t>
            </a:r>
          </a:p>
        </p:txBody>
      </p:sp>
    </p:spTree>
    <p:extLst>
      <p:ext uri="{BB962C8B-B14F-4D97-AF65-F5344CB8AC3E}">
        <p14:creationId xmlns:p14="http://schemas.microsoft.com/office/powerpoint/2010/main" val="1740680331"/>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airplan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80">
                                          <p:stCondLst>
                                            <p:cond delay="0"/>
                                          </p:stCondLst>
                                        </p:cTn>
                                        <p:tgtEl>
                                          <p:spTgt spid="6"/>
                                        </p:tgtEl>
                                      </p:cBhvr>
                                    </p:animEffect>
                                    <p:anim calcmode="lin" valueType="num">
                                      <p:cBhvr>
                                        <p:cTn id="8" dur="1822" tmFilter="0,0; 0.14,0.36; 0.43,0.73; 0.71,0.91; 1.0,1.0">
                                          <p:stCondLst>
                                            <p:cond delay="0"/>
                                          </p:stCondLst>
                                        </p:cTn>
                                        <p:tgtEl>
                                          <p:spTgt spid="6"/>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6"/>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6"/>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6"/>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6"/>
                                        </p:tgtEl>
                                        <p:attrNameLst>
                                          <p:attrName>ppt_y</p:attrName>
                                        </p:attrNameLst>
                                      </p:cBhvr>
                                      <p:tavLst>
                                        <p:tav tm="0" fmla="#ppt_y-sin(pi*$)/81">
                                          <p:val>
                                            <p:fltVal val="0"/>
                                          </p:val>
                                        </p:tav>
                                        <p:tav tm="100000">
                                          <p:val>
                                            <p:fltVal val="1"/>
                                          </p:val>
                                        </p:tav>
                                      </p:tavLst>
                                    </p:anim>
                                    <p:animScale>
                                      <p:cBhvr>
                                        <p:cTn id="13" dur="26">
                                          <p:stCondLst>
                                            <p:cond delay="650"/>
                                          </p:stCondLst>
                                        </p:cTn>
                                        <p:tgtEl>
                                          <p:spTgt spid="6"/>
                                        </p:tgtEl>
                                      </p:cBhvr>
                                      <p:to x="100000" y="60000"/>
                                    </p:animScale>
                                    <p:animScale>
                                      <p:cBhvr>
                                        <p:cTn id="14" dur="166" decel="50000">
                                          <p:stCondLst>
                                            <p:cond delay="676"/>
                                          </p:stCondLst>
                                        </p:cTn>
                                        <p:tgtEl>
                                          <p:spTgt spid="6"/>
                                        </p:tgtEl>
                                      </p:cBhvr>
                                      <p:to x="100000" y="100000"/>
                                    </p:animScale>
                                    <p:animScale>
                                      <p:cBhvr>
                                        <p:cTn id="15" dur="26">
                                          <p:stCondLst>
                                            <p:cond delay="1312"/>
                                          </p:stCondLst>
                                        </p:cTn>
                                        <p:tgtEl>
                                          <p:spTgt spid="6"/>
                                        </p:tgtEl>
                                      </p:cBhvr>
                                      <p:to x="100000" y="80000"/>
                                    </p:animScale>
                                    <p:animScale>
                                      <p:cBhvr>
                                        <p:cTn id="16" dur="166" decel="50000">
                                          <p:stCondLst>
                                            <p:cond delay="1338"/>
                                          </p:stCondLst>
                                        </p:cTn>
                                        <p:tgtEl>
                                          <p:spTgt spid="6"/>
                                        </p:tgtEl>
                                      </p:cBhvr>
                                      <p:to x="100000" y="100000"/>
                                    </p:animScale>
                                    <p:animScale>
                                      <p:cBhvr>
                                        <p:cTn id="17" dur="26">
                                          <p:stCondLst>
                                            <p:cond delay="1642"/>
                                          </p:stCondLst>
                                        </p:cTn>
                                        <p:tgtEl>
                                          <p:spTgt spid="6"/>
                                        </p:tgtEl>
                                      </p:cBhvr>
                                      <p:to x="100000" y="90000"/>
                                    </p:animScale>
                                    <p:animScale>
                                      <p:cBhvr>
                                        <p:cTn id="18" dur="166" decel="50000">
                                          <p:stCondLst>
                                            <p:cond delay="1668"/>
                                          </p:stCondLst>
                                        </p:cTn>
                                        <p:tgtEl>
                                          <p:spTgt spid="6"/>
                                        </p:tgtEl>
                                      </p:cBhvr>
                                      <p:to x="100000" y="100000"/>
                                    </p:animScale>
                                    <p:animScale>
                                      <p:cBhvr>
                                        <p:cTn id="19" dur="26">
                                          <p:stCondLst>
                                            <p:cond delay="1808"/>
                                          </p:stCondLst>
                                        </p:cTn>
                                        <p:tgtEl>
                                          <p:spTgt spid="6"/>
                                        </p:tgtEl>
                                      </p:cBhvr>
                                      <p:to x="100000" y="95000"/>
                                    </p:animScale>
                                    <p:animScale>
                                      <p:cBhvr>
                                        <p:cTn id="20" dur="166" decel="50000">
                                          <p:stCondLst>
                                            <p:cond delay="1834"/>
                                          </p:stCondLst>
                                        </p:cTn>
                                        <p:tgtEl>
                                          <p:spTgt spid="6"/>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26" presetClass="entr" presetSubtype="0" fill="hold" grpId="0" nodeType="clickEffect">
                                  <p:stCondLst>
                                    <p:cond delay="0"/>
                                  </p:stCondLst>
                                  <p:childTnLst>
                                    <p:set>
                                      <p:cBhvr>
                                        <p:cTn id="24" dur="1" fill="hold">
                                          <p:stCondLst>
                                            <p:cond delay="0"/>
                                          </p:stCondLst>
                                        </p:cTn>
                                        <p:tgtEl>
                                          <p:spTgt spid="7">
                                            <p:txEl>
                                              <p:pRg st="0" end="0"/>
                                            </p:txEl>
                                          </p:spTgt>
                                        </p:tgtEl>
                                        <p:attrNameLst>
                                          <p:attrName>style.visibility</p:attrName>
                                        </p:attrNameLst>
                                      </p:cBhvr>
                                      <p:to>
                                        <p:strVal val="visible"/>
                                      </p:to>
                                    </p:set>
                                    <p:animEffect transition="in" filter="wipe(down)">
                                      <p:cBhvr>
                                        <p:cTn id="25" dur="580">
                                          <p:stCondLst>
                                            <p:cond delay="0"/>
                                          </p:stCondLst>
                                        </p:cTn>
                                        <p:tgtEl>
                                          <p:spTgt spid="7">
                                            <p:txEl>
                                              <p:pRg st="0" end="0"/>
                                            </p:txEl>
                                          </p:spTgt>
                                        </p:tgtEl>
                                      </p:cBhvr>
                                    </p:animEffect>
                                    <p:anim calcmode="lin" valueType="num">
                                      <p:cBhvr>
                                        <p:cTn id="26" dur="1822" tmFilter="0,0; 0.14,0.36; 0.43,0.73; 0.71,0.91; 1.0,1.0">
                                          <p:stCondLst>
                                            <p:cond delay="0"/>
                                          </p:stCondLst>
                                        </p:cTn>
                                        <p:tgtEl>
                                          <p:spTgt spid="7">
                                            <p:txEl>
                                              <p:pRg st="0" end="0"/>
                                            </p:txEl>
                                          </p:spTgt>
                                        </p:tgtEl>
                                        <p:attrNameLst>
                                          <p:attrName>ppt_x</p:attrName>
                                        </p:attrNameLst>
                                      </p:cBhvr>
                                      <p:tavLst>
                                        <p:tav tm="0">
                                          <p:val>
                                            <p:strVal val="#ppt_x-0.25"/>
                                          </p:val>
                                        </p:tav>
                                        <p:tav tm="100000">
                                          <p:val>
                                            <p:strVal val="#ppt_x"/>
                                          </p:val>
                                        </p:tav>
                                      </p:tavLst>
                                    </p:anim>
                                    <p:anim calcmode="lin" valueType="num">
                                      <p:cBhvr>
                                        <p:cTn id="27" dur="664" tmFilter="0.0,0.0; 0.25,0.07; 0.50,0.2; 0.75,0.467; 1.0,1.0">
                                          <p:stCondLst>
                                            <p:cond delay="0"/>
                                          </p:stCondLst>
                                        </p:cTn>
                                        <p:tgtEl>
                                          <p:spTgt spid="7">
                                            <p:txEl>
                                              <p:pRg st="0" end="0"/>
                                            </p:txEl>
                                          </p:spTgt>
                                        </p:tgtEl>
                                        <p:attrNameLst>
                                          <p:attrName>ppt_y</p:attrName>
                                        </p:attrNameLst>
                                      </p:cBhvr>
                                      <p:tavLst>
                                        <p:tav tm="0" fmla="#ppt_y-sin(pi*$)/3">
                                          <p:val>
                                            <p:fltVal val="0.5"/>
                                          </p:val>
                                        </p:tav>
                                        <p:tav tm="100000">
                                          <p:val>
                                            <p:fltVal val="1"/>
                                          </p:val>
                                        </p:tav>
                                      </p:tavLst>
                                    </p:anim>
                                    <p:anim calcmode="lin" valueType="num">
                                      <p:cBhvr>
                                        <p:cTn id="28" dur="664" tmFilter="0, 0; 0.125,0.2665; 0.25,0.4; 0.375,0.465; 0.5,0.5;  0.625,0.535; 0.75,0.6; 0.875,0.7335; 1,1">
                                          <p:stCondLst>
                                            <p:cond delay="664"/>
                                          </p:stCondLst>
                                        </p:cTn>
                                        <p:tgtEl>
                                          <p:spTgt spid="7">
                                            <p:txEl>
                                              <p:pRg st="0" end="0"/>
                                            </p:txEl>
                                          </p:spTgt>
                                        </p:tgtEl>
                                        <p:attrNameLst>
                                          <p:attrName>ppt_y</p:attrName>
                                        </p:attrNameLst>
                                      </p:cBhvr>
                                      <p:tavLst>
                                        <p:tav tm="0" fmla="#ppt_y-sin(pi*$)/9">
                                          <p:val>
                                            <p:fltVal val="0"/>
                                          </p:val>
                                        </p:tav>
                                        <p:tav tm="100000">
                                          <p:val>
                                            <p:fltVal val="1"/>
                                          </p:val>
                                        </p:tav>
                                      </p:tavLst>
                                    </p:anim>
                                    <p:anim calcmode="lin" valueType="num">
                                      <p:cBhvr>
                                        <p:cTn id="29" dur="332" tmFilter="0, 0; 0.125,0.2665; 0.25,0.4; 0.375,0.465; 0.5,0.5;  0.625,0.535; 0.75,0.6; 0.875,0.7335; 1,1">
                                          <p:stCondLst>
                                            <p:cond delay="1324"/>
                                          </p:stCondLst>
                                        </p:cTn>
                                        <p:tgtEl>
                                          <p:spTgt spid="7">
                                            <p:txEl>
                                              <p:pRg st="0" end="0"/>
                                            </p:txEl>
                                          </p:spTgt>
                                        </p:tgtEl>
                                        <p:attrNameLst>
                                          <p:attrName>ppt_y</p:attrName>
                                        </p:attrNameLst>
                                      </p:cBhvr>
                                      <p:tavLst>
                                        <p:tav tm="0" fmla="#ppt_y-sin(pi*$)/27">
                                          <p:val>
                                            <p:fltVal val="0"/>
                                          </p:val>
                                        </p:tav>
                                        <p:tav tm="100000">
                                          <p:val>
                                            <p:fltVal val="1"/>
                                          </p:val>
                                        </p:tav>
                                      </p:tavLst>
                                    </p:anim>
                                    <p:anim calcmode="lin" valueType="num">
                                      <p:cBhvr>
                                        <p:cTn id="30" dur="164" tmFilter="0, 0; 0.125,0.2665; 0.25,0.4; 0.375,0.465; 0.5,0.5;  0.625,0.535; 0.75,0.6; 0.875,0.7335; 1,1">
                                          <p:stCondLst>
                                            <p:cond delay="1656"/>
                                          </p:stCondLst>
                                        </p:cTn>
                                        <p:tgtEl>
                                          <p:spTgt spid="7">
                                            <p:txEl>
                                              <p:pRg st="0" end="0"/>
                                            </p:txEl>
                                          </p:spTgt>
                                        </p:tgtEl>
                                        <p:attrNameLst>
                                          <p:attrName>ppt_y</p:attrName>
                                        </p:attrNameLst>
                                      </p:cBhvr>
                                      <p:tavLst>
                                        <p:tav tm="0" fmla="#ppt_y-sin(pi*$)/81">
                                          <p:val>
                                            <p:fltVal val="0"/>
                                          </p:val>
                                        </p:tav>
                                        <p:tav tm="100000">
                                          <p:val>
                                            <p:fltVal val="1"/>
                                          </p:val>
                                        </p:tav>
                                      </p:tavLst>
                                    </p:anim>
                                    <p:animScale>
                                      <p:cBhvr>
                                        <p:cTn id="31" dur="26">
                                          <p:stCondLst>
                                            <p:cond delay="650"/>
                                          </p:stCondLst>
                                        </p:cTn>
                                        <p:tgtEl>
                                          <p:spTgt spid="7">
                                            <p:txEl>
                                              <p:pRg st="0" end="0"/>
                                            </p:txEl>
                                          </p:spTgt>
                                        </p:tgtEl>
                                      </p:cBhvr>
                                      <p:to x="100000" y="60000"/>
                                    </p:animScale>
                                    <p:animScale>
                                      <p:cBhvr>
                                        <p:cTn id="32" dur="166" decel="50000">
                                          <p:stCondLst>
                                            <p:cond delay="676"/>
                                          </p:stCondLst>
                                        </p:cTn>
                                        <p:tgtEl>
                                          <p:spTgt spid="7">
                                            <p:txEl>
                                              <p:pRg st="0" end="0"/>
                                            </p:txEl>
                                          </p:spTgt>
                                        </p:tgtEl>
                                      </p:cBhvr>
                                      <p:to x="100000" y="100000"/>
                                    </p:animScale>
                                    <p:animScale>
                                      <p:cBhvr>
                                        <p:cTn id="33" dur="26">
                                          <p:stCondLst>
                                            <p:cond delay="1312"/>
                                          </p:stCondLst>
                                        </p:cTn>
                                        <p:tgtEl>
                                          <p:spTgt spid="7">
                                            <p:txEl>
                                              <p:pRg st="0" end="0"/>
                                            </p:txEl>
                                          </p:spTgt>
                                        </p:tgtEl>
                                      </p:cBhvr>
                                      <p:to x="100000" y="80000"/>
                                    </p:animScale>
                                    <p:animScale>
                                      <p:cBhvr>
                                        <p:cTn id="34" dur="166" decel="50000">
                                          <p:stCondLst>
                                            <p:cond delay="1338"/>
                                          </p:stCondLst>
                                        </p:cTn>
                                        <p:tgtEl>
                                          <p:spTgt spid="7">
                                            <p:txEl>
                                              <p:pRg st="0" end="0"/>
                                            </p:txEl>
                                          </p:spTgt>
                                        </p:tgtEl>
                                      </p:cBhvr>
                                      <p:to x="100000" y="100000"/>
                                    </p:animScale>
                                    <p:animScale>
                                      <p:cBhvr>
                                        <p:cTn id="35" dur="26">
                                          <p:stCondLst>
                                            <p:cond delay="1642"/>
                                          </p:stCondLst>
                                        </p:cTn>
                                        <p:tgtEl>
                                          <p:spTgt spid="7">
                                            <p:txEl>
                                              <p:pRg st="0" end="0"/>
                                            </p:txEl>
                                          </p:spTgt>
                                        </p:tgtEl>
                                      </p:cBhvr>
                                      <p:to x="100000" y="90000"/>
                                    </p:animScale>
                                    <p:animScale>
                                      <p:cBhvr>
                                        <p:cTn id="36" dur="166" decel="50000">
                                          <p:stCondLst>
                                            <p:cond delay="1668"/>
                                          </p:stCondLst>
                                        </p:cTn>
                                        <p:tgtEl>
                                          <p:spTgt spid="7">
                                            <p:txEl>
                                              <p:pRg st="0" end="0"/>
                                            </p:txEl>
                                          </p:spTgt>
                                        </p:tgtEl>
                                      </p:cBhvr>
                                      <p:to x="100000" y="100000"/>
                                    </p:animScale>
                                    <p:animScale>
                                      <p:cBhvr>
                                        <p:cTn id="37" dur="26">
                                          <p:stCondLst>
                                            <p:cond delay="1808"/>
                                          </p:stCondLst>
                                        </p:cTn>
                                        <p:tgtEl>
                                          <p:spTgt spid="7">
                                            <p:txEl>
                                              <p:pRg st="0" end="0"/>
                                            </p:txEl>
                                          </p:spTgt>
                                        </p:tgtEl>
                                      </p:cBhvr>
                                      <p:to x="100000" y="95000"/>
                                    </p:animScale>
                                    <p:animScale>
                                      <p:cBhvr>
                                        <p:cTn id="38" dur="166" decel="50000">
                                          <p:stCondLst>
                                            <p:cond delay="1834"/>
                                          </p:stCondLst>
                                        </p:cTn>
                                        <p:tgtEl>
                                          <p:spTgt spid="7">
                                            <p:txEl>
                                              <p:pRg st="0" end="0"/>
                                            </p:txEl>
                                          </p:spTgt>
                                        </p:tgtEl>
                                      </p:cBhvr>
                                      <p:to x="100000" y="100000"/>
                                    </p:animScale>
                                  </p:childTnLst>
                                </p:cTn>
                              </p:par>
                            </p:childTnLst>
                          </p:cTn>
                        </p:par>
                      </p:childTnLst>
                    </p:cTn>
                  </p:par>
                  <p:par>
                    <p:cTn id="39" fill="hold">
                      <p:stCondLst>
                        <p:cond delay="indefinite"/>
                      </p:stCondLst>
                      <p:childTnLst>
                        <p:par>
                          <p:cTn id="40" fill="hold">
                            <p:stCondLst>
                              <p:cond delay="0"/>
                            </p:stCondLst>
                            <p:childTnLst>
                              <p:par>
                                <p:cTn id="41" presetID="6" presetClass="entr" presetSubtype="16" fill="hold" grpId="0" nodeType="clickEffect">
                                  <p:stCondLst>
                                    <p:cond delay="0"/>
                                  </p:stCondLst>
                                  <p:childTnLst>
                                    <p:set>
                                      <p:cBhvr>
                                        <p:cTn id="42" dur="1" fill="hold">
                                          <p:stCondLst>
                                            <p:cond delay="0"/>
                                          </p:stCondLst>
                                        </p:cTn>
                                        <p:tgtEl>
                                          <p:spTgt spid="9"/>
                                        </p:tgtEl>
                                        <p:attrNameLst>
                                          <p:attrName>style.visibility</p:attrName>
                                        </p:attrNameLst>
                                      </p:cBhvr>
                                      <p:to>
                                        <p:strVal val="visible"/>
                                      </p:to>
                                    </p:set>
                                    <p:animEffect transition="in" filter="circle(in)">
                                      <p:cBhvr>
                                        <p:cTn id="43" dur="2000"/>
                                        <p:tgtEl>
                                          <p:spTgt spid="9"/>
                                        </p:tgtEl>
                                      </p:cBhvr>
                                    </p:animEffect>
                                  </p:childTnLst>
                                </p:cTn>
                              </p:par>
                            </p:childTnLst>
                          </p:cTn>
                        </p:par>
                      </p:childTnLst>
                    </p:cTn>
                  </p:par>
                  <p:par>
                    <p:cTn id="44" fill="hold">
                      <p:stCondLst>
                        <p:cond delay="indefinite"/>
                      </p:stCondLst>
                      <p:childTnLst>
                        <p:par>
                          <p:cTn id="45" fill="hold">
                            <p:stCondLst>
                              <p:cond delay="0"/>
                            </p:stCondLst>
                            <p:childTnLst>
                              <p:par>
                                <p:cTn id="46" presetID="26" presetClass="entr" presetSubtype="0" fill="hold" nodeType="clickEffect">
                                  <p:stCondLst>
                                    <p:cond delay="0"/>
                                  </p:stCondLst>
                                  <p:childTnLst>
                                    <p:set>
                                      <p:cBhvr>
                                        <p:cTn id="47" dur="1" fill="hold">
                                          <p:stCondLst>
                                            <p:cond delay="0"/>
                                          </p:stCondLst>
                                        </p:cTn>
                                        <p:tgtEl>
                                          <p:spTgt spid="8">
                                            <p:txEl>
                                              <p:pRg st="0" end="0"/>
                                            </p:txEl>
                                          </p:spTgt>
                                        </p:tgtEl>
                                        <p:attrNameLst>
                                          <p:attrName>style.visibility</p:attrName>
                                        </p:attrNameLst>
                                      </p:cBhvr>
                                      <p:to>
                                        <p:strVal val="visible"/>
                                      </p:to>
                                    </p:set>
                                    <p:animEffect transition="in" filter="wipe(down)">
                                      <p:cBhvr>
                                        <p:cTn id="48" dur="580">
                                          <p:stCondLst>
                                            <p:cond delay="0"/>
                                          </p:stCondLst>
                                        </p:cTn>
                                        <p:tgtEl>
                                          <p:spTgt spid="8">
                                            <p:txEl>
                                              <p:pRg st="0" end="0"/>
                                            </p:txEl>
                                          </p:spTgt>
                                        </p:tgtEl>
                                      </p:cBhvr>
                                    </p:animEffect>
                                    <p:anim calcmode="lin" valueType="num">
                                      <p:cBhvr>
                                        <p:cTn id="49" dur="1822" tmFilter="0,0; 0.14,0.36; 0.43,0.73; 0.71,0.91; 1.0,1.0">
                                          <p:stCondLst>
                                            <p:cond delay="0"/>
                                          </p:stCondLst>
                                        </p:cTn>
                                        <p:tgtEl>
                                          <p:spTgt spid="8">
                                            <p:txEl>
                                              <p:pRg st="0" end="0"/>
                                            </p:txEl>
                                          </p:spTgt>
                                        </p:tgtEl>
                                        <p:attrNameLst>
                                          <p:attrName>ppt_x</p:attrName>
                                        </p:attrNameLst>
                                      </p:cBhvr>
                                      <p:tavLst>
                                        <p:tav tm="0">
                                          <p:val>
                                            <p:strVal val="#ppt_x-0.25"/>
                                          </p:val>
                                        </p:tav>
                                        <p:tav tm="100000">
                                          <p:val>
                                            <p:strVal val="#ppt_x"/>
                                          </p:val>
                                        </p:tav>
                                      </p:tavLst>
                                    </p:anim>
                                    <p:anim calcmode="lin" valueType="num">
                                      <p:cBhvr>
                                        <p:cTn id="50" dur="664" tmFilter="0.0,0.0; 0.25,0.07; 0.50,0.2; 0.75,0.467; 1.0,1.0">
                                          <p:stCondLst>
                                            <p:cond delay="0"/>
                                          </p:stCondLst>
                                        </p:cTn>
                                        <p:tgtEl>
                                          <p:spTgt spid="8">
                                            <p:txEl>
                                              <p:pRg st="0" end="0"/>
                                            </p:txEl>
                                          </p:spTgt>
                                        </p:tgtEl>
                                        <p:attrNameLst>
                                          <p:attrName>ppt_y</p:attrName>
                                        </p:attrNameLst>
                                      </p:cBhvr>
                                      <p:tavLst>
                                        <p:tav tm="0" fmla="#ppt_y-sin(pi*$)/3">
                                          <p:val>
                                            <p:fltVal val="0.5"/>
                                          </p:val>
                                        </p:tav>
                                        <p:tav tm="100000">
                                          <p:val>
                                            <p:fltVal val="1"/>
                                          </p:val>
                                        </p:tav>
                                      </p:tavLst>
                                    </p:anim>
                                    <p:anim calcmode="lin" valueType="num">
                                      <p:cBhvr>
                                        <p:cTn id="51" dur="664" tmFilter="0, 0; 0.125,0.2665; 0.25,0.4; 0.375,0.465; 0.5,0.5;  0.625,0.535; 0.75,0.6; 0.875,0.7335; 1,1">
                                          <p:stCondLst>
                                            <p:cond delay="664"/>
                                          </p:stCondLst>
                                        </p:cTn>
                                        <p:tgtEl>
                                          <p:spTgt spid="8">
                                            <p:txEl>
                                              <p:pRg st="0" end="0"/>
                                            </p:txEl>
                                          </p:spTgt>
                                        </p:tgtEl>
                                        <p:attrNameLst>
                                          <p:attrName>ppt_y</p:attrName>
                                        </p:attrNameLst>
                                      </p:cBhvr>
                                      <p:tavLst>
                                        <p:tav tm="0" fmla="#ppt_y-sin(pi*$)/9">
                                          <p:val>
                                            <p:fltVal val="0"/>
                                          </p:val>
                                        </p:tav>
                                        <p:tav tm="100000">
                                          <p:val>
                                            <p:fltVal val="1"/>
                                          </p:val>
                                        </p:tav>
                                      </p:tavLst>
                                    </p:anim>
                                    <p:anim calcmode="lin" valueType="num">
                                      <p:cBhvr>
                                        <p:cTn id="52" dur="332" tmFilter="0, 0; 0.125,0.2665; 0.25,0.4; 0.375,0.465; 0.5,0.5;  0.625,0.535; 0.75,0.6; 0.875,0.7335; 1,1">
                                          <p:stCondLst>
                                            <p:cond delay="1324"/>
                                          </p:stCondLst>
                                        </p:cTn>
                                        <p:tgtEl>
                                          <p:spTgt spid="8">
                                            <p:txEl>
                                              <p:pRg st="0" end="0"/>
                                            </p:txEl>
                                          </p:spTgt>
                                        </p:tgtEl>
                                        <p:attrNameLst>
                                          <p:attrName>ppt_y</p:attrName>
                                        </p:attrNameLst>
                                      </p:cBhvr>
                                      <p:tavLst>
                                        <p:tav tm="0" fmla="#ppt_y-sin(pi*$)/27">
                                          <p:val>
                                            <p:fltVal val="0"/>
                                          </p:val>
                                        </p:tav>
                                        <p:tav tm="100000">
                                          <p:val>
                                            <p:fltVal val="1"/>
                                          </p:val>
                                        </p:tav>
                                      </p:tavLst>
                                    </p:anim>
                                    <p:anim calcmode="lin" valueType="num">
                                      <p:cBhvr>
                                        <p:cTn id="53" dur="164" tmFilter="0, 0; 0.125,0.2665; 0.25,0.4; 0.375,0.465; 0.5,0.5;  0.625,0.535; 0.75,0.6; 0.875,0.7335; 1,1">
                                          <p:stCondLst>
                                            <p:cond delay="1656"/>
                                          </p:stCondLst>
                                        </p:cTn>
                                        <p:tgtEl>
                                          <p:spTgt spid="8">
                                            <p:txEl>
                                              <p:pRg st="0" end="0"/>
                                            </p:txEl>
                                          </p:spTgt>
                                        </p:tgtEl>
                                        <p:attrNameLst>
                                          <p:attrName>ppt_y</p:attrName>
                                        </p:attrNameLst>
                                      </p:cBhvr>
                                      <p:tavLst>
                                        <p:tav tm="0" fmla="#ppt_y-sin(pi*$)/81">
                                          <p:val>
                                            <p:fltVal val="0"/>
                                          </p:val>
                                        </p:tav>
                                        <p:tav tm="100000">
                                          <p:val>
                                            <p:fltVal val="1"/>
                                          </p:val>
                                        </p:tav>
                                      </p:tavLst>
                                    </p:anim>
                                    <p:animScale>
                                      <p:cBhvr>
                                        <p:cTn id="54" dur="26">
                                          <p:stCondLst>
                                            <p:cond delay="650"/>
                                          </p:stCondLst>
                                        </p:cTn>
                                        <p:tgtEl>
                                          <p:spTgt spid="8">
                                            <p:txEl>
                                              <p:pRg st="0" end="0"/>
                                            </p:txEl>
                                          </p:spTgt>
                                        </p:tgtEl>
                                      </p:cBhvr>
                                      <p:to x="100000" y="60000"/>
                                    </p:animScale>
                                    <p:animScale>
                                      <p:cBhvr>
                                        <p:cTn id="55" dur="166" decel="50000">
                                          <p:stCondLst>
                                            <p:cond delay="676"/>
                                          </p:stCondLst>
                                        </p:cTn>
                                        <p:tgtEl>
                                          <p:spTgt spid="8">
                                            <p:txEl>
                                              <p:pRg st="0" end="0"/>
                                            </p:txEl>
                                          </p:spTgt>
                                        </p:tgtEl>
                                      </p:cBhvr>
                                      <p:to x="100000" y="100000"/>
                                    </p:animScale>
                                    <p:animScale>
                                      <p:cBhvr>
                                        <p:cTn id="56" dur="26">
                                          <p:stCondLst>
                                            <p:cond delay="1312"/>
                                          </p:stCondLst>
                                        </p:cTn>
                                        <p:tgtEl>
                                          <p:spTgt spid="8">
                                            <p:txEl>
                                              <p:pRg st="0" end="0"/>
                                            </p:txEl>
                                          </p:spTgt>
                                        </p:tgtEl>
                                      </p:cBhvr>
                                      <p:to x="100000" y="80000"/>
                                    </p:animScale>
                                    <p:animScale>
                                      <p:cBhvr>
                                        <p:cTn id="57" dur="166" decel="50000">
                                          <p:stCondLst>
                                            <p:cond delay="1338"/>
                                          </p:stCondLst>
                                        </p:cTn>
                                        <p:tgtEl>
                                          <p:spTgt spid="8">
                                            <p:txEl>
                                              <p:pRg st="0" end="0"/>
                                            </p:txEl>
                                          </p:spTgt>
                                        </p:tgtEl>
                                      </p:cBhvr>
                                      <p:to x="100000" y="100000"/>
                                    </p:animScale>
                                    <p:animScale>
                                      <p:cBhvr>
                                        <p:cTn id="58" dur="26">
                                          <p:stCondLst>
                                            <p:cond delay="1642"/>
                                          </p:stCondLst>
                                        </p:cTn>
                                        <p:tgtEl>
                                          <p:spTgt spid="8">
                                            <p:txEl>
                                              <p:pRg st="0" end="0"/>
                                            </p:txEl>
                                          </p:spTgt>
                                        </p:tgtEl>
                                      </p:cBhvr>
                                      <p:to x="100000" y="90000"/>
                                    </p:animScale>
                                    <p:animScale>
                                      <p:cBhvr>
                                        <p:cTn id="59" dur="166" decel="50000">
                                          <p:stCondLst>
                                            <p:cond delay="1668"/>
                                          </p:stCondLst>
                                        </p:cTn>
                                        <p:tgtEl>
                                          <p:spTgt spid="8">
                                            <p:txEl>
                                              <p:pRg st="0" end="0"/>
                                            </p:txEl>
                                          </p:spTgt>
                                        </p:tgtEl>
                                      </p:cBhvr>
                                      <p:to x="100000" y="100000"/>
                                    </p:animScale>
                                    <p:animScale>
                                      <p:cBhvr>
                                        <p:cTn id="60" dur="26">
                                          <p:stCondLst>
                                            <p:cond delay="1808"/>
                                          </p:stCondLst>
                                        </p:cTn>
                                        <p:tgtEl>
                                          <p:spTgt spid="8">
                                            <p:txEl>
                                              <p:pRg st="0" end="0"/>
                                            </p:txEl>
                                          </p:spTgt>
                                        </p:tgtEl>
                                      </p:cBhvr>
                                      <p:to x="100000" y="95000"/>
                                    </p:animScale>
                                    <p:animScale>
                                      <p:cBhvr>
                                        <p:cTn id="61" dur="166" decel="50000">
                                          <p:stCondLst>
                                            <p:cond delay="1834"/>
                                          </p:stCondLst>
                                        </p:cTn>
                                        <p:tgtEl>
                                          <p:spTgt spid="8">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build="p"/>
      <p:bldP spid="9"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CA66D9-93CF-4E94-97F3-7D03032A13D7}"/>
              </a:ext>
            </a:extLst>
          </p:cNvPr>
          <p:cNvSpPr>
            <a:spLocks noGrp="1"/>
          </p:cNvSpPr>
          <p:nvPr>
            <p:ph type="title"/>
          </p:nvPr>
        </p:nvSpPr>
        <p:spPr>
          <a:xfrm>
            <a:off x="634450" y="833121"/>
            <a:ext cx="3628060" cy="1600200"/>
          </a:xfrm>
        </p:spPr>
        <p:txBody>
          <a:bodyPr/>
          <a:lstStyle/>
          <a:p>
            <a:r>
              <a:rPr lang="en-US" sz="3600" b="1" dirty="0">
                <a:latin typeface="Times New Roman" panose="02020603050405020304" pitchFamily="18" charset="0"/>
                <a:ea typeface="Calibri" panose="020F0502020204030204" pitchFamily="34" charset="0"/>
                <a:cs typeface="Times New Roman" panose="02020603050405020304" pitchFamily="18" charset="0"/>
              </a:rPr>
              <a:t>DIGITAL CERTIFICATE</a:t>
            </a:r>
            <a:br>
              <a:rPr lang="en-US" sz="3600" b="1" dirty="0">
                <a:latin typeface="Times New Roman" panose="02020603050405020304" pitchFamily="18" charset="0"/>
                <a:ea typeface="Calibri" panose="020F0502020204030204" pitchFamily="34" charset="0"/>
                <a:cs typeface="Times New Roman" panose="02020603050405020304" pitchFamily="18" charset="0"/>
              </a:rPr>
            </a:br>
            <a:endParaRPr lang="en-US" sz="3600" dirty="0"/>
          </a:p>
        </p:txBody>
      </p:sp>
      <p:sp>
        <p:nvSpPr>
          <p:cNvPr id="4" name="Text Placeholder 3">
            <a:extLst>
              <a:ext uri="{FF2B5EF4-FFF2-40B4-BE49-F238E27FC236}">
                <a16:creationId xmlns:a16="http://schemas.microsoft.com/office/drawing/2014/main" id="{07E09FAE-7185-42FA-A442-17D115BF7069}"/>
              </a:ext>
            </a:extLst>
          </p:cNvPr>
          <p:cNvSpPr>
            <a:spLocks noGrp="1"/>
          </p:cNvSpPr>
          <p:nvPr>
            <p:ph type="body" sz="half" idx="2"/>
          </p:nvPr>
        </p:nvSpPr>
        <p:spPr>
          <a:xfrm>
            <a:off x="634450" y="3129281"/>
            <a:ext cx="4190768" cy="3581008"/>
          </a:xfrm>
        </p:spPr>
        <p:txBody>
          <a:bodyPr>
            <a:normAutofit/>
          </a:bodyPr>
          <a:lstStyle/>
          <a:p>
            <a:r>
              <a:rPr lang="en-US" sz="2800" dirty="0">
                <a:solidFill>
                  <a:schemeClr val="bg1"/>
                </a:solidFill>
                <a:latin typeface="Times New Roman" panose="02020603050405020304" pitchFamily="18" charset="0"/>
                <a:cs typeface="Times New Roman" panose="02020603050405020304" pitchFamily="18" charset="0"/>
              </a:rPr>
              <a:t>A file or password that has the proved authenticity   of a device / server/ user</a:t>
            </a:r>
            <a:r>
              <a:rPr lang="en-US" sz="2800" dirty="0">
                <a:solidFill>
                  <a:schemeClr val="bg1"/>
                </a:solidFill>
              </a:rPr>
              <a:t>.</a:t>
            </a:r>
            <a:endParaRPr lang="en-PK" sz="2800" dirty="0">
              <a:solidFill>
                <a:schemeClr val="bg1"/>
              </a:solidFill>
            </a:endParaRPr>
          </a:p>
          <a:p>
            <a:endParaRPr lang="en-US" dirty="0"/>
          </a:p>
        </p:txBody>
      </p:sp>
      <p:pic>
        <p:nvPicPr>
          <p:cNvPr id="24" name="Content Placeholder 23">
            <a:extLst>
              <a:ext uri="{FF2B5EF4-FFF2-40B4-BE49-F238E27FC236}">
                <a16:creationId xmlns:a16="http://schemas.microsoft.com/office/drawing/2014/main" id="{67D7F990-0763-4244-A108-02194C9727C2}"/>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colorTemperature colorTemp="11200"/>
                    </a14:imgEffect>
                    <a14:imgEffect>
                      <a14:saturation sat="400000"/>
                    </a14:imgEffect>
                    <a14:imgEffect>
                      <a14:brightnessContrast bright="1000" contrast="4000"/>
                    </a14:imgEffect>
                  </a14:imgLayer>
                </a14:imgProps>
              </a:ext>
              <a:ext uri="{28A0092B-C50C-407E-A947-70E740481C1C}">
                <a14:useLocalDpi xmlns:a14="http://schemas.microsoft.com/office/drawing/2010/main" val="0"/>
              </a:ext>
            </a:extLst>
          </a:blip>
          <a:stretch>
            <a:fillRect/>
          </a:stretch>
        </p:blipFill>
        <p:spPr>
          <a:xfrm>
            <a:off x="4825218" y="1387009"/>
            <a:ext cx="7221008" cy="4470451"/>
          </a:xfrm>
          <a:effectLst>
            <a:glow rad="63500">
              <a:schemeClr val="accent5">
                <a:satMod val="175000"/>
                <a:alpha val="40000"/>
              </a:schemeClr>
            </a:glow>
            <a:outerShdw blurRad="50800" dist="38100" dir="16200000" rotWithShape="0">
              <a:prstClr val="black">
                <a:alpha val="40000"/>
              </a:prstClr>
            </a:outerShdw>
            <a:softEdge rad="12700"/>
          </a:effectLst>
          <a:scene3d>
            <a:camera prst="perspectiveFront"/>
            <a:lightRig rig="flat" dir="t"/>
          </a:scene3d>
          <a:sp3d prstMaterial="dkEdge">
            <a:bevelT/>
            <a:bevelB w="114300" prst="artDeco"/>
          </a:sp3d>
        </p:spPr>
      </p:pic>
    </p:spTree>
    <p:extLst>
      <p:ext uri="{BB962C8B-B14F-4D97-AF65-F5344CB8AC3E}">
        <p14:creationId xmlns:p14="http://schemas.microsoft.com/office/powerpoint/2010/main" val="3376166020"/>
      </p:ext>
    </p:extLst>
  </p:cSld>
  <p:clrMapOvr>
    <a:masterClrMapping/>
  </p:clrMapOvr>
  <mc:AlternateContent xmlns:mc="http://schemas.openxmlformats.org/markup-compatibility/2006">
    <mc:Choice xmlns:p14="http://schemas.microsoft.com/office/powerpoint/2010/main" Requires="p14">
      <p:transition spd="slow" p14:dur="1600">
        <p14:gallery dir="l"/>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barn(inVertical)">
                                      <p:cBhvr>
                                        <p:cTn id="7" dur="500"/>
                                        <p:tgtEl>
                                          <p:spTgt spid="24"/>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par>
                    <p:cTn id="13" fill="hold">
                      <p:stCondLst>
                        <p:cond delay="indefinite"/>
                      </p:stCondLst>
                      <p:childTnLst>
                        <p:par>
                          <p:cTn id="14" fill="hold">
                            <p:stCondLst>
                              <p:cond delay="0"/>
                            </p:stCondLst>
                            <p:childTnLst>
                              <p:par>
                                <p:cTn id="15" presetID="6" presetClass="entr" presetSubtype="16" fill="hold"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circle(in)">
                                      <p:cBhvr>
                                        <p:cTn id="17" dur="20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BF134-8D43-46A0-8ED0-760DB7B2E93E}"/>
              </a:ext>
            </a:extLst>
          </p:cNvPr>
          <p:cNvSpPr>
            <a:spLocks noGrp="1"/>
          </p:cNvSpPr>
          <p:nvPr>
            <p:ph type="title"/>
          </p:nvPr>
        </p:nvSpPr>
        <p:spPr/>
        <p:txBody>
          <a:bodyPr/>
          <a:lstStyle/>
          <a:p>
            <a:r>
              <a:rPr lang="en-US" sz="13800" b="1" dirty="0"/>
              <a:t>PKI</a:t>
            </a:r>
            <a:endParaRPr lang="en-US" sz="13800" dirty="0"/>
          </a:p>
        </p:txBody>
      </p:sp>
      <p:pic>
        <p:nvPicPr>
          <p:cNvPr id="7" name="Content Placeholder 6">
            <a:extLst>
              <a:ext uri="{FF2B5EF4-FFF2-40B4-BE49-F238E27FC236}">
                <a16:creationId xmlns:a16="http://schemas.microsoft.com/office/drawing/2014/main" id="{4372FB30-E0F2-47E9-932B-B0288AD331C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346115" y="1295400"/>
            <a:ext cx="6287707" cy="4740218"/>
          </a:xfrm>
        </p:spPr>
      </p:pic>
      <p:sp>
        <p:nvSpPr>
          <p:cNvPr id="8" name="Rectangle 7">
            <a:extLst>
              <a:ext uri="{FF2B5EF4-FFF2-40B4-BE49-F238E27FC236}">
                <a16:creationId xmlns:a16="http://schemas.microsoft.com/office/drawing/2014/main" id="{A3B85F7A-BC26-405F-893D-96D53D5B512C}"/>
              </a:ext>
            </a:extLst>
          </p:cNvPr>
          <p:cNvSpPr/>
          <p:nvPr/>
        </p:nvSpPr>
        <p:spPr>
          <a:xfrm>
            <a:off x="558178" y="3619126"/>
            <a:ext cx="3934309" cy="2677656"/>
          </a:xfrm>
          <a:prstGeom prst="rect">
            <a:avLst/>
          </a:prstGeom>
        </p:spPr>
        <p:txBody>
          <a:bodyPr wrap="square">
            <a:spAutoFit/>
          </a:bodyPr>
          <a:lstStyle/>
          <a:p>
            <a:r>
              <a:rPr lang="en-US" sz="2800" dirty="0">
                <a:solidFill>
                  <a:schemeClr val="bg1"/>
                </a:solidFill>
                <a:latin typeface="Times New Roman" panose="02020603050405020304" pitchFamily="18" charset="0"/>
                <a:cs typeface="Times New Roman" panose="02020603050405020304" pitchFamily="18" charset="0"/>
              </a:rPr>
              <a:t>It is the set of rule that are used to create manage distribute use store and revoke (del)  digital certificate and manage public key encryption </a:t>
            </a:r>
            <a:endParaRPr lang="en-PK" sz="2800" dirty="0">
              <a:solidFill>
                <a:schemeClr val="bg1"/>
              </a:solidFill>
              <a:latin typeface="Times New Roman" panose="02020603050405020304" pitchFamily="18" charset="0"/>
              <a:cs typeface="Times New Roman" panose="02020603050405020304" pitchFamily="18" charset="0"/>
            </a:endParaRPr>
          </a:p>
        </p:txBody>
      </p:sp>
      <p:sp>
        <p:nvSpPr>
          <p:cNvPr id="9" name="Rectangle 8">
            <a:extLst>
              <a:ext uri="{FF2B5EF4-FFF2-40B4-BE49-F238E27FC236}">
                <a16:creationId xmlns:a16="http://schemas.microsoft.com/office/drawing/2014/main" id="{D85668FE-C544-4BB9-A715-755CC275A152}"/>
              </a:ext>
            </a:extLst>
          </p:cNvPr>
          <p:cNvSpPr/>
          <p:nvPr/>
        </p:nvSpPr>
        <p:spPr>
          <a:xfrm>
            <a:off x="-13985" y="2380200"/>
            <a:ext cx="5078634" cy="584775"/>
          </a:xfrm>
          <a:prstGeom prst="rect">
            <a:avLst/>
          </a:prstGeom>
        </p:spPr>
        <p:txBody>
          <a:bodyPr wrap="none">
            <a:spAutoFit/>
          </a:bodyPr>
          <a:lstStyle/>
          <a:p>
            <a:pPr lvl="1"/>
            <a:r>
              <a:rPr lang="en-US" sz="3200" dirty="0">
                <a:solidFill>
                  <a:schemeClr val="bg1">
                    <a:lumMod val="85000"/>
                  </a:schemeClr>
                </a:solidFill>
                <a:latin typeface="Times New Roman" panose="02020603050405020304" pitchFamily="18" charset="0"/>
                <a:cs typeface="Times New Roman" panose="02020603050405020304" pitchFamily="18" charset="0"/>
              </a:rPr>
              <a:t>(Public key infrastructure) </a:t>
            </a:r>
            <a:endParaRPr lang="en-PK" sz="3200" dirty="0">
              <a:solidFill>
                <a:schemeClr val="bg1">
                  <a:lumMod val="85000"/>
                </a:schemeClr>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98432317"/>
      </p:ext>
    </p:extLst>
  </p:cSld>
  <p:clrMapOvr>
    <a:masterClrMapping/>
  </p:clrMapOvr>
  <mc:AlternateContent xmlns:mc="http://schemas.openxmlformats.org/markup-compatibility/2006">
    <mc:Choice xmlns:p14="http://schemas.microsoft.com/office/powerpoint/2010/main" Requires="p14">
      <p:transition spd="slow" p14:dur="3900">
        <p14:glitter pattern="hexagon"/>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1000" fill="hold"/>
                                        <p:tgtEl>
                                          <p:spTgt spid="2"/>
                                        </p:tgtEl>
                                        <p:attrNameLst>
                                          <p:attrName>ppt_w</p:attrName>
                                        </p:attrNameLst>
                                      </p:cBhvr>
                                      <p:tavLst>
                                        <p:tav tm="0">
                                          <p:val>
                                            <p:fltVal val="0"/>
                                          </p:val>
                                        </p:tav>
                                        <p:tav tm="100000">
                                          <p:val>
                                            <p:strVal val="#ppt_w"/>
                                          </p:val>
                                        </p:tav>
                                      </p:tavLst>
                                    </p:anim>
                                    <p:anim calcmode="lin" valueType="num">
                                      <p:cBhvr>
                                        <p:cTn id="8" dur="1000" fill="hold"/>
                                        <p:tgtEl>
                                          <p:spTgt spid="2"/>
                                        </p:tgtEl>
                                        <p:attrNameLst>
                                          <p:attrName>ppt_h</p:attrName>
                                        </p:attrNameLst>
                                      </p:cBhvr>
                                      <p:tavLst>
                                        <p:tav tm="0">
                                          <p:val>
                                            <p:fltVal val="0"/>
                                          </p:val>
                                        </p:tav>
                                        <p:tav tm="100000">
                                          <p:val>
                                            <p:strVal val="#ppt_h"/>
                                          </p:val>
                                        </p:tav>
                                      </p:tavLst>
                                    </p:anim>
                                    <p:anim calcmode="lin" valueType="num">
                                      <p:cBhvr>
                                        <p:cTn id="9" dur="1000" fill="hold"/>
                                        <p:tgtEl>
                                          <p:spTgt spid="2"/>
                                        </p:tgtEl>
                                        <p:attrNameLst>
                                          <p:attrName>style.rotation</p:attrName>
                                        </p:attrNameLst>
                                      </p:cBhvr>
                                      <p:tavLst>
                                        <p:tav tm="0">
                                          <p:val>
                                            <p:fltVal val="90"/>
                                          </p:val>
                                        </p:tav>
                                        <p:tav tm="100000">
                                          <p:val>
                                            <p:fltVal val="0"/>
                                          </p:val>
                                        </p:tav>
                                      </p:tavLst>
                                    </p:anim>
                                    <p:animEffect transition="in" filter="fade">
                                      <p:cBhvr>
                                        <p:cTn id="10" dur="1000"/>
                                        <p:tgtEl>
                                          <p:spTgt spid="2"/>
                                        </p:tgtEl>
                                      </p:cBhvr>
                                    </p:animEffect>
                                  </p:childTnLst>
                                </p:cTn>
                              </p:par>
                            </p:childTnLst>
                          </p:cTn>
                        </p:par>
                      </p:childTnLst>
                    </p:cTn>
                  </p:par>
                  <p:par>
                    <p:cTn id="11" fill="hold">
                      <p:stCondLst>
                        <p:cond delay="indefinite"/>
                      </p:stCondLst>
                      <p:childTnLst>
                        <p:par>
                          <p:cTn id="12" fill="hold">
                            <p:stCondLst>
                              <p:cond delay="0"/>
                            </p:stCondLst>
                            <p:childTnLst>
                              <p:par>
                                <p:cTn id="13" presetID="32" presetClass="emph" presetSubtype="0" fill="hold" nodeType="clickEffect">
                                  <p:stCondLst>
                                    <p:cond delay="0"/>
                                  </p:stCondLst>
                                  <p:childTnLst>
                                    <p:animRot by="120000">
                                      <p:cBhvr>
                                        <p:cTn id="14" dur="100" fill="hold">
                                          <p:stCondLst>
                                            <p:cond delay="0"/>
                                          </p:stCondLst>
                                        </p:cTn>
                                        <p:tgtEl>
                                          <p:spTgt spid="9">
                                            <p:txEl>
                                              <p:pRg st="0" end="0"/>
                                            </p:txEl>
                                          </p:spTgt>
                                        </p:tgtEl>
                                        <p:attrNameLst>
                                          <p:attrName>r</p:attrName>
                                        </p:attrNameLst>
                                      </p:cBhvr>
                                    </p:animRot>
                                    <p:animRot by="-240000">
                                      <p:cBhvr>
                                        <p:cTn id="15" dur="200" fill="hold">
                                          <p:stCondLst>
                                            <p:cond delay="200"/>
                                          </p:stCondLst>
                                        </p:cTn>
                                        <p:tgtEl>
                                          <p:spTgt spid="9">
                                            <p:txEl>
                                              <p:pRg st="0" end="0"/>
                                            </p:txEl>
                                          </p:spTgt>
                                        </p:tgtEl>
                                        <p:attrNameLst>
                                          <p:attrName>r</p:attrName>
                                        </p:attrNameLst>
                                      </p:cBhvr>
                                    </p:animRot>
                                    <p:animRot by="240000">
                                      <p:cBhvr>
                                        <p:cTn id="16" dur="200" fill="hold">
                                          <p:stCondLst>
                                            <p:cond delay="400"/>
                                          </p:stCondLst>
                                        </p:cTn>
                                        <p:tgtEl>
                                          <p:spTgt spid="9">
                                            <p:txEl>
                                              <p:pRg st="0" end="0"/>
                                            </p:txEl>
                                          </p:spTgt>
                                        </p:tgtEl>
                                        <p:attrNameLst>
                                          <p:attrName>r</p:attrName>
                                        </p:attrNameLst>
                                      </p:cBhvr>
                                    </p:animRot>
                                    <p:animRot by="-240000">
                                      <p:cBhvr>
                                        <p:cTn id="17" dur="200" fill="hold">
                                          <p:stCondLst>
                                            <p:cond delay="600"/>
                                          </p:stCondLst>
                                        </p:cTn>
                                        <p:tgtEl>
                                          <p:spTgt spid="9">
                                            <p:txEl>
                                              <p:pRg st="0" end="0"/>
                                            </p:txEl>
                                          </p:spTgt>
                                        </p:tgtEl>
                                        <p:attrNameLst>
                                          <p:attrName>r</p:attrName>
                                        </p:attrNameLst>
                                      </p:cBhvr>
                                    </p:animRot>
                                    <p:animRot by="120000">
                                      <p:cBhvr>
                                        <p:cTn id="18" dur="200" fill="hold">
                                          <p:stCondLst>
                                            <p:cond delay="800"/>
                                          </p:stCondLst>
                                        </p:cTn>
                                        <p:tgtEl>
                                          <p:spTgt spid="9">
                                            <p:txEl>
                                              <p:pRg st="0" end="0"/>
                                            </p:txEl>
                                          </p:spTgt>
                                        </p:tgtEl>
                                        <p:attrNameLst>
                                          <p:attrName>r</p:attrName>
                                        </p:attrNameLst>
                                      </p:cBhvr>
                                    </p:animRot>
                                  </p:childTnLst>
                                </p:cTn>
                              </p:par>
                            </p:childTnLst>
                          </p:cTn>
                        </p:par>
                      </p:childTnLst>
                    </p:cTn>
                  </p:par>
                  <p:par>
                    <p:cTn id="19" fill="hold">
                      <p:stCondLst>
                        <p:cond delay="indefinite"/>
                      </p:stCondLst>
                      <p:childTnLst>
                        <p:par>
                          <p:cTn id="20" fill="hold">
                            <p:stCondLst>
                              <p:cond delay="0"/>
                            </p:stCondLst>
                            <p:childTnLst>
                              <p:par>
                                <p:cTn id="21" presetID="26" presetClass="entr" presetSubtype="0" fill="hold" nodeType="clickEffect">
                                  <p:stCondLst>
                                    <p:cond delay="0"/>
                                  </p:stCondLst>
                                  <p:childTnLst>
                                    <p:set>
                                      <p:cBhvr>
                                        <p:cTn id="22" dur="1" fill="hold">
                                          <p:stCondLst>
                                            <p:cond delay="0"/>
                                          </p:stCondLst>
                                        </p:cTn>
                                        <p:tgtEl>
                                          <p:spTgt spid="8">
                                            <p:txEl>
                                              <p:pRg st="0" end="0"/>
                                            </p:txEl>
                                          </p:spTgt>
                                        </p:tgtEl>
                                        <p:attrNameLst>
                                          <p:attrName>style.visibility</p:attrName>
                                        </p:attrNameLst>
                                      </p:cBhvr>
                                      <p:to>
                                        <p:strVal val="visible"/>
                                      </p:to>
                                    </p:set>
                                    <p:animEffect transition="in" filter="wipe(down)">
                                      <p:cBhvr>
                                        <p:cTn id="23" dur="580">
                                          <p:stCondLst>
                                            <p:cond delay="0"/>
                                          </p:stCondLst>
                                        </p:cTn>
                                        <p:tgtEl>
                                          <p:spTgt spid="8">
                                            <p:txEl>
                                              <p:pRg st="0" end="0"/>
                                            </p:txEl>
                                          </p:spTgt>
                                        </p:tgtEl>
                                      </p:cBhvr>
                                    </p:animEffect>
                                    <p:anim calcmode="lin" valueType="num">
                                      <p:cBhvr>
                                        <p:cTn id="24" dur="1822" tmFilter="0,0; 0.14,0.36; 0.43,0.73; 0.71,0.91; 1.0,1.0">
                                          <p:stCondLst>
                                            <p:cond delay="0"/>
                                          </p:stCondLst>
                                        </p:cTn>
                                        <p:tgtEl>
                                          <p:spTgt spid="8">
                                            <p:txEl>
                                              <p:pRg st="0" end="0"/>
                                            </p:txEl>
                                          </p:spTgt>
                                        </p:tgtEl>
                                        <p:attrNameLst>
                                          <p:attrName>ppt_x</p:attrName>
                                        </p:attrNameLst>
                                      </p:cBhvr>
                                      <p:tavLst>
                                        <p:tav tm="0">
                                          <p:val>
                                            <p:strVal val="#ppt_x-0.25"/>
                                          </p:val>
                                        </p:tav>
                                        <p:tav tm="100000">
                                          <p:val>
                                            <p:strVal val="#ppt_x"/>
                                          </p:val>
                                        </p:tav>
                                      </p:tavLst>
                                    </p:anim>
                                    <p:anim calcmode="lin" valueType="num">
                                      <p:cBhvr>
                                        <p:cTn id="25" dur="664" tmFilter="0.0,0.0; 0.25,0.07; 0.50,0.2; 0.75,0.467; 1.0,1.0">
                                          <p:stCondLst>
                                            <p:cond delay="0"/>
                                          </p:stCondLst>
                                        </p:cTn>
                                        <p:tgtEl>
                                          <p:spTgt spid="8">
                                            <p:txEl>
                                              <p:pRg st="0" end="0"/>
                                            </p:txEl>
                                          </p:spTgt>
                                        </p:tgtEl>
                                        <p:attrNameLst>
                                          <p:attrName>ppt_y</p:attrName>
                                        </p:attrNameLst>
                                      </p:cBhvr>
                                      <p:tavLst>
                                        <p:tav tm="0" fmla="#ppt_y-sin(pi*$)/3">
                                          <p:val>
                                            <p:fltVal val="0.5"/>
                                          </p:val>
                                        </p:tav>
                                        <p:tav tm="100000">
                                          <p:val>
                                            <p:fltVal val="1"/>
                                          </p:val>
                                        </p:tav>
                                      </p:tavLst>
                                    </p:anim>
                                    <p:anim calcmode="lin" valueType="num">
                                      <p:cBhvr>
                                        <p:cTn id="26" dur="664" tmFilter="0, 0; 0.125,0.2665; 0.25,0.4; 0.375,0.465; 0.5,0.5;  0.625,0.535; 0.75,0.6; 0.875,0.7335; 1,1">
                                          <p:stCondLst>
                                            <p:cond delay="664"/>
                                          </p:stCondLst>
                                        </p:cTn>
                                        <p:tgtEl>
                                          <p:spTgt spid="8">
                                            <p:txEl>
                                              <p:pRg st="0" end="0"/>
                                            </p:txEl>
                                          </p:spTgt>
                                        </p:tgtEl>
                                        <p:attrNameLst>
                                          <p:attrName>ppt_y</p:attrName>
                                        </p:attrNameLst>
                                      </p:cBhvr>
                                      <p:tavLst>
                                        <p:tav tm="0" fmla="#ppt_y-sin(pi*$)/9">
                                          <p:val>
                                            <p:fltVal val="0"/>
                                          </p:val>
                                        </p:tav>
                                        <p:tav tm="100000">
                                          <p:val>
                                            <p:fltVal val="1"/>
                                          </p:val>
                                        </p:tav>
                                      </p:tavLst>
                                    </p:anim>
                                    <p:anim calcmode="lin" valueType="num">
                                      <p:cBhvr>
                                        <p:cTn id="27" dur="332" tmFilter="0, 0; 0.125,0.2665; 0.25,0.4; 0.375,0.465; 0.5,0.5;  0.625,0.535; 0.75,0.6; 0.875,0.7335; 1,1">
                                          <p:stCondLst>
                                            <p:cond delay="1324"/>
                                          </p:stCondLst>
                                        </p:cTn>
                                        <p:tgtEl>
                                          <p:spTgt spid="8">
                                            <p:txEl>
                                              <p:pRg st="0" end="0"/>
                                            </p:txEl>
                                          </p:spTgt>
                                        </p:tgtEl>
                                        <p:attrNameLst>
                                          <p:attrName>ppt_y</p:attrName>
                                        </p:attrNameLst>
                                      </p:cBhvr>
                                      <p:tavLst>
                                        <p:tav tm="0" fmla="#ppt_y-sin(pi*$)/27">
                                          <p:val>
                                            <p:fltVal val="0"/>
                                          </p:val>
                                        </p:tav>
                                        <p:tav tm="100000">
                                          <p:val>
                                            <p:fltVal val="1"/>
                                          </p:val>
                                        </p:tav>
                                      </p:tavLst>
                                    </p:anim>
                                    <p:anim calcmode="lin" valueType="num">
                                      <p:cBhvr>
                                        <p:cTn id="28" dur="164" tmFilter="0, 0; 0.125,0.2665; 0.25,0.4; 0.375,0.465; 0.5,0.5;  0.625,0.535; 0.75,0.6; 0.875,0.7335; 1,1">
                                          <p:stCondLst>
                                            <p:cond delay="1656"/>
                                          </p:stCondLst>
                                        </p:cTn>
                                        <p:tgtEl>
                                          <p:spTgt spid="8">
                                            <p:txEl>
                                              <p:pRg st="0" end="0"/>
                                            </p:txEl>
                                          </p:spTgt>
                                        </p:tgtEl>
                                        <p:attrNameLst>
                                          <p:attrName>ppt_y</p:attrName>
                                        </p:attrNameLst>
                                      </p:cBhvr>
                                      <p:tavLst>
                                        <p:tav tm="0" fmla="#ppt_y-sin(pi*$)/81">
                                          <p:val>
                                            <p:fltVal val="0"/>
                                          </p:val>
                                        </p:tav>
                                        <p:tav tm="100000">
                                          <p:val>
                                            <p:fltVal val="1"/>
                                          </p:val>
                                        </p:tav>
                                      </p:tavLst>
                                    </p:anim>
                                    <p:animScale>
                                      <p:cBhvr>
                                        <p:cTn id="29" dur="26">
                                          <p:stCondLst>
                                            <p:cond delay="650"/>
                                          </p:stCondLst>
                                        </p:cTn>
                                        <p:tgtEl>
                                          <p:spTgt spid="8">
                                            <p:txEl>
                                              <p:pRg st="0" end="0"/>
                                            </p:txEl>
                                          </p:spTgt>
                                        </p:tgtEl>
                                      </p:cBhvr>
                                      <p:to x="100000" y="60000"/>
                                    </p:animScale>
                                    <p:animScale>
                                      <p:cBhvr>
                                        <p:cTn id="30" dur="166" decel="50000">
                                          <p:stCondLst>
                                            <p:cond delay="676"/>
                                          </p:stCondLst>
                                        </p:cTn>
                                        <p:tgtEl>
                                          <p:spTgt spid="8">
                                            <p:txEl>
                                              <p:pRg st="0" end="0"/>
                                            </p:txEl>
                                          </p:spTgt>
                                        </p:tgtEl>
                                      </p:cBhvr>
                                      <p:to x="100000" y="100000"/>
                                    </p:animScale>
                                    <p:animScale>
                                      <p:cBhvr>
                                        <p:cTn id="31" dur="26">
                                          <p:stCondLst>
                                            <p:cond delay="1312"/>
                                          </p:stCondLst>
                                        </p:cTn>
                                        <p:tgtEl>
                                          <p:spTgt spid="8">
                                            <p:txEl>
                                              <p:pRg st="0" end="0"/>
                                            </p:txEl>
                                          </p:spTgt>
                                        </p:tgtEl>
                                      </p:cBhvr>
                                      <p:to x="100000" y="80000"/>
                                    </p:animScale>
                                    <p:animScale>
                                      <p:cBhvr>
                                        <p:cTn id="32" dur="166" decel="50000">
                                          <p:stCondLst>
                                            <p:cond delay="1338"/>
                                          </p:stCondLst>
                                        </p:cTn>
                                        <p:tgtEl>
                                          <p:spTgt spid="8">
                                            <p:txEl>
                                              <p:pRg st="0" end="0"/>
                                            </p:txEl>
                                          </p:spTgt>
                                        </p:tgtEl>
                                      </p:cBhvr>
                                      <p:to x="100000" y="100000"/>
                                    </p:animScale>
                                    <p:animScale>
                                      <p:cBhvr>
                                        <p:cTn id="33" dur="26">
                                          <p:stCondLst>
                                            <p:cond delay="1642"/>
                                          </p:stCondLst>
                                        </p:cTn>
                                        <p:tgtEl>
                                          <p:spTgt spid="8">
                                            <p:txEl>
                                              <p:pRg st="0" end="0"/>
                                            </p:txEl>
                                          </p:spTgt>
                                        </p:tgtEl>
                                      </p:cBhvr>
                                      <p:to x="100000" y="90000"/>
                                    </p:animScale>
                                    <p:animScale>
                                      <p:cBhvr>
                                        <p:cTn id="34" dur="166" decel="50000">
                                          <p:stCondLst>
                                            <p:cond delay="1668"/>
                                          </p:stCondLst>
                                        </p:cTn>
                                        <p:tgtEl>
                                          <p:spTgt spid="8">
                                            <p:txEl>
                                              <p:pRg st="0" end="0"/>
                                            </p:txEl>
                                          </p:spTgt>
                                        </p:tgtEl>
                                      </p:cBhvr>
                                      <p:to x="100000" y="100000"/>
                                    </p:animScale>
                                    <p:animScale>
                                      <p:cBhvr>
                                        <p:cTn id="35" dur="26">
                                          <p:stCondLst>
                                            <p:cond delay="1808"/>
                                          </p:stCondLst>
                                        </p:cTn>
                                        <p:tgtEl>
                                          <p:spTgt spid="8">
                                            <p:txEl>
                                              <p:pRg st="0" end="0"/>
                                            </p:txEl>
                                          </p:spTgt>
                                        </p:tgtEl>
                                      </p:cBhvr>
                                      <p:to x="100000" y="95000"/>
                                    </p:animScale>
                                    <p:animScale>
                                      <p:cBhvr>
                                        <p:cTn id="36" dur="166" decel="50000">
                                          <p:stCondLst>
                                            <p:cond delay="1834"/>
                                          </p:stCondLst>
                                        </p:cTn>
                                        <p:tgtEl>
                                          <p:spTgt spid="8">
                                            <p:txEl>
                                              <p:pRg st="0" end="0"/>
                                            </p:txEl>
                                          </p:spTgt>
                                        </p:tgtEl>
                                      </p:cBhvr>
                                      <p:to x="100000" y="100000"/>
                                    </p:animScale>
                                  </p:childTnLst>
                                </p:cTn>
                              </p:par>
                            </p:childTnLst>
                          </p:cTn>
                        </p:par>
                      </p:childTnLst>
                    </p:cTn>
                  </p:par>
                  <p:par>
                    <p:cTn id="37" fill="hold">
                      <p:stCondLst>
                        <p:cond delay="indefinite"/>
                      </p:stCondLst>
                      <p:childTnLst>
                        <p:par>
                          <p:cTn id="38" fill="hold">
                            <p:stCondLst>
                              <p:cond delay="0"/>
                            </p:stCondLst>
                            <p:childTnLst>
                              <p:par>
                                <p:cTn id="39" presetID="31" presetClass="entr" presetSubtype="0" fill="hold" nodeType="clickEffect">
                                  <p:stCondLst>
                                    <p:cond delay="0"/>
                                  </p:stCondLst>
                                  <p:childTnLst>
                                    <p:set>
                                      <p:cBhvr>
                                        <p:cTn id="40" dur="1" fill="hold">
                                          <p:stCondLst>
                                            <p:cond delay="0"/>
                                          </p:stCondLst>
                                        </p:cTn>
                                        <p:tgtEl>
                                          <p:spTgt spid="7"/>
                                        </p:tgtEl>
                                        <p:attrNameLst>
                                          <p:attrName>style.visibility</p:attrName>
                                        </p:attrNameLst>
                                      </p:cBhvr>
                                      <p:to>
                                        <p:strVal val="visible"/>
                                      </p:to>
                                    </p:set>
                                    <p:anim calcmode="lin" valueType="num">
                                      <p:cBhvr>
                                        <p:cTn id="41" dur="1000" fill="hold"/>
                                        <p:tgtEl>
                                          <p:spTgt spid="7"/>
                                        </p:tgtEl>
                                        <p:attrNameLst>
                                          <p:attrName>ppt_w</p:attrName>
                                        </p:attrNameLst>
                                      </p:cBhvr>
                                      <p:tavLst>
                                        <p:tav tm="0">
                                          <p:val>
                                            <p:fltVal val="0"/>
                                          </p:val>
                                        </p:tav>
                                        <p:tav tm="100000">
                                          <p:val>
                                            <p:strVal val="#ppt_w"/>
                                          </p:val>
                                        </p:tav>
                                      </p:tavLst>
                                    </p:anim>
                                    <p:anim calcmode="lin" valueType="num">
                                      <p:cBhvr>
                                        <p:cTn id="42" dur="1000" fill="hold"/>
                                        <p:tgtEl>
                                          <p:spTgt spid="7"/>
                                        </p:tgtEl>
                                        <p:attrNameLst>
                                          <p:attrName>ppt_h</p:attrName>
                                        </p:attrNameLst>
                                      </p:cBhvr>
                                      <p:tavLst>
                                        <p:tav tm="0">
                                          <p:val>
                                            <p:fltVal val="0"/>
                                          </p:val>
                                        </p:tav>
                                        <p:tav tm="100000">
                                          <p:val>
                                            <p:strVal val="#ppt_h"/>
                                          </p:val>
                                        </p:tav>
                                      </p:tavLst>
                                    </p:anim>
                                    <p:anim calcmode="lin" valueType="num">
                                      <p:cBhvr>
                                        <p:cTn id="43" dur="1000" fill="hold"/>
                                        <p:tgtEl>
                                          <p:spTgt spid="7"/>
                                        </p:tgtEl>
                                        <p:attrNameLst>
                                          <p:attrName>style.rotation</p:attrName>
                                        </p:attrNameLst>
                                      </p:cBhvr>
                                      <p:tavLst>
                                        <p:tav tm="0">
                                          <p:val>
                                            <p:fltVal val="90"/>
                                          </p:val>
                                        </p:tav>
                                        <p:tav tm="100000">
                                          <p:val>
                                            <p:fltVal val="0"/>
                                          </p:val>
                                        </p:tav>
                                      </p:tavLst>
                                    </p:anim>
                                    <p:animEffect transition="in" filter="fade">
                                      <p:cBhvr>
                                        <p:cTn id="44"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alphaModFix amt="93000"/>
            <a:lum/>
          </a:blip>
          <a:srcRect/>
          <a:stretch>
            <a:fillRect l="-3000" r="-3000"/>
          </a:stretch>
        </a:blipFill>
        <a:effectLst/>
      </p:bgPr>
    </p:b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51F15FA8-64D6-4E6D-AE93-574CFE1C93F7}"/>
              </a:ext>
            </a:extLst>
          </p:cNvPr>
          <p:cNvSpPr>
            <a:spLocks noGrp="1"/>
          </p:cNvSpPr>
          <p:nvPr>
            <p:ph type="title"/>
          </p:nvPr>
        </p:nvSpPr>
        <p:spPr>
          <a:xfrm>
            <a:off x="6965957" y="1054518"/>
            <a:ext cx="5226043" cy="544836"/>
          </a:xfrm>
          <a:noFill/>
        </p:spPr>
        <p:txBody>
          <a:bodyPr/>
          <a:lstStyle/>
          <a:p>
            <a:r>
              <a:rPr lang="en-US" sz="8800" b="1" u="sng" dirty="0">
                <a:solidFill>
                  <a:schemeClr val="bg1"/>
                </a:solidFill>
                <a:latin typeface="Times New Roman" panose="02020603050405020304" pitchFamily="18" charset="0"/>
                <a:cs typeface="Times New Roman" panose="02020603050405020304" pitchFamily="18" charset="0"/>
              </a:rPr>
              <a:t>GOALS OF S.M</a:t>
            </a:r>
            <a:endParaRPr lang="en-PK" sz="8800" b="1" u="sng" dirty="0">
              <a:solidFill>
                <a:schemeClr val="bg1"/>
              </a:solidFill>
              <a:latin typeface="Times New Roman" panose="02020603050405020304" pitchFamily="18" charset="0"/>
              <a:cs typeface="Times New Roman" panose="02020603050405020304" pitchFamily="18" charset="0"/>
            </a:endParaRPr>
          </a:p>
        </p:txBody>
      </p:sp>
      <p:sp>
        <p:nvSpPr>
          <p:cNvPr id="6" name="Title 4">
            <a:extLst>
              <a:ext uri="{FF2B5EF4-FFF2-40B4-BE49-F238E27FC236}">
                <a16:creationId xmlns:a16="http://schemas.microsoft.com/office/drawing/2014/main" id="{FD9C8630-827C-41A6-91EC-40172BF21548}"/>
              </a:ext>
            </a:extLst>
          </p:cNvPr>
          <p:cNvSpPr txBox="1">
            <a:spLocks/>
          </p:cNvSpPr>
          <p:nvPr/>
        </p:nvSpPr>
        <p:spPr bwMode="gray">
          <a:xfrm>
            <a:off x="7546794" y="2866717"/>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71500" indent="-571500">
              <a:buFont typeface="Arial" panose="020B0604020202020204" pitchFamily="34" charset="0"/>
              <a:buChar char="•"/>
            </a:pPr>
            <a:r>
              <a:rPr lang="en-US" sz="2800" b="1" dirty="0">
                <a:solidFill>
                  <a:schemeClr val="bg1"/>
                </a:solidFill>
                <a:latin typeface="Times New Roman" panose="02020603050405020304" pitchFamily="18" charset="0"/>
                <a:cs typeface="Times New Roman" panose="02020603050405020304" pitchFamily="18" charset="0"/>
              </a:rPr>
              <a:t>PREVENTIVE</a:t>
            </a:r>
            <a:endParaRPr lang="en-PK" sz="2800" b="1" dirty="0">
              <a:solidFill>
                <a:schemeClr val="bg1"/>
              </a:solidFill>
              <a:latin typeface="Times New Roman" panose="02020603050405020304" pitchFamily="18" charset="0"/>
              <a:cs typeface="Times New Roman" panose="02020603050405020304" pitchFamily="18" charset="0"/>
            </a:endParaRPr>
          </a:p>
        </p:txBody>
      </p:sp>
      <p:sp>
        <p:nvSpPr>
          <p:cNvPr id="7" name="Title 4">
            <a:extLst>
              <a:ext uri="{FF2B5EF4-FFF2-40B4-BE49-F238E27FC236}">
                <a16:creationId xmlns:a16="http://schemas.microsoft.com/office/drawing/2014/main" id="{83D6E62F-2033-41E0-9418-812E5EB13B71}"/>
              </a:ext>
            </a:extLst>
          </p:cNvPr>
          <p:cNvSpPr txBox="1">
            <a:spLocks/>
          </p:cNvSpPr>
          <p:nvPr/>
        </p:nvSpPr>
        <p:spPr bwMode="gray">
          <a:xfrm>
            <a:off x="7546795" y="4280645"/>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buFont typeface="Arial" panose="020B0604020202020204" pitchFamily="34" charset="0"/>
              <a:buChar char="•"/>
            </a:pPr>
            <a:r>
              <a:rPr lang="en-US" sz="2800" b="1" dirty="0">
                <a:solidFill>
                  <a:schemeClr val="bg1"/>
                </a:solidFill>
                <a:latin typeface="Times New Roman" panose="02020603050405020304" pitchFamily="18" charset="0"/>
                <a:cs typeface="Times New Roman" panose="02020603050405020304" pitchFamily="18" charset="0"/>
              </a:rPr>
              <a:t>COMPENSATING</a:t>
            </a:r>
            <a:endParaRPr lang="en-PK" sz="2800" b="1" dirty="0">
              <a:solidFill>
                <a:schemeClr val="bg1"/>
              </a:solidFill>
              <a:latin typeface="Times New Roman" panose="02020603050405020304" pitchFamily="18" charset="0"/>
              <a:cs typeface="Times New Roman" panose="02020603050405020304" pitchFamily="18" charset="0"/>
            </a:endParaRPr>
          </a:p>
        </p:txBody>
      </p:sp>
      <p:sp>
        <p:nvSpPr>
          <p:cNvPr id="8" name="Title 4">
            <a:extLst>
              <a:ext uri="{FF2B5EF4-FFF2-40B4-BE49-F238E27FC236}">
                <a16:creationId xmlns:a16="http://schemas.microsoft.com/office/drawing/2014/main" id="{A73B6BCA-F0BA-407B-90DF-0FCE2D8888ED}"/>
              </a:ext>
            </a:extLst>
          </p:cNvPr>
          <p:cNvSpPr txBox="1">
            <a:spLocks/>
          </p:cNvSpPr>
          <p:nvPr/>
        </p:nvSpPr>
        <p:spPr bwMode="gray">
          <a:xfrm>
            <a:off x="7546795" y="3541954"/>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14350" indent="-514350">
              <a:buFont typeface="Arial" panose="020B0604020202020204" pitchFamily="34" charset="0"/>
              <a:buChar char="•"/>
            </a:pPr>
            <a:r>
              <a:rPr lang="en-US" sz="2800" b="1" dirty="0">
                <a:solidFill>
                  <a:schemeClr val="bg1"/>
                </a:solidFill>
                <a:latin typeface="Times New Roman" panose="02020603050405020304" pitchFamily="18" charset="0"/>
                <a:cs typeface="Times New Roman" panose="02020603050405020304" pitchFamily="18" charset="0"/>
              </a:rPr>
              <a:t>CORRECTIVE</a:t>
            </a:r>
            <a:endParaRPr lang="en-PK" sz="2800" b="1" dirty="0">
              <a:solidFill>
                <a:schemeClr val="bg1"/>
              </a:solidFill>
              <a:latin typeface="Times New Roman" panose="02020603050405020304" pitchFamily="18" charset="0"/>
              <a:cs typeface="Times New Roman" panose="02020603050405020304" pitchFamily="18" charset="0"/>
            </a:endParaRPr>
          </a:p>
        </p:txBody>
      </p:sp>
      <p:sp>
        <p:nvSpPr>
          <p:cNvPr id="9" name="Title 4">
            <a:extLst>
              <a:ext uri="{FF2B5EF4-FFF2-40B4-BE49-F238E27FC236}">
                <a16:creationId xmlns:a16="http://schemas.microsoft.com/office/drawing/2014/main" id="{7FB713C9-1D48-41A3-ABDD-22381CCA0A04}"/>
              </a:ext>
            </a:extLst>
          </p:cNvPr>
          <p:cNvSpPr txBox="1">
            <a:spLocks/>
          </p:cNvSpPr>
          <p:nvPr/>
        </p:nvSpPr>
        <p:spPr bwMode="gray">
          <a:xfrm>
            <a:off x="7546797" y="5563571"/>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514350" indent="-514350">
              <a:buFont typeface="Arial" panose="020B0604020202020204" pitchFamily="34" charset="0"/>
              <a:buChar char="•"/>
            </a:pPr>
            <a:r>
              <a:rPr lang="en-US" sz="2800" b="1" dirty="0">
                <a:solidFill>
                  <a:schemeClr val="bg1"/>
                </a:solidFill>
                <a:latin typeface="Times New Roman" panose="02020603050405020304" pitchFamily="18" charset="0"/>
                <a:cs typeface="Times New Roman" panose="02020603050405020304" pitchFamily="18" charset="0"/>
              </a:rPr>
              <a:t>DECTECTIVE</a:t>
            </a:r>
            <a:endParaRPr lang="en-PK" sz="2800" b="1" dirty="0">
              <a:solidFill>
                <a:schemeClr val="bg1"/>
              </a:solidFill>
              <a:latin typeface="Times New Roman" panose="02020603050405020304" pitchFamily="18" charset="0"/>
              <a:cs typeface="Times New Roman" panose="02020603050405020304" pitchFamily="18" charset="0"/>
            </a:endParaRPr>
          </a:p>
        </p:txBody>
      </p:sp>
      <p:sp>
        <p:nvSpPr>
          <p:cNvPr id="13" name="Title 4">
            <a:extLst>
              <a:ext uri="{FF2B5EF4-FFF2-40B4-BE49-F238E27FC236}">
                <a16:creationId xmlns:a16="http://schemas.microsoft.com/office/drawing/2014/main" id="{5FBFD9F7-2D97-4F77-8943-17F64ABFFFD5}"/>
              </a:ext>
            </a:extLst>
          </p:cNvPr>
          <p:cNvSpPr txBox="1">
            <a:spLocks/>
          </p:cNvSpPr>
          <p:nvPr/>
        </p:nvSpPr>
        <p:spPr bwMode="gray">
          <a:xfrm>
            <a:off x="7546796" y="4856607"/>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buFont typeface="Arial" panose="020B0604020202020204" pitchFamily="34" charset="0"/>
              <a:buChar char="•"/>
            </a:pPr>
            <a:r>
              <a:rPr lang="en-US" sz="2800" b="1" dirty="0">
                <a:solidFill>
                  <a:schemeClr val="bg1"/>
                </a:solidFill>
                <a:latin typeface="Times New Roman" panose="02020603050405020304" pitchFamily="18" charset="0"/>
                <a:cs typeface="Times New Roman" panose="02020603050405020304" pitchFamily="18" charset="0"/>
              </a:rPr>
              <a:t>ACT AS A DETERANT</a:t>
            </a:r>
            <a:endParaRPr lang="en-PK" sz="2800" b="1"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57038914"/>
      </p:ext>
    </p:extLst>
  </p:cSld>
  <p:clrMapOvr>
    <a:masterClrMapping/>
  </p:clrMapOvr>
  <mc:AlternateContent xmlns:mc="http://schemas.openxmlformats.org/markup-compatibility/2006">
    <mc:Choice xmlns:p14="http://schemas.microsoft.com/office/powerpoint/2010/main" Requires="p14">
      <p:transition spd="slow" p14:dur="4000">
        <p14:vortex dir="r"/>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down)">
                                      <p:cBhvr>
                                        <p:cTn id="7" dur="580">
                                          <p:stCondLst>
                                            <p:cond delay="0"/>
                                          </p:stCondLst>
                                        </p:cTn>
                                        <p:tgtEl>
                                          <p:spTgt spid="5"/>
                                        </p:tgtEl>
                                      </p:cBhvr>
                                    </p:animEffect>
                                    <p:anim calcmode="lin" valueType="num">
                                      <p:cBhvr>
                                        <p:cTn id="8" dur="1822" tmFilter="0,0; 0.14,0.36; 0.43,0.73; 0.71,0.91; 1.0,1.0">
                                          <p:stCondLst>
                                            <p:cond delay="0"/>
                                          </p:stCondLst>
                                        </p:cTn>
                                        <p:tgtEl>
                                          <p:spTgt spid="5"/>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5"/>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5"/>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5"/>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5"/>
                                        </p:tgtEl>
                                        <p:attrNameLst>
                                          <p:attrName>ppt_y</p:attrName>
                                        </p:attrNameLst>
                                      </p:cBhvr>
                                      <p:tavLst>
                                        <p:tav tm="0" fmla="#ppt_y-sin(pi*$)/81">
                                          <p:val>
                                            <p:fltVal val="0"/>
                                          </p:val>
                                        </p:tav>
                                        <p:tav tm="100000">
                                          <p:val>
                                            <p:fltVal val="1"/>
                                          </p:val>
                                        </p:tav>
                                      </p:tavLst>
                                    </p:anim>
                                    <p:animScale>
                                      <p:cBhvr>
                                        <p:cTn id="13" dur="26">
                                          <p:stCondLst>
                                            <p:cond delay="650"/>
                                          </p:stCondLst>
                                        </p:cTn>
                                        <p:tgtEl>
                                          <p:spTgt spid="5"/>
                                        </p:tgtEl>
                                      </p:cBhvr>
                                      <p:to x="100000" y="60000"/>
                                    </p:animScale>
                                    <p:animScale>
                                      <p:cBhvr>
                                        <p:cTn id="14" dur="166" decel="50000">
                                          <p:stCondLst>
                                            <p:cond delay="676"/>
                                          </p:stCondLst>
                                        </p:cTn>
                                        <p:tgtEl>
                                          <p:spTgt spid="5"/>
                                        </p:tgtEl>
                                      </p:cBhvr>
                                      <p:to x="100000" y="100000"/>
                                    </p:animScale>
                                    <p:animScale>
                                      <p:cBhvr>
                                        <p:cTn id="15" dur="26">
                                          <p:stCondLst>
                                            <p:cond delay="1312"/>
                                          </p:stCondLst>
                                        </p:cTn>
                                        <p:tgtEl>
                                          <p:spTgt spid="5"/>
                                        </p:tgtEl>
                                      </p:cBhvr>
                                      <p:to x="100000" y="80000"/>
                                    </p:animScale>
                                    <p:animScale>
                                      <p:cBhvr>
                                        <p:cTn id="16" dur="166" decel="50000">
                                          <p:stCondLst>
                                            <p:cond delay="1338"/>
                                          </p:stCondLst>
                                        </p:cTn>
                                        <p:tgtEl>
                                          <p:spTgt spid="5"/>
                                        </p:tgtEl>
                                      </p:cBhvr>
                                      <p:to x="100000" y="100000"/>
                                    </p:animScale>
                                    <p:animScale>
                                      <p:cBhvr>
                                        <p:cTn id="17" dur="26">
                                          <p:stCondLst>
                                            <p:cond delay="1642"/>
                                          </p:stCondLst>
                                        </p:cTn>
                                        <p:tgtEl>
                                          <p:spTgt spid="5"/>
                                        </p:tgtEl>
                                      </p:cBhvr>
                                      <p:to x="100000" y="90000"/>
                                    </p:animScale>
                                    <p:animScale>
                                      <p:cBhvr>
                                        <p:cTn id="18" dur="166" decel="50000">
                                          <p:stCondLst>
                                            <p:cond delay="1668"/>
                                          </p:stCondLst>
                                        </p:cTn>
                                        <p:tgtEl>
                                          <p:spTgt spid="5"/>
                                        </p:tgtEl>
                                      </p:cBhvr>
                                      <p:to x="100000" y="100000"/>
                                    </p:animScale>
                                    <p:animScale>
                                      <p:cBhvr>
                                        <p:cTn id="19" dur="26">
                                          <p:stCondLst>
                                            <p:cond delay="1808"/>
                                          </p:stCondLst>
                                        </p:cTn>
                                        <p:tgtEl>
                                          <p:spTgt spid="5"/>
                                        </p:tgtEl>
                                      </p:cBhvr>
                                      <p:to x="100000" y="95000"/>
                                    </p:animScale>
                                    <p:animScale>
                                      <p:cBhvr>
                                        <p:cTn id="20" dur="166" decel="50000">
                                          <p:stCondLst>
                                            <p:cond delay="1834"/>
                                          </p:stCondLst>
                                        </p:cTn>
                                        <p:tgtEl>
                                          <p:spTgt spid="5"/>
                                        </p:tgtEl>
                                      </p:cBhvr>
                                      <p:to x="100000" y="100000"/>
                                    </p:animScale>
                                  </p:childTnLst>
                                </p:cTn>
                              </p:par>
                            </p:childTnLst>
                          </p:cTn>
                        </p:par>
                      </p:childTnLst>
                    </p:cTn>
                  </p:par>
                  <p:par>
                    <p:cTn id="21" fill="hold">
                      <p:stCondLst>
                        <p:cond delay="indefinite"/>
                      </p:stCondLst>
                      <p:childTnLst>
                        <p:par>
                          <p:cTn id="22" fill="hold">
                            <p:stCondLst>
                              <p:cond delay="0"/>
                            </p:stCondLst>
                            <p:childTnLst>
                              <p:par>
                                <p:cTn id="23" presetID="42" presetClass="entr" presetSubtype="0" fill="hold" nodeType="clickEffect">
                                  <p:stCondLst>
                                    <p:cond delay="0"/>
                                  </p:stCondLst>
                                  <p:childTnLst>
                                    <p:set>
                                      <p:cBhvr>
                                        <p:cTn id="24" dur="1" fill="hold">
                                          <p:stCondLst>
                                            <p:cond delay="0"/>
                                          </p:stCondLst>
                                        </p:cTn>
                                        <p:tgtEl>
                                          <p:spTgt spid="6">
                                            <p:txEl>
                                              <p:pRg st="0" end="0"/>
                                            </p:txEl>
                                          </p:spTgt>
                                        </p:tgtEl>
                                        <p:attrNameLst>
                                          <p:attrName>style.visibility</p:attrName>
                                        </p:attrNameLst>
                                      </p:cBhvr>
                                      <p:to>
                                        <p:strVal val="visible"/>
                                      </p:to>
                                    </p:set>
                                    <p:animEffect transition="in" filter="fade">
                                      <p:cBhvr>
                                        <p:cTn id="25" dur="1000"/>
                                        <p:tgtEl>
                                          <p:spTgt spid="6">
                                            <p:txEl>
                                              <p:pRg st="0" end="0"/>
                                            </p:txEl>
                                          </p:spTgt>
                                        </p:tgtEl>
                                      </p:cBhvr>
                                    </p:animEffect>
                                    <p:anim calcmode="lin" valueType="num">
                                      <p:cBhvr>
                                        <p:cTn id="26" dur="1000" fill="hold"/>
                                        <p:tgtEl>
                                          <p:spTgt spid="6">
                                            <p:txEl>
                                              <p:pRg st="0" end="0"/>
                                            </p:txEl>
                                          </p:spTgt>
                                        </p:tgtEl>
                                        <p:attrNameLst>
                                          <p:attrName>ppt_x</p:attrName>
                                        </p:attrNameLst>
                                      </p:cBhvr>
                                      <p:tavLst>
                                        <p:tav tm="0">
                                          <p:val>
                                            <p:strVal val="#ppt_x"/>
                                          </p:val>
                                        </p:tav>
                                        <p:tav tm="100000">
                                          <p:val>
                                            <p:strVal val="#ppt_x"/>
                                          </p:val>
                                        </p:tav>
                                      </p:tavLst>
                                    </p:anim>
                                    <p:anim calcmode="lin" valueType="num">
                                      <p:cBhvr>
                                        <p:cTn id="27" dur="1000" fill="hold"/>
                                        <p:tgtEl>
                                          <p:spTgt spid="6">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8">
                                            <p:txEl>
                                              <p:pRg st="0" end="0"/>
                                            </p:txEl>
                                          </p:spTgt>
                                        </p:tgtEl>
                                        <p:attrNameLst>
                                          <p:attrName>style.visibility</p:attrName>
                                        </p:attrNameLst>
                                      </p:cBhvr>
                                      <p:to>
                                        <p:strVal val="visible"/>
                                      </p:to>
                                    </p:set>
                                    <p:animEffect transition="in" filter="wipe(down)">
                                      <p:cBhvr>
                                        <p:cTn id="32" dur="500"/>
                                        <p:tgtEl>
                                          <p:spTgt spid="8">
                                            <p:txEl>
                                              <p:pRg st="0" end="0"/>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6" presetClass="entr" presetSubtype="16" fill="hold" nodeType="clickEffect">
                                  <p:stCondLst>
                                    <p:cond delay="0"/>
                                  </p:stCondLst>
                                  <p:childTnLst>
                                    <p:set>
                                      <p:cBhvr>
                                        <p:cTn id="36" dur="1" fill="hold">
                                          <p:stCondLst>
                                            <p:cond delay="0"/>
                                          </p:stCondLst>
                                        </p:cTn>
                                        <p:tgtEl>
                                          <p:spTgt spid="7">
                                            <p:txEl>
                                              <p:pRg st="0" end="0"/>
                                            </p:txEl>
                                          </p:spTgt>
                                        </p:tgtEl>
                                        <p:attrNameLst>
                                          <p:attrName>style.visibility</p:attrName>
                                        </p:attrNameLst>
                                      </p:cBhvr>
                                      <p:to>
                                        <p:strVal val="visible"/>
                                      </p:to>
                                    </p:set>
                                    <p:animEffect transition="in" filter="circle(in)">
                                      <p:cBhvr>
                                        <p:cTn id="37" dur="2000"/>
                                        <p:tgtEl>
                                          <p:spTgt spid="7">
                                            <p:txEl>
                                              <p:pRg st="0" end="0"/>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53" presetClass="entr" presetSubtype="16" fill="hold" nodeType="clickEffect">
                                  <p:stCondLst>
                                    <p:cond delay="0"/>
                                  </p:stCondLst>
                                  <p:childTnLst>
                                    <p:set>
                                      <p:cBhvr>
                                        <p:cTn id="41" dur="1" fill="hold">
                                          <p:stCondLst>
                                            <p:cond delay="0"/>
                                          </p:stCondLst>
                                        </p:cTn>
                                        <p:tgtEl>
                                          <p:spTgt spid="13">
                                            <p:txEl>
                                              <p:pRg st="0" end="0"/>
                                            </p:txEl>
                                          </p:spTgt>
                                        </p:tgtEl>
                                        <p:attrNameLst>
                                          <p:attrName>style.visibility</p:attrName>
                                        </p:attrNameLst>
                                      </p:cBhvr>
                                      <p:to>
                                        <p:strVal val="visible"/>
                                      </p:to>
                                    </p:set>
                                    <p:anim calcmode="lin" valueType="num">
                                      <p:cBhvr>
                                        <p:cTn id="42"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3">
                                            <p:txEl>
                                              <p:pRg st="0" end="0"/>
                                            </p:txEl>
                                          </p:spTgt>
                                        </p:tgtEl>
                                      </p:cBhvr>
                                    </p:animEffect>
                                  </p:childTnLst>
                                </p:cTn>
                              </p:par>
                            </p:childTnLst>
                          </p:cTn>
                        </p:par>
                      </p:childTnLst>
                    </p:cTn>
                  </p:par>
                  <p:par>
                    <p:cTn id="45" fill="hold">
                      <p:stCondLst>
                        <p:cond delay="indefinite"/>
                      </p:stCondLst>
                      <p:childTnLst>
                        <p:par>
                          <p:cTn id="46" fill="hold">
                            <p:stCondLst>
                              <p:cond delay="0"/>
                            </p:stCondLst>
                            <p:childTnLst>
                              <p:par>
                                <p:cTn id="47" presetID="26" presetClass="entr" presetSubtype="0" fill="hold" nodeType="clickEffect">
                                  <p:stCondLst>
                                    <p:cond delay="0"/>
                                  </p:stCondLst>
                                  <p:childTnLst>
                                    <p:set>
                                      <p:cBhvr>
                                        <p:cTn id="48" dur="1" fill="hold">
                                          <p:stCondLst>
                                            <p:cond delay="0"/>
                                          </p:stCondLst>
                                        </p:cTn>
                                        <p:tgtEl>
                                          <p:spTgt spid="9">
                                            <p:txEl>
                                              <p:pRg st="0" end="0"/>
                                            </p:txEl>
                                          </p:spTgt>
                                        </p:tgtEl>
                                        <p:attrNameLst>
                                          <p:attrName>style.visibility</p:attrName>
                                        </p:attrNameLst>
                                      </p:cBhvr>
                                      <p:to>
                                        <p:strVal val="visible"/>
                                      </p:to>
                                    </p:set>
                                    <p:animEffect transition="in" filter="wipe(down)">
                                      <p:cBhvr>
                                        <p:cTn id="49" dur="580">
                                          <p:stCondLst>
                                            <p:cond delay="0"/>
                                          </p:stCondLst>
                                        </p:cTn>
                                        <p:tgtEl>
                                          <p:spTgt spid="9">
                                            <p:txEl>
                                              <p:pRg st="0" end="0"/>
                                            </p:txEl>
                                          </p:spTgt>
                                        </p:tgtEl>
                                      </p:cBhvr>
                                    </p:animEffect>
                                    <p:anim calcmode="lin" valueType="num">
                                      <p:cBhvr>
                                        <p:cTn id="50" dur="1822" tmFilter="0,0; 0.14,0.36; 0.43,0.73; 0.71,0.91; 1.0,1.0">
                                          <p:stCondLst>
                                            <p:cond delay="0"/>
                                          </p:stCondLst>
                                        </p:cTn>
                                        <p:tgtEl>
                                          <p:spTgt spid="9">
                                            <p:txEl>
                                              <p:pRg st="0" end="0"/>
                                            </p:txEl>
                                          </p:spTgt>
                                        </p:tgtEl>
                                        <p:attrNameLst>
                                          <p:attrName>ppt_x</p:attrName>
                                        </p:attrNameLst>
                                      </p:cBhvr>
                                      <p:tavLst>
                                        <p:tav tm="0">
                                          <p:val>
                                            <p:strVal val="#ppt_x-0.25"/>
                                          </p:val>
                                        </p:tav>
                                        <p:tav tm="100000">
                                          <p:val>
                                            <p:strVal val="#ppt_x"/>
                                          </p:val>
                                        </p:tav>
                                      </p:tavLst>
                                    </p:anim>
                                    <p:anim calcmode="lin" valueType="num">
                                      <p:cBhvr>
                                        <p:cTn id="51" dur="664" tmFilter="0.0,0.0; 0.25,0.07; 0.50,0.2; 0.75,0.467; 1.0,1.0">
                                          <p:stCondLst>
                                            <p:cond delay="0"/>
                                          </p:stCondLst>
                                        </p:cTn>
                                        <p:tgtEl>
                                          <p:spTgt spid="9">
                                            <p:txEl>
                                              <p:pRg st="0" end="0"/>
                                            </p:txEl>
                                          </p:spTgt>
                                        </p:tgtEl>
                                        <p:attrNameLst>
                                          <p:attrName>ppt_y</p:attrName>
                                        </p:attrNameLst>
                                      </p:cBhvr>
                                      <p:tavLst>
                                        <p:tav tm="0" fmla="#ppt_y-sin(pi*$)/3">
                                          <p:val>
                                            <p:fltVal val="0.5"/>
                                          </p:val>
                                        </p:tav>
                                        <p:tav tm="100000">
                                          <p:val>
                                            <p:fltVal val="1"/>
                                          </p:val>
                                        </p:tav>
                                      </p:tavLst>
                                    </p:anim>
                                    <p:anim calcmode="lin" valueType="num">
                                      <p:cBhvr>
                                        <p:cTn id="52" dur="664" tmFilter="0, 0; 0.125,0.2665; 0.25,0.4; 0.375,0.465; 0.5,0.5;  0.625,0.535; 0.75,0.6; 0.875,0.7335; 1,1">
                                          <p:stCondLst>
                                            <p:cond delay="664"/>
                                          </p:stCondLst>
                                        </p:cTn>
                                        <p:tgtEl>
                                          <p:spTgt spid="9">
                                            <p:txEl>
                                              <p:pRg st="0" end="0"/>
                                            </p:txEl>
                                          </p:spTgt>
                                        </p:tgtEl>
                                        <p:attrNameLst>
                                          <p:attrName>ppt_y</p:attrName>
                                        </p:attrNameLst>
                                      </p:cBhvr>
                                      <p:tavLst>
                                        <p:tav tm="0" fmla="#ppt_y-sin(pi*$)/9">
                                          <p:val>
                                            <p:fltVal val="0"/>
                                          </p:val>
                                        </p:tav>
                                        <p:tav tm="100000">
                                          <p:val>
                                            <p:fltVal val="1"/>
                                          </p:val>
                                        </p:tav>
                                      </p:tavLst>
                                    </p:anim>
                                    <p:anim calcmode="lin" valueType="num">
                                      <p:cBhvr>
                                        <p:cTn id="53" dur="332" tmFilter="0, 0; 0.125,0.2665; 0.25,0.4; 0.375,0.465; 0.5,0.5;  0.625,0.535; 0.75,0.6; 0.875,0.7335; 1,1">
                                          <p:stCondLst>
                                            <p:cond delay="1324"/>
                                          </p:stCondLst>
                                        </p:cTn>
                                        <p:tgtEl>
                                          <p:spTgt spid="9">
                                            <p:txEl>
                                              <p:pRg st="0" end="0"/>
                                            </p:txEl>
                                          </p:spTgt>
                                        </p:tgtEl>
                                        <p:attrNameLst>
                                          <p:attrName>ppt_y</p:attrName>
                                        </p:attrNameLst>
                                      </p:cBhvr>
                                      <p:tavLst>
                                        <p:tav tm="0" fmla="#ppt_y-sin(pi*$)/27">
                                          <p:val>
                                            <p:fltVal val="0"/>
                                          </p:val>
                                        </p:tav>
                                        <p:tav tm="100000">
                                          <p:val>
                                            <p:fltVal val="1"/>
                                          </p:val>
                                        </p:tav>
                                      </p:tavLst>
                                    </p:anim>
                                    <p:anim calcmode="lin" valueType="num">
                                      <p:cBhvr>
                                        <p:cTn id="54" dur="164" tmFilter="0, 0; 0.125,0.2665; 0.25,0.4; 0.375,0.465; 0.5,0.5;  0.625,0.535; 0.75,0.6; 0.875,0.7335; 1,1">
                                          <p:stCondLst>
                                            <p:cond delay="1656"/>
                                          </p:stCondLst>
                                        </p:cTn>
                                        <p:tgtEl>
                                          <p:spTgt spid="9">
                                            <p:txEl>
                                              <p:pRg st="0" end="0"/>
                                            </p:txEl>
                                          </p:spTgt>
                                        </p:tgtEl>
                                        <p:attrNameLst>
                                          <p:attrName>ppt_y</p:attrName>
                                        </p:attrNameLst>
                                      </p:cBhvr>
                                      <p:tavLst>
                                        <p:tav tm="0" fmla="#ppt_y-sin(pi*$)/81">
                                          <p:val>
                                            <p:fltVal val="0"/>
                                          </p:val>
                                        </p:tav>
                                        <p:tav tm="100000">
                                          <p:val>
                                            <p:fltVal val="1"/>
                                          </p:val>
                                        </p:tav>
                                      </p:tavLst>
                                    </p:anim>
                                    <p:animScale>
                                      <p:cBhvr>
                                        <p:cTn id="55" dur="26">
                                          <p:stCondLst>
                                            <p:cond delay="650"/>
                                          </p:stCondLst>
                                        </p:cTn>
                                        <p:tgtEl>
                                          <p:spTgt spid="9">
                                            <p:txEl>
                                              <p:pRg st="0" end="0"/>
                                            </p:txEl>
                                          </p:spTgt>
                                        </p:tgtEl>
                                      </p:cBhvr>
                                      <p:to x="100000" y="60000"/>
                                    </p:animScale>
                                    <p:animScale>
                                      <p:cBhvr>
                                        <p:cTn id="56" dur="166" decel="50000">
                                          <p:stCondLst>
                                            <p:cond delay="676"/>
                                          </p:stCondLst>
                                        </p:cTn>
                                        <p:tgtEl>
                                          <p:spTgt spid="9">
                                            <p:txEl>
                                              <p:pRg st="0" end="0"/>
                                            </p:txEl>
                                          </p:spTgt>
                                        </p:tgtEl>
                                      </p:cBhvr>
                                      <p:to x="100000" y="100000"/>
                                    </p:animScale>
                                    <p:animScale>
                                      <p:cBhvr>
                                        <p:cTn id="57" dur="26">
                                          <p:stCondLst>
                                            <p:cond delay="1312"/>
                                          </p:stCondLst>
                                        </p:cTn>
                                        <p:tgtEl>
                                          <p:spTgt spid="9">
                                            <p:txEl>
                                              <p:pRg st="0" end="0"/>
                                            </p:txEl>
                                          </p:spTgt>
                                        </p:tgtEl>
                                      </p:cBhvr>
                                      <p:to x="100000" y="80000"/>
                                    </p:animScale>
                                    <p:animScale>
                                      <p:cBhvr>
                                        <p:cTn id="58" dur="166" decel="50000">
                                          <p:stCondLst>
                                            <p:cond delay="1338"/>
                                          </p:stCondLst>
                                        </p:cTn>
                                        <p:tgtEl>
                                          <p:spTgt spid="9">
                                            <p:txEl>
                                              <p:pRg st="0" end="0"/>
                                            </p:txEl>
                                          </p:spTgt>
                                        </p:tgtEl>
                                      </p:cBhvr>
                                      <p:to x="100000" y="100000"/>
                                    </p:animScale>
                                    <p:animScale>
                                      <p:cBhvr>
                                        <p:cTn id="59" dur="26">
                                          <p:stCondLst>
                                            <p:cond delay="1642"/>
                                          </p:stCondLst>
                                        </p:cTn>
                                        <p:tgtEl>
                                          <p:spTgt spid="9">
                                            <p:txEl>
                                              <p:pRg st="0" end="0"/>
                                            </p:txEl>
                                          </p:spTgt>
                                        </p:tgtEl>
                                      </p:cBhvr>
                                      <p:to x="100000" y="90000"/>
                                    </p:animScale>
                                    <p:animScale>
                                      <p:cBhvr>
                                        <p:cTn id="60" dur="166" decel="50000">
                                          <p:stCondLst>
                                            <p:cond delay="1668"/>
                                          </p:stCondLst>
                                        </p:cTn>
                                        <p:tgtEl>
                                          <p:spTgt spid="9">
                                            <p:txEl>
                                              <p:pRg st="0" end="0"/>
                                            </p:txEl>
                                          </p:spTgt>
                                        </p:tgtEl>
                                      </p:cBhvr>
                                      <p:to x="100000" y="100000"/>
                                    </p:animScale>
                                    <p:animScale>
                                      <p:cBhvr>
                                        <p:cTn id="61" dur="26">
                                          <p:stCondLst>
                                            <p:cond delay="1808"/>
                                          </p:stCondLst>
                                        </p:cTn>
                                        <p:tgtEl>
                                          <p:spTgt spid="9">
                                            <p:txEl>
                                              <p:pRg st="0" end="0"/>
                                            </p:txEl>
                                          </p:spTgt>
                                        </p:tgtEl>
                                      </p:cBhvr>
                                      <p:to x="100000" y="95000"/>
                                    </p:animScale>
                                    <p:animScale>
                                      <p:cBhvr>
                                        <p:cTn id="62" dur="166" decel="50000">
                                          <p:stCondLst>
                                            <p:cond delay="1834"/>
                                          </p:stCondLst>
                                        </p:cTn>
                                        <p:tgtEl>
                                          <p:spTgt spid="9">
                                            <p:txEl>
                                              <p:pRg st="0" end="0"/>
                                            </p:txEl>
                                          </p:spTgt>
                                        </p:tgtEl>
                                      </p:cBhvr>
                                      <p:to x="100000" y="10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3000"/>
            <a:lum/>
          </a:blip>
          <a:srcRect/>
          <a:stretch>
            <a:fillRect l="-3000" r="-3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93A2E4-EA3F-4C65-8F75-C71A417A5FF7}"/>
              </a:ext>
            </a:extLst>
          </p:cNvPr>
          <p:cNvSpPr>
            <a:spLocks noGrp="1"/>
          </p:cNvSpPr>
          <p:nvPr>
            <p:ph type="title"/>
          </p:nvPr>
        </p:nvSpPr>
        <p:spPr>
          <a:xfrm>
            <a:off x="1607716" y="929279"/>
            <a:ext cx="8761413" cy="706964"/>
          </a:xfrm>
        </p:spPr>
        <p:txBody>
          <a:bodyPr/>
          <a:lstStyle/>
          <a:p>
            <a:r>
              <a:rPr lang="en-US" sz="6000" b="1" dirty="0"/>
              <a:t>S.M  TECHNOLOGIES </a:t>
            </a:r>
            <a:endParaRPr lang="en-PK" sz="6000" b="1" dirty="0"/>
          </a:p>
        </p:txBody>
      </p:sp>
      <p:sp>
        <p:nvSpPr>
          <p:cNvPr id="3" name="Title 1">
            <a:extLst>
              <a:ext uri="{FF2B5EF4-FFF2-40B4-BE49-F238E27FC236}">
                <a16:creationId xmlns:a16="http://schemas.microsoft.com/office/drawing/2014/main" id="{33D8E928-20EF-48B0-8C45-7593B5590F81}"/>
              </a:ext>
            </a:extLst>
          </p:cNvPr>
          <p:cNvSpPr txBox="1">
            <a:spLocks/>
          </p:cNvSpPr>
          <p:nvPr/>
        </p:nvSpPr>
        <p:spPr bwMode="gray">
          <a:xfrm>
            <a:off x="1760116" y="1081679"/>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K" sz="6000" b="1" dirty="0"/>
          </a:p>
        </p:txBody>
      </p:sp>
      <p:sp>
        <p:nvSpPr>
          <p:cNvPr id="4" name="Title 1">
            <a:extLst>
              <a:ext uri="{FF2B5EF4-FFF2-40B4-BE49-F238E27FC236}">
                <a16:creationId xmlns:a16="http://schemas.microsoft.com/office/drawing/2014/main" id="{030EA02C-61C8-4A1F-AF76-095C34D5E635}"/>
              </a:ext>
            </a:extLst>
          </p:cNvPr>
          <p:cNvSpPr txBox="1">
            <a:spLocks/>
          </p:cNvSpPr>
          <p:nvPr/>
        </p:nvSpPr>
        <p:spPr bwMode="gray">
          <a:xfrm>
            <a:off x="1912516" y="1234079"/>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K" sz="6000" b="1" dirty="0"/>
          </a:p>
        </p:txBody>
      </p:sp>
      <p:sp>
        <p:nvSpPr>
          <p:cNvPr id="5" name="Title 1">
            <a:extLst>
              <a:ext uri="{FF2B5EF4-FFF2-40B4-BE49-F238E27FC236}">
                <a16:creationId xmlns:a16="http://schemas.microsoft.com/office/drawing/2014/main" id="{2E8F08FF-38C1-46A2-8D61-965DBCCE822A}"/>
              </a:ext>
            </a:extLst>
          </p:cNvPr>
          <p:cNvSpPr txBox="1">
            <a:spLocks/>
          </p:cNvSpPr>
          <p:nvPr/>
        </p:nvSpPr>
        <p:spPr bwMode="gray">
          <a:xfrm>
            <a:off x="2064916" y="1386479"/>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K" sz="6000" b="1" dirty="0"/>
          </a:p>
        </p:txBody>
      </p:sp>
      <p:sp>
        <p:nvSpPr>
          <p:cNvPr id="6" name="Title 1">
            <a:extLst>
              <a:ext uri="{FF2B5EF4-FFF2-40B4-BE49-F238E27FC236}">
                <a16:creationId xmlns:a16="http://schemas.microsoft.com/office/drawing/2014/main" id="{D368AB84-D8D9-480F-9066-91A3ACF6312C}"/>
              </a:ext>
            </a:extLst>
          </p:cNvPr>
          <p:cNvSpPr txBox="1">
            <a:spLocks/>
          </p:cNvSpPr>
          <p:nvPr/>
        </p:nvSpPr>
        <p:spPr bwMode="gray">
          <a:xfrm>
            <a:off x="2217316" y="1538879"/>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endParaRPr lang="en-PK" sz="6000" b="1" dirty="0"/>
          </a:p>
        </p:txBody>
      </p:sp>
      <p:sp>
        <p:nvSpPr>
          <p:cNvPr id="7" name="Title 1">
            <a:extLst>
              <a:ext uri="{FF2B5EF4-FFF2-40B4-BE49-F238E27FC236}">
                <a16:creationId xmlns:a16="http://schemas.microsoft.com/office/drawing/2014/main" id="{4DE4CC8F-6576-4391-896C-21ECC998B7EB}"/>
              </a:ext>
            </a:extLst>
          </p:cNvPr>
          <p:cNvSpPr txBox="1">
            <a:spLocks/>
          </p:cNvSpPr>
          <p:nvPr/>
        </p:nvSpPr>
        <p:spPr bwMode="gray">
          <a:xfrm>
            <a:off x="1255149" y="6151036"/>
            <a:ext cx="8761413" cy="706964"/>
          </a:xfrm>
          <a:prstGeom prst="rect">
            <a:avLst/>
          </a:prstGeom>
        </p:spPr>
        <p:txBody>
          <a:bodyPr vert="horz" lIns="91440" tIns="45720" rIns="91440" bIns="45720" rtlCol="0" anchor="t">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lgn="ctr">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Intrusion detection</a:t>
            </a:r>
            <a:endParaRPr lang="en-PK" sz="2800" b="1" dirty="0">
              <a:solidFill>
                <a:schemeClr val="tx1"/>
              </a:solidFill>
              <a:latin typeface="Times New Roman" panose="02020603050405020304" pitchFamily="18" charset="0"/>
              <a:cs typeface="Times New Roman" panose="02020603050405020304" pitchFamily="18" charset="0"/>
            </a:endParaRPr>
          </a:p>
        </p:txBody>
      </p:sp>
      <p:sp>
        <p:nvSpPr>
          <p:cNvPr id="8" name="Title 1">
            <a:extLst>
              <a:ext uri="{FF2B5EF4-FFF2-40B4-BE49-F238E27FC236}">
                <a16:creationId xmlns:a16="http://schemas.microsoft.com/office/drawing/2014/main" id="{F7A4A9AC-B741-4BAC-94F4-23E7B7F888F8}"/>
              </a:ext>
            </a:extLst>
          </p:cNvPr>
          <p:cNvSpPr txBox="1">
            <a:spLocks/>
          </p:cNvSpPr>
          <p:nvPr/>
        </p:nvSpPr>
        <p:spPr bwMode="gray">
          <a:xfrm>
            <a:off x="-2620591" y="5167295"/>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lgn="ctr">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BACKUP</a:t>
            </a:r>
            <a:endParaRPr lang="en-PK" sz="2800" b="1" dirty="0">
              <a:solidFill>
                <a:schemeClr val="tx1"/>
              </a:solidFill>
              <a:latin typeface="Times New Roman" panose="02020603050405020304" pitchFamily="18" charset="0"/>
              <a:cs typeface="Times New Roman" panose="02020603050405020304" pitchFamily="18" charset="0"/>
            </a:endParaRPr>
          </a:p>
        </p:txBody>
      </p:sp>
      <p:sp>
        <p:nvSpPr>
          <p:cNvPr id="9" name="Title 1">
            <a:extLst>
              <a:ext uri="{FF2B5EF4-FFF2-40B4-BE49-F238E27FC236}">
                <a16:creationId xmlns:a16="http://schemas.microsoft.com/office/drawing/2014/main" id="{C05B905B-3E74-4CBC-9A5B-5DB40DE77DA1}"/>
              </a:ext>
            </a:extLst>
          </p:cNvPr>
          <p:cNvSpPr txBox="1">
            <a:spLocks/>
          </p:cNvSpPr>
          <p:nvPr/>
        </p:nvSpPr>
        <p:spPr bwMode="gray">
          <a:xfrm>
            <a:off x="4684407" y="2803583"/>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lgn="ctr">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Virus protection </a:t>
            </a:r>
            <a:endParaRPr lang="en-PK" sz="2800" b="1" dirty="0">
              <a:solidFill>
                <a:schemeClr val="tx1"/>
              </a:solidFill>
              <a:latin typeface="Times New Roman" panose="02020603050405020304" pitchFamily="18" charset="0"/>
              <a:cs typeface="Times New Roman" panose="02020603050405020304" pitchFamily="18" charset="0"/>
            </a:endParaRPr>
          </a:p>
        </p:txBody>
      </p:sp>
      <p:sp>
        <p:nvSpPr>
          <p:cNvPr id="10" name="Title 1">
            <a:extLst>
              <a:ext uri="{FF2B5EF4-FFF2-40B4-BE49-F238E27FC236}">
                <a16:creationId xmlns:a16="http://schemas.microsoft.com/office/drawing/2014/main" id="{2FD49661-3D87-4082-8A44-680149B576F7}"/>
              </a:ext>
            </a:extLst>
          </p:cNvPr>
          <p:cNvSpPr txBox="1">
            <a:spLocks/>
          </p:cNvSpPr>
          <p:nvPr/>
        </p:nvSpPr>
        <p:spPr bwMode="gray">
          <a:xfrm>
            <a:off x="5478883" y="5118039"/>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lgn="ctr">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USER IDENTIFICATION </a:t>
            </a:r>
            <a:endParaRPr lang="en-PK" sz="2800" b="1" dirty="0">
              <a:solidFill>
                <a:schemeClr val="tx1"/>
              </a:solidFill>
              <a:latin typeface="Times New Roman" panose="02020603050405020304" pitchFamily="18" charset="0"/>
              <a:cs typeface="Times New Roman" panose="02020603050405020304" pitchFamily="18" charset="0"/>
            </a:endParaRPr>
          </a:p>
        </p:txBody>
      </p:sp>
      <p:sp>
        <p:nvSpPr>
          <p:cNvPr id="11" name="Title 1">
            <a:extLst>
              <a:ext uri="{FF2B5EF4-FFF2-40B4-BE49-F238E27FC236}">
                <a16:creationId xmlns:a16="http://schemas.microsoft.com/office/drawing/2014/main" id="{EB3FAB59-B70D-41E3-8F02-00D5E2ED0070}"/>
              </a:ext>
            </a:extLst>
          </p:cNvPr>
          <p:cNvSpPr txBox="1">
            <a:spLocks/>
          </p:cNvSpPr>
          <p:nvPr/>
        </p:nvSpPr>
        <p:spPr bwMode="gray">
          <a:xfrm>
            <a:off x="-2329885" y="2743774"/>
            <a:ext cx="8761413" cy="706964"/>
          </a:xfrm>
          <a:prstGeom prst="rect">
            <a:avLst/>
          </a:prstGeom>
        </p:spPr>
        <p:txBody>
          <a:bodyPr vert="horz" lIns="91440" tIns="45720" rIns="91440" bIns="45720" rtlCol="0" anchor="ctr">
            <a:noAutofit/>
          </a:bodyPr>
          <a:lst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marL="457200" indent="-457200" algn="ctr">
              <a:buFont typeface="Arial" panose="020B0604020202020204" pitchFamily="34" charset="0"/>
              <a:buChar char="•"/>
            </a:pPr>
            <a:r>
              <a:rPr lang="en-US" sz="2800" b="1" dirty="0">
                <a:solidFill>
                  <a:schemeClr val="tx1"/>
                </a:solidFill>
                <a:latin typeface="Times New Roman" panose="02020603050405020304" pitchFamily="18" charset="0"/>
                <a:cs typeface="Times New Roman" panose="02020603050405020304" pitchFamily="18" charset="0"/>
              </a:rPr>
              <a:t>FIREWALL</a:t>
            </a:r>
            <a:endParaRPr lang="en-PK" sz="2800" b="1"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835499"/>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6" presetClass="entr" presetSubtype="0" fill="hold" nodeType="clickEffect">
                                  <p:stCondLst>
                                    <p:cond delay="0"/>
                                  </p:stCondLst>
                                  <p:childTnLst>
                                    <p:set>
                                      <p:cBhvr>
                                        <p:cTn id="11" dur="1" fill="hold">
                                          <p:stCondLst>
                                            <p:cond delay="0"/>
                                          </p:stCondLst>
                                        </p:cTn>
                                        <p:tgtEl>
                                          <p:spTgt spid="11">
                                            <p:txEl>
                                              <p:pRg st="0" end="0"/>
                                            </p:txEl>
                                          </p:spTgt>
                                        </p:tgtEl>
                                        <p:attrNameLst>
                                          <p:attrName>style.visibility</p:attrName>
                                        </p:attrNameLst>
                                      </p:cBhvr>
                                      <p:to>
                                        <p:strVal val="visible"/>
                                      </p:to>
                                    </p:set>
                                    <p:animEffect transition="in" filter="wipe(down)">
                                      <p:cBhvr>
                                        <p:cTn id="12" dur="580">
                                          <p:stCondLst>
                                            <p:cond delay="0"/>
                                          </p:stCondLst>
                                        </p:cTn>
                                        <p:tgtEl>
                                          <p:spTgt spid="11">
                                            <p:txEl>
                                              <p:pRg st="0" end="0"/>
                                            </p:txEl>
                                          </p:spTgt>
                                        </p:tgtEl>
                                      </p:cBhvr>
                                    </p:animEffect>
                                    <p:anim calcmode="lin" valueType="num">
                                      <p:cBhvr>
                                        <p:cTn id="13" dur="1822" tmFilter="0,0; 0.14,0.36; 0.43,0.73; 0.71,0.91; 1.0,1.0">
                                          <p:stCondLst>
                                            <p:cond delay="0"/>
                                          </p:stCondLst>
                                        </p:cTn>
                                        <p:tgtEl>
                                          <p:spTgt spid="11">
                                            <p:txEl>
                                              <p:pRg st="0" end="0"/>
                                            </p:txEl>
                                          </p:spTgt>
                                        </p:tgtEl>
                                        <p:attrNameLst>
                                          <p:attrName>ppt_x</p:attrName>
                                        </p:attrNameLst>
                                      </p:cBhvr>
                                      <p:tavLst>
                                        <p:tav tm="0">
                                          <p:val>
                                            <p:strVal val="#ppt_x-0.25"/>
                                          </p:val>
                                        </p:tav>
                                        <p:tav tm="100000">
                                          <p:val>
                                            <p:strVal val="#ppt_x"/>
                                          </p:val>
                                        </p:tav>
                                      </p:tavLst>
                                    </p:anim>
                                    <p:anim calcmode="lin" valueType="num">
                                      <p:cBhvr>
                                        <p:cTn id="14" dur="664" tmFilter="0.0,0.0; 0.25,0.07; 0.50,0.2; 0.75,0.467; 1.0,1.0">
                                          <p:stCondLst>
                                            <p:cond delay="0"/>
                                          </p:stCondLst>
                                        </p:cTn>
                                        <p:tgtEl>
                                          <p:spTgt spid="11">
                                            <p:txEl>
                                              <p:pRg st="0" end="0"/>
                                            </p:txEl>
                                          </p:spTgt>
                                        </p:tgtEl>
                                        <p:attrNameLst>
                                          <p:attrName>ppt_y</p:attrName>
                                        </p:attrNameLst>
                                      </p:cBhvr>
                                      <p:tavLst>
                                        <p:tav tm="0" fmla="#ppt_y-sin(pi*$)/3">
                                          <p:val>
                                            <p:fltVal val="0.5"/>
                                          </p:val>
                                        </p:tav>
                                        <p:tav tm="100000">
                                          <p:val>
                                            <p:fltVal val="1"/>
                                          </p:val>
                                        </p:tav>
                                      </p:tavLst>
                                    </p:anim>
                                    <p:anim calcmode="lin" valueType="num">
                                      <p:cBhvr>
                                        <p:cTn id="15" dur="664" tmFilter="0, 0; 0.125,0.2665; 0.25,0.4; 0.375,0.465; 0.5,0.5;  0.625,0.535; 0.75,0.6; 0.875,0.7335; 1,1">
                                          <p:stCondLst>
                                            <p:cond delay="664"/>
                                          </p:stCondLst>
                                        </p:cTn>
                                        <p:tgtEl>
                                          <p:spTgt spid="11">
                                            <p:txEl>
                                              <p:pRg st="0" end="0"/>
                                            </p:txEl>
                                          </p:spTgt>
                                        </p:tgtEl>
                                        <p:attrNameLst>
                                          <p:attrName>ppt_y</p:attrName>
                                        </p:attrNameLst>
                                      </p:cBhvr>
                                      <p:tavLst>
                                        <p:tav tm="0" fmla="#ppt_y-sin(pi*$)/9">
                                          <p:val>
                                            <p:fltVal val="0"/>
                                          </p:val>
                                        </p:tav>
                                        <p:tav tm="100000">
                                          <p:val>
                                            <p:fltVal val="1"/>
                                          </p:val>
                                        </p:tav>
                                      </p:tavLst>
                                    </p:anim>
                                    <p:anim calcmode="lin" valueType="num">
                                      <p:cBhvr>
                                        <p:cTn id="16" dur="332" tmFilter="0, 0; 0.125,0.2665; 0.25,0.4; 0.375,0.465; 0.5,0.5;  0.625,0.535; 0.75,0.6; 0.875,0.7335; 1,1">
                                          <p:stCondLst>
                                            <p:cond delay="1324"/>
                                          </p:stCondLst>
                                        </p:cTn>
                                        <p:tgtEl>
                                          <p:spTgt spid="11">
                                            <p:txEl>
                                              <p:pRg st="0" end="0"/>
                                            </p:txEl>
                                          </p:spTgt>
                                        </p:tgtEl>
                                        <p:attrNameLst>
                                          <p:attrName>ppt_y</p:attrName>
                                        </p:attrNameLst>
                                      </p:cBhvr>
                                      <p:tavLst>
                                        <p:tav tm="0" fmla="#ppt_y-sin(pi*$)/27">
                                          <p:val>
                                            <p:fltVal val="0"/>
                                          </p:val>
                                        </p:tav>
                                        <p:tav tm="100000">
                                          <p:val>
                                            <p:fltVal val="1"/>
                                          </p:val>
                                        </p:tav>
                                      </p:tavLst>
                                    </p:anim>
                                    <p:anim calcmode="lin" valueType="num">
                                      <p:cBhvr>
                                        <p:cTn id="17" dur="164" tmFilter="0, 0; 0.125,0.2665; 0.25,0.4; 0.375,0.465; 0.5,0.5;  0.625,0.535; 0.75,0.6; 0.875,0.7335; 1,1">
                                          <p:stCondLst>
                                            <p:cond delay="1656"/>
                                          </p:stCondLst>
                                        </p:cTn>
                                        <p:tgtEl>
                                          <p:spTgt spid="11">
                                            <p:txEl>
                                              <p:pRg st="0" end="0"/>
                                            </p:txEl>
                                          </p:spTgt>
                                        </p:tgtEl>
                                        <p:attrNameLst>
                                          <p:attrName>ppt_y</p:attrName>
                                        </p:attrNameLst>
                                      </p:cBhvr>
                                      <p:tavLst>
                                        <p:tav tm="0" fmla="#ppt_y-sin(pi*$)/81">
                                          <p:val>
                                            <p:fltVal val="0"/>
                                          </p:val>
                                        </p:tav>
                                        <p:tav tm="100000">
                                          <p:val>
                                            <p:fltVal val="1"/>
                                          </p:val>
                                        </p:tav>
                                      </p:tavLst>
                                    </p:anim>
                                    <p:animScale>
                                      <p:cBhvr>
                                        <p:cTn id="18" dur="26">
                                          <p:stCondLst>
                                            <p:cond delay="650"/>
                                          </p:stCondLst>
                                        </p:cTn>
                                        <p:tgtEl>
                                          <p:spTgt spid="11">
                                            <p:txEl>
                                              <p:pRg st="0" end="0"/>
                                            </p:txEl>
                                          </p:spTgt>
                                        </p:tgtEl>
                                      </p:cBhvr>
                                      <p:to x="100000" y="60000"/>
                                    </p:animScale>
                                    <p:animScale>
                                      <p:cBhvr>
                                        <p:cTn id="19" dur="166" decel="50000">
                                          <p:stCondLst>
                                            <p:cond delay="676"/>
                                          </p:stCondLst>
                                        </p:cTn>
                                        <p:tgtEl>
                                          <p:spTgt spid="11">
                                            <p:txEl>
                                              <p:pRg st="0" end="0"/>
                                            </p:txEl>
                                          </p:spTgt>
                                        </p:tgtEl>
                                      </p:cBhvr>
                                      <p:to x="100000" y="100000"/>
                                    </p:animScale>
                                    <p:animScale>
                                      <p:cBhvr>
                                        <p:cTn id="20" dur="26">
                                          <p:stCondLst>
                                            <p:cond delay="1312"/>
                                          </p:stCondLst>
                                        </p:cTn>
                                        <p:tgtEl>
                                          <p:spTgt spid="11">
                                            <p:txEl>
                                              <p:pRg st="0" end="0"/>
                                            </p:txEl>
                                          </p:spTgt>
                                        </p:tgtEl>
                                      </p:cBhvr>
                                      <p:to x="100000" y="80000"/>
                                    </p:animScale>
                                    <p:animScale>
                                      <p:cBhvr>
                                        <p:cTn id="21" dur="166" decel="50000">
                                          <p:stCondLst>
                                            <p:cond delay="1338"/>
                                          </p:stCondLst>
                                        </p:cTn>
                                        <p:tgtEl>
                                          <p:spTgt spid="11">
                                            <p:txEl>
                                              <p:pRg st="0" end="0"/>
                                            </p:txEl>
                                          </p:spTgt>
                                        </p:tgtEl>
                                      </p:cBhvr>
                                      <p:to x="100000" y="100000"/>
                                    </p:animScale>
                                    <p:animScale>
                                      <p:cBhvr>
                                        <p:cTn id="22" dur="26">
                                          <p:stCondLst>
                                            <p:cond delay="1642"/>
                                          </p:stCondLst>
                                        </p:cTn>
                                        <p:tgtEl>
                                          <p:spTgt spid="11">
                                            <p:txEl>
                                              <p:pRg st="0" end="0"/>
                                            </p:txEl>
                                          </p:spTgt>
                                        </p:tgtEl>
                                      </p:cBhvr>
                                      <p:to x="100000" y="90000"/>
                                    </p:animScale>
                                    <p:animScale>
                                      <p:cBhvr>
                                        <p:cTn id="23" dur="166" decel="50000">
                                          <p:stCondLst>
                                            <p:cond delay="1668"/>
                                          </p:stCondLst>
                                        </p:cTn>
                                        <p:tgtEl>
                                          <p:spTgt spid="11">
                                            <p:txEl>
                                              <p:pRg st="0" end="0"/>
                                            </p:txEl>
                                          </p:spTgt>
                                        </p:tgtEl>
                                      </p:cBhvr>
                                      <p:to x="100000" y="100000"/>
                                    </p:animScale>
                                    <p:animScale>
                                      <p:cBhvr>
                                        <p:cTn id="24" dur="26">
                                          <p:stCondLst>
                                            <p:cond delay="1808"/>
                                          </p:stCondLst>
                                        </p:cTn>
                                        <p:tgtEl>
                                          <p:spTgt spid="11">
                                            <p:txEl>
                                              <p:pRg st="0" end="0"/>
                                            </p:txEl>
                                          </p:spTgt>
                                        </p:tgtEl>
                                      </p:cBhvr>
                                      <p:to x="100000" y="95000"/>
                                    </p:animScale>
                                    <p:animScale>
                                      <p:cBhvr>
                                        <p:cTn id="25" dur="166" decel="50000">
                                          <p:stCondLst>
                                            <p:cond delay="1834"/>
                                          </p:stCondLst>
                                        </p:cTn>
                                        <p:tgtEl>
                                          <p:spTgt spid="11">
                                            <p:txEl>
                                              <p:pRg st="0" end="0"/>
                                            </p:txEl>
                                          </p:spTgt>
                                        </p:tgtEl>
                                      </p:cBhvr>
                                      <p:to x="100000" y="100000"/>
                                    </p:animScale>
                                  </p:childTnLst>
                                </p:cTn>
                              </p:par>
                            </p:childTnLst>
                          </p:cTn>
                        </p:par>
                      </p:childTnLst>
                    </p:cTn>
                  </p:par>
                  <p:par>
                    <p:cTn id="26" fill="hold">
                      <p:stCondLst>
                        <p:cond delay="indefinite"/>
                      </p:stCondLst>
                      <p:childTnLst>
                        <p:par>
                          <p:cTn id="27" fill="hold">
                            <p:stCondLst>
                              <p:cond delay="0"/>
                            </p:stCondLst>
                            <p:childTnLst>
                              <p:par>
                                <p:cTn id="28" presetID="26" presetClass="entr" presetSubtype="0" fill="hold" nodeType="clickEffect">
                                  <p:stCondLst>
                                    <p:cond delay="0"/>
                                  </p:stCondLst>
                                  <p:childTnLst>
                                    <p:set>
                                      <p:cBhvr>
                                        <p:cTn id="29" dur="1" fill="hold">
                                          <p:stCondLst>
                                            <p:cond delay="0"/>
                                          </p:stCondLst>
                                        </p:cTn>
                                        <p:tgtEl>
                                          <p:spTgt spid="9">
                                            <p:txEl>
                                              <p:pRg st="0" end="0"/>
                                            </p:txEl>
                                          </p:spTgt>
                                        </p:tgtEl>
                                        <p:attrNameLst>
                                          <p:attrName>style.visibility</p:attrName>
                                        </p:attrNameLst>
                                      </p:cBhvr>
                                      <p:to>
                                        <p:strVal val="visible"/>
                                      </p:to>
                                    </p:set>
                                    <p:animEffect transition="in" filter="wipe(down)">
                                      <p:cBhvr>
                                        <p:cTn id="30" dur="580">
                                          <p:stCondLst>
                                            <p:cond delay="0"/>
                                          </p:stCondLst>
                                        </p:cTn>
                                        <p:tgtEl>
                                          <p:spTgt spid="9">
                                            <p:txEl>
                                              <p:pRg st="0" end="0"/>
                                            </p:txEl>
                                          </p:spTgt>
                                        </p:tgtEl>
                                      </p:cBhvr>
                                    </p:animEffect>
                                    <p:anim calcmode="lin" valueType="num">
                                      <p:cBhvr>
                                        <p:cTn id="31" dur="1822" tmFilter="0,0; 0.14,0.36; 0.43,0.73; 0.71,0.91; 1.0,1.0">
                                          <p:stCondLst>
                                            <p:cond delay="0"/>
                                          </p:stCondLst>
                                        </p:cTn>
                                        <p:tgtEl>
                                          <p:spTgt spid="9">
                                            <p:txEl>
                                              <p:pRg st="0" end="0"/>
                                            </p:txEl>
                                          </p:spTgt>
                                        </p:tgtEl>
                                        <p:attrNameLst>
                                          <p:attrName>ppt_x</p:attrName>
                                        </p:attrNameLst>
                                      </p:cBhvr>
                                      <p:tavLst>
                                        <p:tav tm="0">
                                          <p:val>
                                            <p:strVal val="#ppt_x-0.25"/>
                                          </p:val>
                                        </p:tav>
                                        <p:tav tm="100000">
                                          <p:val>
                                            <p:strVal val="#ppt_x"/>
                                          </p:val>
                                        </p:tav>
                                      </p:tavLst>
                                    </p:anim>
                                    <p:anim calcmode="lin" valueType="num">
                                      <p:cBhvr>
                                        <p:cTn id="32" dur="664" tmFilter="0.0,0.0; 0.25,0.07; 0.50,0.2; 0.75,0.467; 1.0,1.0">
                                          <p:stCondLst>
                                            <p:cond delay="0"/>
                                          </p:stCondLst>
                                        </p:cTn>
                                        <p:tgtEl>
                                          <p:spTgt spid="9">
                                            <p:txEl>
                                              <p:pRg st="0" end="0"/>
                                            </p:txEl>
                                          </p:spTgt>
                                        </p:tgtEl>
                                        <p:attrNameLst>
                                          <p:attrName>ppt_y</p:attrName>
                                        </p:attrNameLst>
                                      </p:cBhvr>
                                      <p:tavLst>
                                        <p:tav tm="0" fmla="#ppt_y-sin(pi*$)/3">
                                          <p:val>
                                            <p:fltVal val="0.5"/>
                                          </p:val>
                                        </p:tav>
                                        <p:tav tm="100000">
                                          <p:val>
                                            <p:fltVal val="1"/>
                                          </p:val>
                                        </p:tav>
                                      </p:tavLst>
                                    </p:anim>
                                    <p:anim calcmode="lin" valueType="num">
                                      <p:cBhvr>
                                        <p:cTn id="33" dur="664" tmFilter="0, 0; 0.125,0.2665; 0.25,0.4; 0.375,0.465; 0.5,0.5;  0.625,0.535; 0.75,0.6; 0.875,0.7335; 1,1">
                                          <p:stCondLst>
                                            <p:cond delay="664"/>
                                          </p:stCondLst>
                                        </p:cTn>
                                        <p:tgtEl>
                                          <p:spTgt spid="9">
                                            <p:txEl>
                                              <p:pRg st="0" end="0"/>
                                            </p:txEl>
                                          </p:spTgt>
                                        </p:tgtEl>
                                        <p:attrNameLst>
                                          <p:attrName>ppt_y</p:attrName>
                                        </p:attrNameLst>
                                      </p:cBhvr>
                                      <p:tavLst>
                                        <p:tav tm="0" fmla="#ppt_y-sin(pi*$)/9">
                                          <p:val>
                                            <p:fltVal val="0"/>
                                          </p:val>
                                        </p:tav>
                                        <p:tav tm="100000">
                                          <p:val>
                                            <p:fltVal val="1"/>
                                          </p:val>
                                        </p:tav>
                                      </p:tavLst>
                                    </p:anim>
                                    <p:anim calcmode="lin" valueType="num">
                                      <p:cBhvr>
                                        <p:cTn id="34" dur="332" tmFilter="0, 0; 0.125,0.2665; 0.25,0.4; 0.375,0.465; 0.5,0.5;  0.625,0.535; 0.75,0.6; 0.875,0.7335; 1,1">
                                          <p:stCondLst>
                                            <p:cond delay="1324"/>
                                          </p:stCondLst>
                                        </p:cTn>
                                        <p:tgtEl>
                                          <p:spTgt spid="9">
                                            <p:txEl>
                                              <p:pRg st="0" end="0"/>
                                            </p:txEl>
                                          </p:spTgt>
                                        </p:tgtEl>
                                        <p:attrNameLst>
                                          <p:attrName>ppt_y</p:attrName>
                                        </p:attrNameLst>
                                      </p:cBhvr>
                                      <p:tavLst>
                                        <p:tav tm="0" fmla="#ppt_y-sin(pi*$)/27">
                                          <p:val>
                                            <p:fltVal val="0"/>
                                          </p:val>
                                        </p:tav>
                                        <p:tav tm="100000">
                                          <p:val>
                                            <p:fltVal val="1"/>
                                          </p:val>
                                        </p:tav>
                                      </p:tavLst>
                                    </p:anim>
                                    <p:anim calcmode="lin" valueType="num">
                                      <p:cBhvr>
                                        <p:cTn id="35" dur="164" tmFilter="0, 0; 0.125,0.2665; 0.25,0.4; 0.375,0.465; 0.5,0.5;  0.625,0.535; 0.75,0.6; 0.875,0.7335; 1,1">
                                          <p:stCondLst>
                                            <p:cond delay="1656"/>
                                          </p:stCondLst>
                                        </p:cTn>
                                        <p:tgtEl>
                                          <p:spTgt spid="9">
                                            <p:txEl>
                                              <p:pRg st="0" end="0"/>
                                            </p:txEl>
                                          </p:spTgt>
                                        </p:tgtEl>
                                        <p:attrNameLst>
                                          <p:attrName>ppt_y</p:attrName>
                                        </p:attrNameLst>
                                      </p:cBhvr>
                                      <p:tavLst>
                                        <p:tav tm="0" fmla="#ppt_y-sin(pi*$)/81">
                                          <p:val>
                                            <p:fltVal val="0"/>
                                          </p:val>
                                        </p:tav>
                                        <p:tav tm="100000">
                                          <p:val>
                                            <p:fltVal val="1"/>
                                          </p:val>
                                        </p:tav>
                                      </p:tavLst>
                                    </p:anim>
                                    <p:animScale>
                                      <p:cBhvr>
                                        <p:cTn id="36" dur="26">
                                          <p:stCondLst>
                                            <p:cond delay="650"/>
                                          </p:stCondLst>
                                        </p:cTn>
                                        <p:tgtEl>
                                          <p:spTgt spid="9">
                                            <p:txEl>
                                              <p:pRg st="0" end="0"/>
                                            </p:txEl>
                                          </p:spTgt>
                                        </p:tgtEl>
                                      </p:cBhvr>
                                      <p:to x="100000" y="60000"/>
                                    </p:animScale>
                                    <p:animScale>
                                      <p:cBhvr>
                                        <p:cTn id="37" dur="166" decel="50000">
                                          <p:stCondLst>
                                            <p:cond delay="676"/>
                                          </p:stCondLst>
                                        </p:cTn>
                                        <p:tgtEl>
                                          <p:spTgt spid="9">
                                            <p:txEl>
                                              <p:pRg st="0" end="0"/>
                                            </p:txEl>
                                          </p:spTgt>
                                        </p:tgtEl>
                                      </p:cBhvr>
                                      <p:to x="100000" y="100000"/>
                                    </p:animScale>
                                    <p:animScale>
                                      <p:cBhvr>
                                        <p:cTn id="38" dur="26">
                                          <p:stCondLst>
                                            <p:cond delay="1312"/>
                                          </p:stCondLst>
                                        </p:cTn>
                                        <p:tgtEl>
                                          <p:spTgt spid="9">
                                            <p:txEl>
                                              <p:pRg st="0" end="0"/>
                                            </p:txEl>
                                          </p:spTgt>
                                        </p:tgtEl>
                                      </p:cBhvr>
                                      <p:to x="100000" y="80000"/>
                                    </p:animScale>
                                    <p:animScale>
                                      <p:cBhvr>
                                        <p:cTn id="39" dur="166" decel="50000">
                                          <p:stCondLst>
                                            <p:cond delay="1338"/>
                                          </p:stCondLst>
                                        </p:cTn>
                                        <p:tgtEl>
                                          <p:spTgt spid="9">
                                            <p:txEl>
                                              <p:pRg st="0" end="0"/>
                                            </p:txEl>
                                          </p:spTgt>
                                        </p:tgtEl>
                                      </p:cBhvr>
                                      <p:to x="100000" y="100000"/>
                                    </p:animScale>
                                    <p:animScale>
                                      <p:cBhvr>
                                        <p:cTn id="40" dur="26">
                                          <p:stCondLst>
                                            <p:cond delay="1642"/>
                                          </p:stCondLst>
                                        </p:cTn>
                                        <p:tgtEl>
                                          <p:spTgt spid="9">
                                            <p:txEl>
                                              <p:pRg st="0" end="0"/>
                                            </p:txEl>
                                          </p:spTgt>
                                        </p:tgtEl>
                                      </p:cBhvr>
                                      <p:to x="100000" y="90000"/>
                                    </p:animScale>
                                    <p:animScale>
                                      <p:cBhvr>
                                        <p:cTn id="41" dur="166" decel="50000">
                                          <p:stCondLst>
                                            <p:cond delay="1668"/>
                                          </p:stCondLst>
                                        </p:cTn>
                                        <p:tgtEl>
                                          <p:spTgt spid="9">
                                            <p:txEl>
                                              <p:pRg st="0" end="0"/>
                                            </p:txEl>
                                          </p:spTgt>
                                        </p:tgtEl>
                                      </p:cBhvr>
                                      <p:to x="100000" y="100000"/>
                                    </p:animScale>
                                    <p:animScale>
                                      <p:cBhvr>
                                        <p:cTn id="42" dur="26">
                                          <p:stCondLst>
                                            <p:cond delay="1808"/>
                                          </p:stCondLst>
                                        </p:cTn>
                                        <p:tgtEl>
                                          <p:spTgt spid="9">
                                            <p:txEl>
                                              <p:pRg st="0" end="0"/>
                                            </p:txEl>
                                          </p:spTgt>
                                        </p:tgtEl>
                                      </p:cBhvr>
                                      <p:to x="100000" y="95000"/>
                                    </p:animScale>
                                    <p:animScale>
                                      <p:cBhvr>
                                        <p:cTn id="43" dur="166" decel="50000">
                                          <p:stCondLst>
                                            <p:cond delay="1834"/>
                                          </p:stCondLst>
                                        </p:cTn>
                                        <p:tgtEl>
                                          <p:spTgt spid="9">
                                            <p:txEl>
                                              <p:pRg st="0" end="0"/>
                                            </p:txEl>
                                          </p:spTgt>
                                        </p:tgtEl>
                                      </p:cBhvr>
                                      <p:to x="100000" y="100000"/>
                                    </p:animScale>
                                  </p:childTnLst>
                                </p:cTn>
                              </p:par>
                            </p:childTnLst>
                          </p:cTn>
                        </p:par>
                      </p:childTnLst>
                    </p:cTn>
                  </p:par>
                  <p:par>
                    <p:cTn id="44" fill="hold">
                      <p:stCondLst>
                        <p:cond delay="indefinite"/>
                      </p:stCondLst>
                      <p:childTnLst>
                        <p:par>
                          <p:cTn id="45" fill="hold">
                            <p:stCondLst>
                              <p:cond delay="0"/>
                            </p:stCondLst>
                            <p:childTnLst>
                              <p:par>
                                <p:cTn id="46" presetID="14" presetClass="entr" presetSubtype="10" fill="hold" nodeType="clickEffect">
                                  <p:stCondLst>
                                    <p:cond delay="0"/>
                                  </p:stCondLst>
                                  <p:childTnLst>
                                    <p:set>
                                      <p:cBhvr>
                                        <p:cTn id="47" dur="1" fill="hold">
                                          <p:stCondLst>
                                            <p:cond delay="0"/>
                                          </p:stCondLst>
                                        </p:cTn>
                                        <p:tgtEl>
                                          <p:spTgt spid="8">
                                            <p:txEl>
                                              <p:pRg st="0" end="0"/>
                                            </p:txEl>
                                          </p:spTgt>
                                        </p:tgtEl>
                                        <p:attrNameLst>
                                          <p:attrName>style.visibility</p:attrName>
                                        </p:attrNameLst>
                                      </p:cBhvr>
                                      <p:to>
                                        <p:strVal val="visible"/>
                                      </p:to>
                                    </p:set>
                                    <p:animEffect transition="in" filter="randombar(horizontal)">
                                      <p:cBhvr>
                                        <p:cTn id="48" dur="500"/>
                                        <p:tgtEl>
                                          <p:spTgt spid="8">
                                            <p:txEl>
                                              <p:pRg st="0" end="0"/>
                                            </p:txEl>
                                          </p:spTgt>
                                        </p:tgtEl>
                                      </p:cBhvr>
                                    </p:animEffect>
                                  </p:childTnLst>
                                </p:cTn>
                              </p:par>
                            </p:childTnLst>
                          </p:cTn>
                        </p:par>
                      </p:childTnLst>
                    </p:cTn>
                  </p:par>
                  <p:par>
                    <p:cTn id="49" fill="hold">
                      <p:stCondLst>
                        <p:cond delay="indefinite"/>
                      </p:stCondLst>
                      <p:childTnLst>
                        <p:par>
                          <p:cTn id="50" fill="hold">
                            <p:stCondLst>
                              <p:cond delay="0"/>
                            </p:stCondLst>
                            <p:childTnLst>
                              <p:par>
                                <p:cTn id="51" presetID="21" presetClass="entr" presetSubtype="1" fill="hold" nodeType="clickEffect">
                                  <p:stCondLst>
                                    <p:cond delay="0"/>
                                  </p:stCondLst>
                                  <p:childTnLst>
                                    <p:set>
                                      <p:cBhvr>
                                        <p:cTn id="52" dur="1" fill="hold">
                                          <p:stCondLst>
                                            <p:cond delay="0"/>
                                          </p:stCondLst>
                                        </p:cTn>
                                        <p:tgtEl>
                                          <p:spTgt spid="10">
                                            <p:txEl>
                                              <p:pRg st="0" end="0"/>
                                            </p:txEl>
                                          </p:spTgt>
                                        </p:tgtEl>
                                        <p:attrNameLst>
                                          <p:attrName>style.visibility</p:attrName>
                                        </p:attrNameLst>
                                      </p:cBhvr>
                                      <p:to>
                                        <p:strVal val="visible"/>
                                      </p:to>
                                    </p:set>
                                    <p:animEffect transition="in" filter="wheel(1)">
                                      <p:cBhvr>
                                        <p:cTn id="53" dur="2000"/>
                                        <p:tgtEl>
                                          <p:spTgt spid="10">
                                            <p:txEl>
                                              <p:pRg st="0" end="0"/>
                                            </p:txEl>
                                          </p:spTgt>
                                        </p:tgtEl>
                                      </p:cBhvr>
                                    </p:animEffect>
                                  </p:childTnLst>
                                </p:cTn>
                              </p:par>
                            </p:childTnLst>
                          </p:cTn>
                        </p:par>
                      </p:childTnLst>
                    </p:cTn>
                  </p:par>
                  <p:par>
                    <p:cTn id="54" fill="hold">
                      <p:stCondLst>
                        <p:cond delay="indefinite"/>
                      </p:stCondLst>
                      <p:childTnLst>
                        <p:par>
                          <p:cTn id="55" fill="hold">
                            <p:stCondLst>
                              <p:cond delay="0"/>
                            </p:stCondLst>
                            <p:childTnLst>
                              <p:par>
                                <p:cTn id="56" presetID="22" presetClass="entr" presetSubtype="4" fill="hold" nodeType="clickEffect">
                                  <p:stCondLst>
                                    <p:cond delay="0"/>
                                  </p:stCondLst>
                                  <p:childTnLst>
                                    <p:set>
                                      <p:cBhvr>
                                        <p:cTn id="57" dur="1" fill="hold">
                                          <p:stCondLst>
                                            <p:cond delay="0"/>
                                          </p:stCondLst>
                                        </p:cTn>
                                        <p:tgtEl>
                                          <p:spTgt spid="7">
                                            <p:txEl>
                                              <p:pRg st="0" end="0"/>
                                            </p:txEl>
                                          </p:spTgt>
                                        </p:tgtEl>
                                        <p:attrNameLst>
                                          <p:attrName>style.visibility</p:attrName>
                                        </p:attrNameLst>
                                      </p:cBhvr>
                                      <p:to>
                                        <p:strVal val="visible"/>
                                      </p:to>
                                    </p:set>
                                    <p:animEffect transition="in" filter="wipe(down)">
                                      <p:cBhvr>
                                        <p:cTn id="58"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bg>
      <p:bgPr>
        <a:blipFill dpi="0" rotWithShape="1">
          <a:blip r:embed="rId2">
            <a:lum/>
          </a:blip>
          <a:srcRect/>
          <a:stretch>
            <a:fillRect t="-12000" b="-12000"/>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11207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3250">
        <p15:prstTrans prst="origami"/>
      </p:transition>
    </mc:Choice>
    <mc:Fallback xmlns="">
      <p:transition spd="slow">
        <p:fade/>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docProps/app.xml><?xml version="1.0" encoding="utf-8"?>
<Properties xmlns="http://schemas.openxmlformats.org/officeDocument/2006/extended-properties" xmlns:vt="http://schemas.openxmlformats.org/officeDocument/2006/docPropsVTypes">
  <Template>Ion Boardroom</Template>
  <TotalTime>196</TotalTime>
  <Words>337</Words>
  <Application>Microsoft Office PowerPoint</Application>
  <PresentationFormat>Widescreen</PresentationFormat>
  <Paragraphs>40</Paragraphs>
  <Slides>11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11</vt:i4>
      </vt:variant>
    </vt:vector>
  </HeadingPairs>
  <TitlesOfParts>
    <vt:vector size="19" baseType="lpstr">
      <vt:lpstr>Arial</vt:lpstr>
      <vt:lpstr>Arial Black</vt:lpstr>
      <vt:lpstr>Calibri</vt:lpstr>
      <vt:lpstr>Century Gothic</vt:lpstr>
      <vt:lpstr>Times New Roman</vt:lpstr>
      <vt:lpstr>Wingdings</vt:lpstr>
      <vt:lpstr>Wingdings 3</vt:lpstr>
      <vt:lpstr>Ion Boardroom</vt:lpstr>
      <vt:lpstr>Security Mechanism</vt:lpstr>
      <vt:lpstr>What is  Security Mechanism</vt:lpstr>
      <vt:lpstr>PowerPoint Presentation</vt:lpstr>
      <vt:lpstr>CRYPTOGRAPHY  </vt:lpstr>
      <vt:lpstr>MESSAGE DIGEST                                                             AND  DIGITAL SIGNATURE  </vt:lpstr>
      <vt:lpstr>DIGITAL SIGNATURE</vt:lpstr>
      <vt:lpstr>DIGITAL CERTIFICATE </vt:lpstr>
      <vt:lpstr>PKI</vt:lpstr>
      <vt:lpstr>GOALS OF S.M</vt:lpstr>
      <vt:lpstr>S.M  TECHNOLOGIES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Security mechanism</dc:title>
  <dc:creator>Zain Ul Abidin</dc:creator>
  <cp:lastModifiedBy>Sheraz Ali</cp:lastModifiedBy>
  <cp:revision>30</cp:revision>
  <dcterms:created xsi:type="dcterms:W3CDTF">2024-02-26T14:08:34Z</dcterms:created>
  <dcterms:modified xsi:type="dcterms:W3CDTF">2024-02-28T16:04:54Z</dcterms:modified>
</cp:coreProperties>
</file>