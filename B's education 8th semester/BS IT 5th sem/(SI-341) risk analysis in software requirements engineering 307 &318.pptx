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2C86831-6320-4A19-AA7A-5E1F4550878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Untitled Section" id="{92D3BCD6-C08A-4BCB-8F47-C1D8803CD75E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E529-FA94-4533-B909-B406D56B9084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35039-F6CC-4BD5-B191-7CABF19F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175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E529-FA94-4533-B909-B406D56B9084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35039-F6CC-4BD5-B191-7CABF19F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16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E529-FA94-4533-B909-B406D56B9084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35039-F6CC-4BD5-B191-7CABF19F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E529-FA94-4533-B909-B406D56B9084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35039-F6CC-4BD5-B191-7CABF19F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095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E529-FA94-4533-B909-B406D56B9084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35039-F6CC-4BD5-B191-7CABF19F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68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E529-FA94-4533-B909-B406D56B9084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35039-F6CC-4BD5-B191-7CABF19F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48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E529-FA94-4533-B909-B406D56B9084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35039-F6CC-4BD5-B191-7CABF19F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50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E529-FA94-4533-B909-B406D56B9084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35039-F6CC-4BD5-B191-7CABF19F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4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E529-FA94-4533-B909-B406D56B9084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35039-F6CC-4BD5-B191-7CABF19F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92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E529-FA94-4533-B909-B406D56B9084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35039-F6CC-4BD5-B191-7CABF19F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8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E529-FA94-4533-B909-B406D56B9084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35039-F6CC-4BD5-B191-7CABF19F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82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E529-FA94-4533-B909-B406D56B9084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35039-F6CC-4BD5-B191-7CABF19F555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2568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E529-FA94-4533-B909-B406D56B9084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35039-F6CC-4BD5-B191-7CABF19F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5007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E529-FA94-4533-B909-B406D56B9084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35039-F6CC-4BD5-B191-7CABF19F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2933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E529-FA94-4533-B909-B406D56B9084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35039-F6CC-4BD5-B191-7CABF19F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881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E529-FA94-4533-B909-B406D56B9084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35039-F6CC-4BD5-B191-7CABF19F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4014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1E529-FA94-4533-B909-B406D56B9084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35039-F6CC-4BD5-B191-7CABF19F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573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1E529-FA94-4533-B909-B406D56B9084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35039-F6CC-4BD5-B191-7CABF19F5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393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D6552-74D3-FF55-B2D7-58F9EE7E49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REQUIREMENT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D23A7-6FC9-D402-E543-3BC3C95A99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RISK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6F29E3-3B71-CFAB-5D4B-180FC4E53110}"/>
              </a:ext>
            </a:extLst>
          </p:cNvPr>
          <p:cNvSpPr txBox="1"/>
          <p:nvPr/>
        </p:nvSpPr>
        <p:spPr>
          <a:xfrm>
            <a:off x="5456583" y="5267739"/>
            <a:ext cx="330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	Muhammad Ikram</a:t>
            </a:r>
          </a:p>
        </p:txBody>
      </p:sp>
    </p:spTree>
    <p:extLst>
      <p:ext uri="{BB962C8B-B14F-4D97-AF65-F5344CB8AC3E}">
        <p14:creationId xmlns:p14="http://schemas.microsoft.com/office/powerpoint/2010/main" val="1599236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AF641-5554-4140-4A1A-7ACA53361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0F809-5160-22E1-6915-FBA52BF54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  <a:p>
            <a:r>
              <a:rPr lang="en-US" kern="100" dirty="0"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kern="10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reakdown of how risk analysis is typically conducted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Techniques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F1C475-2A0C-9AE0-4BA1-0F9E2BBE79DB}"/>
              </a:ext>
            </a:extLst>
          </p:cNvPr>
          <p:cNvSpPr txBox="1"/>
          <p:nvPr/>
        </p:nvSpPr>
        <p:spPr>
          <a:xfrm>
            <a:off x="2648776" y="2967982"/>
            <a:ext cx="38315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Risk Identification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Risk Assessment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Risk Mitigation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Contingency Planning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7DD689-5A79-3347-D2EC-CF3247FE13B2}"/>
              </a:ext>
            </a:extLst>
          </p:cNvPr>
          <p:cNvSpPr txBox="1"/>
          <p:nvPr/>
        </p:nvSpPr>
        <p:spPr>
          <a:xfrm>
            <a:off x="2648776" y="4937331"/>
            <a:ext cx="27084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Brainstorming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Interviews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Check Lists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SWOT Analysis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Risk Workshops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Use-Case Analysis</a:t>
            </a:r>
          </a:p>
        </p:txBody>
      </p:sp>
    </p:spTree>
    <p:extLst>
      <p:ext uri="{BB962C8B-B14F-4D97-AF65-F5344CB8AC3E}">
        <p14:creationId xmlns:p14="http://schemas.microsoft.com/office/powerpoint/2010/main" val="2552683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3CFE1-D466-E681-AE81-FD872A320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0" dirty="0" err="1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Defintition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B1759-9C04-4E48-4A69-5DA7FF3F9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Risk analysis in software requirement engineering is like trying to predict and prepare for possible problems or challenges that might come up while making computer programs. It's a way to think ahead and make plans to avoid or handle issues so that the software project goes smoothly.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90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E4044-6F03-984C-9641-0A752FB66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1800" b="1" kern="100" dirty="0">
                <a:solidFill>
                  <a:srgbClr val="0D0D0D"/>
                </a:solidFill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</a:t>
            </a:r>
            <a:r>
              <a:rPr lang="en-US" sz="1800" b="1" kern="10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reakdown </a:t>
            </a:r>
            <a:r>
              <a:rPr lang="en-US" sz="1800" b="1" kern="100" dirty="0">
                <a:solidFill>
                  <a:srgbClr val="0D0D0D"/>
                </a:solidFill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US" sz="1800" b="1" kern="10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 </a:t>
            </a:r>
            <a:r>
              <a:rPr lang="en-US" sz="1800" b="1" kern="100" dirty="0">
                <a:solidFill>
                  <a:srgbClr val="0D0D0D"/>
                </a:solidFill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1800" b="1" kern="10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ow </a:t>
            </a:r>
            <a:r>
              <a:rPr lang="en-US" sz="1800" b="1" kern="100" dirty="0">
                <a:solidFill>
                  <a:srgbClr val="0D0D0D"/>
                </a:solidFill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1800" b="1" kern="10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isk </a:t>
            </a:r>
            <a:r>
              <a:rPr lang="en-US" sz="1800" b="1" kern="100" dirty="0">
                <a:solidFill>
                  <a:srgbClr val="0D0D0D"/>
                </a:solidFill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800" b="1" kern="10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nalysis Is </a:t>
            </a:r>
            <a:r>
              <a:rPr lang="en-US" sz="1800" b="1" kern="100" dirty="0">
                <a:solidFill>
                  <a:srgbClr val="0D0D0D"/>
                </a:solidFill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lang="en-US" sz="1800" b="1" kern="10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ypically </a:t>
            </a:r>
            <a:r>
              <a:rPr lang="en-US" sz="1800" b="1" kern="100" dirty="0">
                <a:solidFill>
                  <a:srgbClr val="0D0D0D"/>
                </a:solidFill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1800" b="1" kern="10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onducted</a:t>
            </a:r>
            <a:b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F0D72-FED3-CF5E-E5A8-89630AF68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Risk Identification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Risk Assessment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Risk Mitigation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Contingency Planning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969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6045-C9AC-18EE-4ABB-AFC247CD3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Risk Identification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35F35-6187-49BC-AEFB-EA8EC7BC4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Spotting challenges: Recognize potential problems like unclear project goals or confusing user needs.</a:t>
            </a:r>
            <a:endParaRPr lang="en-US" sz="1800" kern="100" dirty="0">
              <a:solidFill>
                <a:srgbClr val="0D0D0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 conflicts: Expect disagreements among team members with different ideas about how the software should work.</a:t>
            </a:r>
            <a:endParaRPr lang="en-US" sz="1800" kern="100" dirty="0">
              <a:solidFill>
                <a:srgbClr val="0D0D0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Learning gaps: Be aware of what the team doesn't know about the business or industry the software is for.</a:t>
            </a:r>
            <a:endParaRPr lang="en-US" sz="1800" kern="100" dirty="0">
              <a:solidFill>
                <a:srgbClr val="0D0D0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 changes: Stay ready for how fast technology can change and how it might affect the project.</a:t>
            </a:r>
            <a:endParaRPr lang="en-US" sz="1800" kern="100" dirty="0">
              <a:solidFill>
                <a:srgbClr val="0D0D0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277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F5F5B-389A-504B-8F02-33300A911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Risk Assessment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1CF34-4FC3-A3F4-C3A8-E402F8104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Likelihood and impact check: Think about how likely bad things might happen and how much they could mess up the project.</a:t>
            </a:r>
            <a:endParaRPr lang="en-US" sz="1800" kern="100" dirty="0">
              <a:solidFill>
                <a:srgbClr val="0D0D0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Quality and quantity study: Look at both the quality of the team's work and the quantity of resources like money or time.</a:t>
            </a:r>
            <a:endParaRPr lang="en-US" sz="1800" kern="100" dirty="0">
              <a:solidFill>
                <a:srgbClr val="0D0D0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 risks into groups: Put risks into different categories like technical problems, team issues, or things from outside the project.</a:t>
            </a:r>
            <a:endParaRPr lang="en-US" sz="1800" kern="100" dirty="0">
              <a:solidFill>
                <a:srgbClr val="0D0D0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Top-priority risks: Focus on the most important risks, the ones that could really cause big problems.</a:t>
            </a:r>
            <a:endParaRPr lang="en-US" sz="1800" kern="100" dirty="0">
              <a:solidFill>
                <a:srgbClr val="0D0D0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485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2CD0-B8EC-4BB0-DB98-73258DC30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Risk Mitigation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22B47-DCC4-CA4B-76EE-15E6B8B2D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Clearer requirements: Make sure everyone understands what needs to be done by clarifying and improving the project goals.</a:t>
            </a:r>
            <a:endParaRPr lang="en-US" sz="1800" kern="100" dirty="0">
              <a:solidFill>
                <a:srgbClr val="0D0D0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Better communication: Talk more with everyone involved in the project to avoid misunderstandings and problems.</a:t>
            </a:r>
            <a:endParaRPr lang="en-US" sz="1800" kern="100" dirty="0">
              <a:solidFill>
                <a:srgbClr val="0D0D0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Stopping problems early: Take actions to prevent issues before they happen, like extra training or special studies.</a:t>
            </a:r>
            <a:endParaRPr lang="en-US" sz="1800" kern="100" dirty="0">
              <a:solidFill>
                <a:srgbClr val="0D0D0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 what's possible: Look at what's realistic and possible for the project to avoid things going wrong.</a:t>
            </a:r>
            <a:endParaRPr lang="en-US" sz="1800" kern="100" dirty="0">
              <a:solidFill>
                <a:srgbClr val="0D0D0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03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6C8A9-EBC7-0437-DC54-4C0324511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b="1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Contingency Planning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E2313-621B-1776-CD7A-0D932F3AA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Backup plans: Have other ways to do things in case the original plan doesn't work out.</a:t>
            </a:r>
            <a:endParaRPr lang="en-US" sz="1800" kern="100" dirty="0">
              <a:solidFill>
                <a:srgbClr val="0D0D0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Changing resources: Be ready to move around people or money to handle unexpected issues.</a:t>
            </a:r>
            <a:endParaRPr lang="en-US" sz="1800" kern="100" dirty="0">
              <a:solidFill>
                <a:srgbClr val="0D0D0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to change plans: Decide in advance when it's time to switch to backup plans, so you're not caught off guard.</a:t>
            </a:r>
            <a:endParaRPr lang="en-US" sz="1800" kern="100" dirty="0">
              <a:solidFill>
                <a:srgbClr val="0D0D0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0" dirty="0">
                <a:solidFill>
                  <a:srgbClr val="0D0D0D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Going with the flow: Be flexible and ready to change how you're doing things if the situation asks for it.</a:t>
            </a:r>
            <a:endParaRPr lang="en-US" sz="1800" kern="100" dirty="0">
              <a:solidFill>
                <a:srgbClr val="0D0D0D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928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A931F-6CFE-BAEB-24BA-CE2060E9A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Techniques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583D5-9C7F-837C-5DDE-73F8642A7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Brainstorming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Interviews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Check Lists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SWOT Analysis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Risk Workshops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Use-Case Analysis</a:t>
            </a:r>
          </a:p>
        </p:txBody>
      </p:sp>
    </p:spTree>
    <p:extLst>
      <p:ext uri="{BB962C8B-B14F-4D97-AF65-F5344CB8AC3E}">
        <p14:creationId xmlns:p14="http://schemas.microsoft.com/office/powerpoint/2010/main" val="30223714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oll: Vertical 3">
            <a:extLst>
              <a:ext uri="{FF2B5EF4-FFF2-40B4-BE49-F238E27FC236}">
                <a16:creationId xmlns:a16="http://schemas.microsoft.com/office/drawing/2014/main" id="{A123E829-C9D4-DB62-C3FD-B7922FF8035E}"/>
              </a:ext>
            </a:extLst>
          </p:cNvPr>
          <p:cNvSpPr/>
          <p:nvPr/>
        </p:nvSpPr>
        <p:spPr>
          <a:xfrm>
            <a:off x="-752059" y="0"/>
            <a:ext cx="5506279" cy="6987209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croll: Vertical 4">
            <a:extLst>
              <a:ext uri="{FF2B5EF4-FFF2-40B4-BE49-F238E27FC236}">
                <a16:creationId xmlns:a16="http://schemas.microsoft.com/office/drawing/2014/main" id="{C506734E-B7EB-6F25-1E77-1F82E241E621}"/>
              </a:ext>
            </a:extLst>
          </p:cNvPr>
          <p:cNvSpPr/>
          <p:nvPr/>
        </p:nvSpPr>
        <p:spPr>
          <a:xfrm>
            <a:off x="3243470" y="-1"/>
            <a:ext cx="5791200" cy="6987209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croll: Vertical 5">
            <a:extLst>
              <a:ext uri="{FF2B5EF4-FFF2-40B4-BE49-F238E27FC236}">
                <a16:creationId xmlns:a16="http://schemas.microsoft.com/office/drawing/2014/main" id="{FA734EA8-5E9F-2073-3101-10D5EAA34D8C}"/>
              </a:ext>
            </a:extLst>
          </p:cNvPr>
          <p:cNvSpPr/>
          <p:nvPr/>
        </p:nvSpPr>
        <p:spPr>
          <a:xfrm>
            <a:off x="6937512" y="-9940"/>
            <a:ext cx="6092687" cy="6987209"/>
          </a:xfrm>
          <a:prstGeom prst="vertic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AB5BB1-E2A8-F841-8BC9-FF61A1F7595C}"/>
              </a:ext>
            </a:extLst>
          </p:cNvPr>
          <p:cNvSpPr txBox="1"/>
          <p:nvPr/>
        </p:nvSpPr>
        <p:spPr>
          <a:xfrm>
            <a:off x="4833730" y="251791"/>
            <a:ext cx="2604052" cy="367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E66369-A541-B988-02E3-E5D2A5312FEE}"/>
              </a:ext>
            </a:extLst>
          </p:cNvPr>
          <p:cNvSpPr txBox="1"/>
          <p:nvPr/>
        </p:nvSpPr>
        <p:spPr>
          <a:xfrm>
            <a:off x="934278" y="288235"/>
            <a:ext cx="2604052" cy="367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BRAIN STORMING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65FB48-68FB-B295-529C-8E1045622269}"/>
              </a:ext>
            </a:extLst>
          </p:cNvPr>
          <p:cNvSpPr txBox="1"/>
          <p:nvPr/>
        </p:nvSpPr>
        <p:spPr>
          <a:xfrm>
            <a:off x="0" y="725557"/>
            <a:ext cx="39657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Team members gather to generate ideas and identify potential risks related to software requirements.</a:t>
            </a:r>
          </a:p>
          <a:p>
            <a:endParaRPr lang="en-US" dirty="0"/>
          </a:p>
          <a:p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Participants freely express their thoughts on possible risks without judgment, encouraging creativity and diverse perspectives.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19F9CA-D367-FFF8-C1D9-053D355D673C}"/>
              </a:ext>
            </a:extLst>
          </p:cNvPr>
          <p:cNvSpPr txBox="1"/>
          <p:nvPr/>
        </p:nvSpPr>
        <p:spPr>
          <a:xfrm>
            <a:off x="4999383" y="288234"/>
            <a:ext cx="2305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Interviews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A1E3E5-C5CD-E45A-9717-091C8FD86769}"/>
              </a:ext>
            </a:extLst>
          </p:cNvPr>
          <p:cNvSpPr txBox="1"/>
          <p:nvPr/>
        </p:nvSpPr>
        <p:spPr>
          <a:xfrm>
            <a:off x="3965713" y="762000"/>
            <a:ext cx="3694042" cy="2951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Stakeholders, including users, developers, and project managers, are individually interviewed to gather insights on potential risks.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Open-ended questions help elicit information about concerns, expectations, and uncertainties related to requirements.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7C2C1F-F5DF-8E50-F6A4-E49C282D73E4}"/>
              </a:ext>
            </a:extLst>
          </p:cNvPr>
          <p:cNvSpPr txBox="1"/>
          <p:nvPr/>
        </p:nvSpPr>
        <p:spPr>
          <a:xfrm>
            <a:off x="8680175" y="162338"/>
            <a:ext cx="3306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Checklists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54384C-D1FA-D8E6-DC9D-1D47DA738570}"/>
              </a:ext>
            </a:extLst>
          </p:cNvPr>
          <p:cNvSpPr txBox="1"/>
          <p:nvPr/>
        </p:nvSpPr>
        <p:spPr>
          <a:xfrm>
            <a:off x="7682945" y="762000"/>
            <a:ext cx="4595195" cy="2358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Pre-defined lists of common risks and issues are used to systematically review requirements.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Team members go through a checklist, marking off potential risks that may apply to the project.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588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oll: Horizontal 3">
            <a:extLst>
              <a:ext uri="{FF2B5EF4-FFF2-40B4-BE49-F238E27FC236}">
                <a16:creationId xmlns:a16="http://schemas.microsoft.com/office/drawing/2014/main" id="{D3C530B5-54EA-9E12-BD10-EA501955B21D}"/>
              </a:ext>
            </a:extLst>
          </p:cNvPr>
          <p:cNvSpPr/>
          <p:nvPr/>
        </p:nvSpPr>
        <p:spPr>
          <a:xfrm>
            <a:off x="0" y="-447261"/>
            <a:ext cx="12192000" cy="3260035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croll: Horizontal 4">
            <a:extLst>
              <a:ext uri="{FF2B5EF4-FFF2-40B4-BE49-F238E27FC236}">
                <a16:creationId xmlns:a16="http://schemas.microsoft.com/office/drawing/2014/main" id="{B1FC190F-7E40-79AF-6E73-B7DF837D6462}"/>
              </a:ext>
            </a:extLst>
          </p:cNvPr>
          <p:cNvSpPr/>
          <p:nvPr/>
        </p:nvSpPr>
        <p:spPr>
          <a:xfrm>
            <a:off x="0" y="1938131"/>
            <a:ext cx="12192000" cy="3061253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croll: Horizontal 5">
            <a:extLst>
              <a:ext uri="{FF2B5EF4-FFF2-40B4-BE49-F238E27FC236}">
                <a16:creationId xmlns:a16="http://schemas.microsoft.com/office/drawing/2014/main" id="{9915911F-8EA6-B73A-0FE6-5FCB134C68BA}"/>
              </a:ext>
            </a:extLst>
          </p:cNvPr>
          <p:cNvSpPr/>
          <p:nvPr/>
        </p:nvSpPr>
        <p:spPr>
          <a:xfrm>
            <a:off x="0" y="4124740"/>
            <a:ext cx="12192000" cy="3061252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0E6D03-94C7-F640-0EC5-309568501F34}"/>
              </a:ext>
            </a:extLst>
          </p:cNvPr>
          <p:cNvSpPr txBox="1"/>
          <p:nvPr/>
        </p:nvSpPr>
        <p:spPr>
          <a:xfrm>
            <a:off x="4893365" y="0"/>
            <a:ext cx="2405269" cy="377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SWOT Analysis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521FD8-4252-BD16-3DD7-0C5AB048E917}"/>
              </a:ext>
            </a:extLst>
          </p:cNvPr>
          <p:cNvSpPr txBox="1"/>
          <p:nvPr/>
        </p:nvSpPr>
        <p:spPr>
          <a:xfrm>
            <a:off x="4989443" y="2375452"/>
            <a:ext cx="1719470" cy="377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Risk Workshops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B21FBD-BB9B-802A-1E8F-CBCED597A379}"/>
              </a:ext>
            </a:extLst>
          </p:cNvPr>
          <p:cNvSpPr txBox="1"/>
          <p:nvPr/>
        </p:nvSpPr>
        <p:spPr>
          <a:xfrm>
            <a:off x="4893365" y="4522304"/>
            <a:ext cx="1895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Case Analysis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A61EB9-0768-901E-8455-2E2C779C5DA7}"/>
              </a:ext>
            </a:extLst>
          </p:cNvPr>
          <p:cNvSpPr txBox="1"/>
          <p:nvPr/>
        </p:nvSpPr>
        <p:spPr>
          <a:xfrm>
            <a:off x="447261" y="516835"/>
            <a:ext cx="11261035" cy="1469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Analysis (Strengths, Weaknesses, Opportunities, Threats):**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- **Description:** Examines internal and external factors influencing project success or failure.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- **How it works:** Identifies strengths and weaknesses within the project team and opportunities and threats from the external environment.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F735080-8DE3-3FB0-080A-E46F01579655}"/>
              </a:ext>
            </a:extLst>
          </p:cNvPr>
          <p:cNvSpPr txBox="1"/>
          <p:nvPr/>
        </p:nvSpPr>
        <p:spPr>
          <a:xfrm>
            <a:off x="447261" y="2763079"/>
            <a:ext cx="11261035" cy="1463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Description:** Involves a structured, facilitated session where team members collectively identify and assess risks.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- **How it works:** Facilitators guide the team through discussions, ensuring active participation and collaboration in risk identification and assessment.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674037-CCFA-BE88-D48C-45687283DA83}"/>
              </a:ext>
            </a:extLst>
          </p:cNvPr>
          <p:cNvSpPr txBox="1"/>
          <p:nvPr/>
        </p:nvSpPr>
        <p:spPr>
          <a:xfrm>
            <a:off x="447261" y="4999384"/>
            <a:ext cx="11420061" cy="1463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 **Description:** Focuses on analyzing use cases to identify potential risks associated with functional requirements.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- **How it works:** Examines how users interact with the system, helping identify potential pitfalls or misunderstandings in requirements.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48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3C273-B1C6-2C62-839D-02765EB72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3952A-E208-A4D1-8CCE-E6F97FE0B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JAZAKALLAH</a:t>
            </a:r>
          </a:p>
        </p:txBody>
      </p:sp>
    </p:spTree>
    <p:extLst>
      <p:ext uri="{BB962C8B-B14F-4D97-AF65-F5344CB8AC3E}">
        <p14:creationId xmlns:p14="http://schemas.microsoft.com/office/powerpoint/2010/main" val="33885755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osted Glass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Words>695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Bookman Old Style</vt:lpstr>
      <vt:lpstr>Calibri</vt:lpstr>
      <vt:lpstr>Rockwell</vt:lpstr>
      <vt:lpstr>Segoe UI</vt:lpstr>
      <vt:lpstr>Symbol</vt:lpstr>
      <vt:lpstr>Wingdings</vt:lpstr>
      <vt:lpstr>Damask</vt:lpstr>
      <vt:lpstr>SOFTWARE REQUIREMENT ENGINEERING</vt:lpstr>
      <vt:lpstr>CONTENTS</vt:lpstr>
      <vt:lpstr>Defintition </vt:lpstr>
      <vt:lpstr>Breakdown Of How Risk Analysis Is Typically Conducted </vt:lpstr>
      <vt:lpstr>Risk Identification</vt:lpstr>
      <vt:lpstr>Risk Assessment</vt:lpstr>
      <vt:lpstr>Risk Mitigation</vt:lpstr>
      <vt:lpstr>Contingency Planning</vt:lpstr>
      <vt:lpstr>Techniques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REQUIREMENT ENGINEERING</dc:title>
  <dc:creator>Muhammad Ikram</dc:creator>
  <cp:lastModifiedBy>Muhammad Ikram</cp:lastModifiedBy>
  <cp:revision>7</cp:revision>
  <dcterms:created xsi:type="dcterms:W3CDTF">2024-02-29T16:03:24Z</dcterms:created>
  <dcterms:modified xsi:type="dcterms:W3CDTF">2024-02-29T17:13:23Z</dcterms:modified>
</cp:coreProperties>
</file>