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8" r:id="rId4"/>
    <p:sldId id="269" r:id="rId5"/>
    <p:sldId id="259" r:id="rId6"/>
    <p:sldId id="270" r:id="rId7"/>
    <p:sldId id="271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3" r:id="rId17"/>
    <p:sldId id="274" r:id="rId18"/>
    <p:sldId id="275" r:id="rId19"/>
    <p:sldId id="276" r:id="rId20"/>
    <p:sldId id="278" r:id="rId21"/>
    <p:sldId id="277" r:id="rId22"/>
    <p:sldId id="281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CCA3"/>
    <a:srgbClr val="366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7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9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5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3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0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2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6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6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880A8-324E-4654-8326-338B1B2923A7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525CB-DF0C-4E9C-9E59-AC0C6CFA9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8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294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9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8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06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0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3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4709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713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17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8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2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00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749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395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CC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7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65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632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88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675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89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3712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1440"/>
            <a:ext cx="12192000" cy="694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92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081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53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07" y="136599"/>
            <a:ext cx="10577430" cy="640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80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8</cp:revision>
  <dcterms:created xsi:type="dcterms:W3CDTF">2024-02-27T12:25:00Z</dcterms:created>
  <dcterms:modified xsi:type="dcterms:W3CDTF">2024-03-03T10:12:53Z</dcterms:modified>
</cp:coreProperties>
</file>